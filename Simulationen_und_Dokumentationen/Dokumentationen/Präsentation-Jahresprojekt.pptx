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3" r:id="rId1"/>
  </p:sldMasterIdLst>
  <p:notesMasterIdLst>
    <p:notesMasterId r:id="rId23"/>
  </p:notesMasterIdLst>
  <p:sldIdLst>
    <p:sldId id="256" r:id="rId2"/>
    <p:sldId id="276" r:id="rId3"/>
    <p:sldId id="281" r:id="rId4"/>
    <p:sldId id="275" r:id="rId5"/>
    <p:sldId id="289" r:id="rId6"/>
    <p:sldId id="282" r:id="rId7"/>
    <p:sldId id="290" r:id="rId8"/>
    <p:sldId id="291" r:id="rId9"/>
    <p:sldId id="287" r:id="rId10"/>
    <p:sldId id="293" r:id="rId11"/>
    <p:sldId id="295" r:id="rId12"/>
    <p:sldId id="294" r:id="rId13"/>
    <p:sldId id="296" r:id="rId14"/>
    <p:sldId id="297" r:id="rId15"/>
    <p:sldId id="298" r:id="rId16"/>
    <p:sldId id="288" r:id="rId17"/>
    <p:sldId id="292" r:id="rId18"/>
    <p:sldId id="284" r:id="rId19"/>
    <p:sldId id="285" r:id="rId20"/>
    <p:sldId id="286" r:id="rId21"/>
    <p:sldId id="271" r:id="rId22"/>
  </p:sldIdLst>
  <p:sldSz cx="20104100" cy="11258550"/>
  <p:notesSz cx="20104100" cy="1125855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2C"/>
    <a:srgbClr val="7BB7E5"/>
    <a:srgbClr val="DE5528"/>
    <a:srgbClr val="A2CB3E"/>
    <a:srgbClr val="102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5" autoAdjust="0"/>
    <p:restoredTop sz="94286"/>
  </p:normalViewPr>
  <p:slideViewPr>
    <p:cSldViewPr>
      <p:cViewPr varScale="1">
        <p:scale>
          <a:sx n="48" d="100"/>
          <a:sy n="48" d="100"/>
        </p:scale>
        <p:origin x="830" y="4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61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2CCA1-4475-43BB-8E25-41D5FBD7FEC8}" type="datetimeFigureOut">
              <a:rPr lang="de-AT" smtClean="0"/>
              <a:t>05.03.2026</a:t>
            </a:fld>
            <a:endParaRPr lang="de-AT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08113"/>
            <a:ext cx="6784975" cy="3798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2009775" y="5418138"/>
            <a:ext cx="16084550" cy="44338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69340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11387138" y="1069340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D3D4C-C2CF-4F6C-98A3-FF8A645ED3C3}" type="slidenum">
              <a:rPr lang="de-AT" smtClean="0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2400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3" Type="http://schemas.openxmlformats.org/officeDocument/2006/relationships/image" Target="../media/image8.png"/><Relationship Id="rId21" Type="http://schemas.openxmlformats.org/officeDocument/2006/relationships/image" Target="../media/image26.sv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17" Type="http://schemas.openxmlformats.org/officeDocument/2006/relationships/image" Target="../media/image22.png"/><Relationship Id="rId25" Type="http://schemas.openxmlformats.org/officeDocument/2006/relationships/image" Target="../media/image30.svg"/><Relationship Id="rId2" Type="http://schemas.openxmlformats.org/officeDocument/2006/relationships/image" Target="../media/image7.png"/><Relationship Id="rId16" Type="http://schemas.openxmlformats.org/officeDocument/2006/relationships/image" Target="../media/image21.svg"/><Relationship Id="rId20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svg"/><Relationship Id="rId10" Type="http://schemas.openxmlformats.org/officeDocument/2006/relationships/image" Target="../media/image15.svg"/><Relationship Id="rId19" Type="http://schemas.openxmlformats.org/officeDocument/2006/relationships/image" Target="../media/image24.pn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Relationship Id="rId22" Type="http://schemas.openxmlformats.org/officeDocument/2006/relationships/image" Target="../media/image27.png"/></Relationships>
</file>

<file path=ppt/slideLayouts/_rels/slideLayout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5.png"/><Relationship Id="rId21" Type="http://schemas.openxmlformats.org/officeDocument/2006/relationships/image" Target="../media/image50.svg"/><Relationship Id="rId42" Type="http://schemas.openxmlformats.org/officeDocument/2006/relationships/image" Target="../media/image71.png"/><Relationship Id="rId47" Type="http://schemas.openxmlformats.org/officeDocument/2006/relationships/image" Target="../media/image76.svg"/><Relationship Id="rId63" Type="http://schemas.openxmlformats.org/officeDocument/2006/relationships/image" Target="../media/image92.svg"/><Relationship Id="rId68" Type="http://schemas.openxmlformats.org/officeDocument/2006/relationships/image" Target="../media/image97.png"/><Relationship Id="rId16" Type="http://schemas.openxmlformats.org/officeDocument/2006/relationships/image" Target="../media/image45.png"/><Relationship Id="rId11" Type="http://schemas.openxmlformats.org/officeDocument/2006/relationships/image" Target="../media/image40.svg"/><Relationship Id="rId24" Type="http://schemas.openxmlformats.org/officeDocument/2006/relationships/image" Target="../media/image53.png"/><Relationship Id="rId32" Type="http://schemas.openxmlformats.org/officeDocument/2006/relationships/image" Target="../media/image61.png"/><Relationship Id="rId37" Type="http://schemas.openxmlformats.org/officeDocument/2006/relationships/image" Target="../media/image66.svg"/><Relationship Id="rId40" Type="http://schemas.openxmlformats.org/officeDocument/2006/relationships/image" Target="../media/image69.png"/><Relationship Id="rId45" Type="http://schemas.openxmlformats.org/officeDocument/2006/relationships/image" Target="../media/image74.svg"/><Relationship Id="rId53" Type="http://schemas.openxmlformats.org/officeDocument/2006/relationships/image" Target="../media/image82.svg"/><Relationship Id="rId58" Type="http://schemas.openxmlformats.org/officeDocument/2006/relationships/image" Target="../media/image87.png"/><Relationship Id="rId66" Type="http://schemas.openxmlformats.org/officeDocument/2006/relationships/image" Target="../media/image95.png"/><Relationship Id="rId74" Type="http://schemas.openxmlformats.org/officeDocument/2006/relationships/image" Target="../media/image103.png"/><Relationship Id="rId79" Type="http://schemas.openxmlformats.org/officeDocument/2006/relationships/image" Target="../media/image108.svg"/><Relationship Id="rId5" Type="http://schemas.openxmlformats.org/officeDocument/2006/relationships/image" Target="../media/image34.svg"/><Relationship Id="rId61" Type="http://schemas.openxmlformats.org/officeDocument/2006/relationships/image" Target="../media/image90.svg"/><Relationship Id="rId19" Type="http://schemas.openxmlformats.org/officeDocument/2006/relationships/image" Target="../media/image48.svg"/><Relationship Id="rId14" Type="http://schemas.openxmlformats.org/officeDocument/2006/relationships/image" Target="../media/image43.png"/><Relationship Id="rId22" Type="http://schemas.openxmlformats.org/officeDocument/2006/relationships/image" Target="../media/image51.png"/><Relationship Id="rId27" Type="http://schemas.openxmlformats.org/officeDocument/2006/relationships/image" Target="../media/image56.svg"/><Relationship Id="rId30" Type="http://schemas.openxmlformats.org/officeDocument/2006/relationships/image" Target="../media/image59.png"/><Relationship Id="rId35" Type="http://schemas.openxmlformats.org/officeDocument/2006/relationships/image" Target="../media/image64.svg"/><Relationship Id="rId43" Type="http://schemas.openxmlformats.org/officeDocument/2006/relationships/image" Target="../media/image72.svg"/><Relationship Id="rId48" Type="http://schemas.openxmlformats.org/officeDocument/2006/relationships/image" Target="../media/image77.png"/><Relationship Id="rId56" Type="http://schemas.openxmlformats.org/officeDocument/2006/relationships/image" Target="../media/image85.png"/><Relationship Id="rId64" Type="http://schemas.openxmlformats.org/officeDocument/2006/relationships/image" Target="../media/image93.png"/><Relationship Id="rId69" Type="http://schemas.openxmlformats.org/officeDocument/2006/relationships/image" Target="../media/image98.svg"/><Relationship Id="rId77" Type="http://schemas.openxmlformats.org/officeDocument/2006/relationships/image" Target="../media/image106.svg"/><Relationship Id="rId8" Type="http://schemas.openxmlformats.org/officeDocument/2006/relationships/image" Target="../media/image37.png"/><Relationship Id="rId51" Type="http://schemas.openxmlformats.org/officeDocument/2006/relationships/image" Target="../media/image80.svg"/><Relationship Id="rId72" Type="http://schemas.openxmlformats.org/officeDocument/2006/relationships/image" Target="../media/image101.png"/><Relationship Id="rId3" Type="http://schemas.openxmlformats.org/officeDocument/2006/relationships/image" Target="../media/image32.svg"/><Relationship Id="rId12" Type="http://schemas.openxmlformats.org/officeDocument/2006/relationships/image" Target="../media/image41.png"/><Relationship Id="rId17" Type="http://schemas.openxmlformats.org/officeDocument/2006/relationships/image" Target="../media/image46.svg"/><Relationship Id="rId25" Type="http://schemas.openxmlformats.org/officeDocument/2006/relationships/image" Target="../media/image54.svg"/><Relationship Id="rId33" Type="http://schemas.openxmlformats.org/officeDocument/2006/relationships/image" Target="../media/image62.svg"/><Relationship Id="rId38" Type="http://schemas.openxmlformats.org/officeDocument/2006/relationships/image" Target="../media/image67.png"/><Relationship Id="rId46" Type="http://schemas.openxmlformats.org/officeDocument/2006/relationships/image" Target="../media/image75.png"/><Relationship Id="rId59" Type="http://schemas.openxmlformats.org/officeDocument/2006/relationships/image" Target="../media/image88.svg"/><Relationship Id="rId67" Type="http://schemas.openxmlformats.org/officeDocument/2006/relationships/image" Target="../media/image96.svg"/><Relationship Id="rId20" Type="http://schemas.openxmlformats.org/officeDocument/2006/relationships/image" Target="../media/image49.png"/><Relationship Id="rId41" Type="http://schemas.openxmlformats.org/officeDocument/2006/relationships/image" Target="../media/image70.svg"/><Relationship Id="rId54" Type="http://schemas.openxmlformats.org/officeDocument/2006/relationships/image" Target="../media/image83.png"/><Relationship Id="rId62" Type="http://schemas.openxmlformats.org/officeDocument/2006/relationships/image" Target="../media/image91.png"/><Relationship Id="rId70" Type="http://schemas.openxmlformats.org/officeDocument/2006/relationships/image" Target="../media/image99.png"/><Relationship Id="rId75" Type="http://schemas.openxmlformats.org/officeDocument/2006/relationships/image" Target="../media/image10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png"/><Relationship Id="rId15" Type="http://schemas.openxmlformats.org/officeDocument/2006/relationships/image" Target="../media/image44.svg"/><Relationship Id="rId23" Type="http://schemas.openxmlformats.org/officeDocument/2006/relationships/image" Target="../media/image52.svg"/><Relationship Id="rId28" Type="http://schemas.openxmlformats.org/officeDocument/2006/relationships/image" Target="../media/image57.png"/><Relationship Id="rId36" Type="http://schemas.openxmlformats.org/officeDocument/2006/relationships/image" Target="../media/image65.png"/><Relationship Id="rId49" Type="http://schemas.openxmlformats.org/officeDocument/2006/relationships/image" Target="../media/image78.svg"/><Relationship Id="rId57" Type="http://schemas.openxmlformats.org/officeDocument/2006/relationships/image" Target="../media/image86.svg"/><Relationship Id="rId10" Type="http://schemas.openxmlformats.org/officeDocument/2006/relationships/image" Target="../media/image39.png"/><Relationship Id="rId31" Type="http://schemas.openxmlformats.org/officeDocument/2006/relationships/image" Target="../media/image60.svg"/><Relationship Id="rId44" Type="http://schemas.openxmlformats.org/officeDocument/2006/relationships/image" Target="../media/image73.png"/><Relationship Id="rId52" Type="http://schemas.openxmlformats.org/officeDocument/2006/relationships/image" Target="../media/image81.png"/><Relationship Id="rId60" Type="http://schemas.openxmlformats.org/officeDocument/2006/relationships/image" Target="../media/image89.png"/><Relationship Id="rId65" Type="http://schemas.openxmlformats.org/officeDocument/2006/relationships/image" Target="../media/image94.svg"/><Relationship Id="rId73" Type="http://schemas.openxmlformats.org/officeDocument/2006/relationships/image" Target="../media/image102.svg"/><Relationship Id="rId78" Type="http://schemas.openxmlformats.org/officeDocument/2006/relationships/image" Target="../media/image107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Relationship Id="rId13" Type="http://schemas.openxmlformats.org/officeDocument/2006/relationships/image" Target="../media/image42.svg"/><Relationship Id="rId18" Type="http://schemas.openxmlformats.org/officeDocument/2006/relationships/image" Target="../media/image47.png"/><Relationship Id="rId39" Type="http://schemas.openxmlformats.org/officeDocument/2006/relationships/image" Target="../media/image68.svg"/><Relationship Id="rId34" Type="http://schemas.openxmlformats.org/officeDocument/2006/relationships/image" Target="../media/image63.png"/><Relationship Id="rId50" Type="http://schemas.openxmlformats.org/officeDocument/2006/relationships/image" Target="../media/image79.png"/><Relationship Id="rId55" Type="http://schemas.openxmlformats.org/officeDocument/2006/relationships/image" Target="../media/image84.svg"/><Relationship Id="rId76" Type="http://schemas.openxmlformats.org/officeDocument/2006/relationships/image" Target="../media/image105.png"/><Relationship Id="rId7" Type="http://schemas.openxmlformats.org/officeDocument/2006/relationships/image" Target="../media/image36.svg"/><Relationship Id="rId71" Type="http://schemas.openxmlformats.org/officeDocument/2006/relationships/image" Target="../media/image100.svg"/><Relationship Id="rId2" Type="http://schemas.openxmlformats.org/officeDocument/2006/relationships/image" Target="../media/image31.png"/><Relationship Id="rId29" Type="http://schemas.openxmlformats.org/officeDocument/2006/relationships/image" Target="../media/image58.svg"/></Relationships>
</file>

<file path=ppt/slideLayouts/_rels/slideLayout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svg"/><Relationship Id="rId18" Type="http://schemas.openxmlformats.org/officeDocument/2006/relationships/image" Target="../media/image125.png"/><Relationship Id="rId26" Type="http://schemas.openxmlformats.org/officeDocument/2006/relationships/image" Target="../media/image133.png"/><Relationship Id="rId39" Type="http://schemas.openxmlformats.org/officeDocument/2006/relationships/image" Target="../media/image146.svg"/><Relationship Id="rId21" Type="http://schemas.openxmlformats.org/officeDocument/2006/relationships/image" Target="../media/image128.svg"/><Relationship Id="rId34" Type="http://schemas.openxmlformats.org/officeDocument/2006/relationships/image" Target="../media/image141.png"/><Relationship Id="rId42" Type="http://schemas.openxmlformats.org/officeDocument/2006/relationships/image" Target="../media/image149.png"/><Relationship Id="rId47" Type="http://schemas.openxmlformats.org/officeDocument/2006/relationships/image" Target="../media/image154.svg"/><Relationship Id="rId50" Type="http://schemas.openxmlformats.org/officeDocument/2006/relationships/image" Target="../media/image157.png"/><Relationship Id="rId55" Type="http://schemas.openxmlformats.org/officeDocument/2006/relationships/image" Target="../media/image162.svg"/><Relationship Id="rId63" Type="http://schemas.openxmlformats.org/officeDocument/2006/relationships/image" Target="../media/image58.svg"/><Relationship Id="rId7" Type="http://schemas.openxmlformats.org/officeDocument/2006/relationships/image" Target="../media/image114.svg"/><Relationship Id="rId2" Type="http://schemas.openxmlformats.org/officeDocument/2006/relationships/image" Target="../media/image109.png"/><Relationship Id="rId16" Type="http://schemas.openxmlformats.org/officeDocument/2006/relationships/image" Target="../media/image123.png"/><Relationship Id="rId29" Type="http://schemas.openxmlformats.org/officeDocument/2006/relationships/image" Target="../media/image136.svg"/><Relationship Id="rId11" Type="http://schemas.openxmlformats.org/officeDocument/2006/relationships/image" Target="../media/image118.svg"/><Relationship Id="rId24" Type="http://schemas.openxmlformats.org/officeDocument/2006/relationships/image" Target="../media/image131.png"/><Relationship Id="rId32" Type="http://schemas.openxmlformats.org/officeDocument/2006/relationships/image" Target="../media/image139.png"/><Relationship Id="rId37" Type="http://schemas.openxmlformats.org/officeDocument/2006/relationships/image" Target="../media/image144.svg"/><Relationship Id="rId40" Type="http://schemas.openxmlformats.org/officeDocument/2006/relationships/image" Target="../media/image147.png"/><Relationship Id="rId45" Type="http://schemas.openxmlformats.org/officeDocument/2006/relationships/image" Target="../media/image152.svg"/><Relationship Id="rId53" Type="http://schemas.openxmlformats.org/officeDocument/2006/relationships/image" Target="../media/image160.svg"/><Relationship Id="rId58" Type="http://schemas.openxmlformats.org/officeDocument/2006/relationships/image" Target="../media/image165.png"/><Relationship Id="rId5" Type="http://schemas.openxmlformats.org/officeDocument/2006/relationships/image" Target="../media/image112.svg"/><Relationship Id="rId61" Type="http://schemas.openxmlformats.org/officeDocument/2006/relationships/image" Target="../media/image168.svg"/><Relationship Id="rId19" Type="http://schemas.openxmlformats.org/officeDocument/2006/relationships/image" Target="../media/image126.svg"/><Relationship Id="rId14" Type="http://schemas.openxmlformats.org/officeDocument/2006/relationships/image" Target="../media/image121.png"/><Relationship Id="rId22" Type="http://schemas.openxmlformats.org/officeDocument/2006/relationships/image" Target="../media/image129.png"/><Relationship Id="rId27" Type="http://schemas.openxmlformats.org/officeDocument/2006/relationships/image" Target="../media/image134.svg"/><Relationship Id="rId30" Type="http://schemas.openxmlformats.org/officeDocument/2006/relationships/image" Target="../media/image137.png"/><Relationship Id="rId35" Type="http://schemas.openxmlformats.org/officeDocument/2006/relationships/image" Target="../media/image142.svg"/><Relationship Id="rId43" Type="http://schemas.openxmlformats.org/officeDocument/2006/relationships/image" Target="../media/image150.svg"/><Relationship Id="rId48" Type="http://schemas.openxmlformats.org/officeDocument/2006/relationships/image" Target="../media/image155.png"/><Relationship Id="rId56" Type="http://schemas.openxmlformats.org/officeDocument/2006/relationships/image" Target="../media/image163.png"/><Relationship Id="rId8" Type="http://schemas.openxmlformats.org/officeDocument/2006/relationships/image" Target="../media/image115.png"/><Relationship Id="rId51" Type="http://schemas.openxmlformats.org/officeDocument/2006/relationships/image" Target="../media/image158.svg"/><Relationship Id="rId3" Type="http://schemas.openxmlformats.org/officeDocument/2006/relationships/image" Target="../media/image110.svg"/><Relationship Id="rId12" Type="http://schemas.openxmlformats.org/officeDocument/2006/relationships/image" Target="../media/image119.png"/><Relationship Id="rId17" Type="http://schemas.openxmlformats.org/officeDocument/2006/relationships/image" Target="../media/image124.svg"/><Relationship Id="rId25" Type="http://schemas.openxmlformats.org/officeDocument/2006/relationships/image" Target="../media/image132.svg"/><Relationship Id="rId33" Type="http://schemas.openxmlformats.org/officeDocument/2006/relationships/image" Target="../media/image140.svg"/><Relationship Id="rId38" Type="http://schemas.openxmlformats.org/officeDocument/2006/relationships/image" Target="../media/image145.png"/><Relationship Id="rId46" Type="http://schemas.openxmlformats.org/officeDocument/2006/relationships/image" Target="../media/image153.png"/><Relationship Id="rId59" Type="http://schemas.openxmlformats.org/officeDocument/2006/relationships/image" Target="../media/image166.svg"/><Relationship Id="rId20" Type="http://schemas.openxmlformats.org/officeDocument/2006/relationships/image" Target="../media/image127.png"/><Relationship Id="rId41" Type="http://schemas.openxmlformats.org/officeDocument/2006/relationships/image" Target="../media/image148.svg"/><Relationship Id="rId54" Type="http://schemas.openxmlformats.org/officeDocument/2006/relationships/image" Target="../media/image161.png"/><Relationship Id="rId62" Type="http://schemas.openxmlformats.org/officeDocument/2006/relationships/image" Target="../media/image5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3.png"/><Relationship Id="rId15" Type="http://schemas.openxmlformats.org/officeDocument/2006/relationships/image" Target="../media/image122.svg"/><Relationship Id="rId23" Type="http://schemas.openxmlformats.org/officeDocument/2006/relationships/image" Target="../media/image130.svg"/><Relationship Id="rId28" Type="http://schemas.openxmlformats.org/officeDocument/2006/relationships/image" Target="../media/image135.png"/><Relationship Id="rId36" Type="http://schemas.openxmlformats.org/officeDocument/2006/relationships/image" Target="../media/image143.png"/><Relationship Id="rId49" Type="http://schemas.openxmlformats.org/officeDocument/2006/relationships/image" Target="../media/image156.svg"/><Relationship Id="rId57" Type="http://schemas.openxmlformats.org/officeDocument/2006/relationships/image" Target="../media/image164.svg"/><Relationship Id="rId10" Type="http://schemas.openxmlformats.org/officeDocument/2006/relationships/image" Target="../media/image117.png"/><Relationship Id="rId31" Type="http://schemas.openxmlformats.org/officeDocument/2006/relationships/image" Target="../media/image138.svg"/><Relationship Id="rId44" Type="http://schemas.openxmlformats.org/officeDocument/2006/relationships/image" Target="../media/image151.png"/><Relationship Id="rId52" Type="http://schemas.openxmlformats.org/officeDocument/2006/relationships/image" Target="../media/image159.png"/><Relationship Id="rId60" Type="http://schemas.openxmlformats.org/officeDocument/2006/relationships/image" Target="../media/image167.png"/><Relationship Id="rId4" Type="http://schemas.openxmlformats.org/officeDocument/2006/relationships/image" Target="../media/image111.png"/><Relationship Id="rId9" Type="http://schemas.openxmlformats.org/officeDocument/2006/relationships/image" Target="../media/image116.svg"/></Relationships>
</file>

<file path=ppt/slideLayouts/_rels/slideLayout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3.png"/><Relationship Id="rId117" Type="http://schemas.openxmlformats.org/officeDocument/2006/relationships/image" Target="../media/image284.svg"/><Relationship Id="rId21" Type="http://schemas.openxmlformats.org/officeDocument/2006/relationships/image" Target="../media/image188.svg"/><Relationship Id="rId42" Type="http://schemas.openxmlformats.org/officeDocument/2006/relationships/image" Target="../media/image209.png"/><Relationship Id="rId47" Type="http://schemas.openxmlformats.org/officeDocument/2006/relationships/image" Target="../media/image214.svg"/><Relationship Id="rId63" Type="http://schemas.openxmlformats.org/officeDocument/2006/relationships/image" Target="../media/image230.svg"/><Relationship Id="rId68" Type="http://schemas.openxmlformats.org/officeDocument/2006/relationships/image" Target="../media/image235.png"/><Relationship Id="rId84" Type="http://schemas.openxmlformats.org/officeDocument/2006/relationships/image" Target="../media/image251.png"/><Relationship Id="rId89" Type="http://schemas.openxmlformats.org/officeDocument/2006/relationships/image" Target="../media/image256.svg"/><Relationship Id="rId112" Type="http://schemas.openxmlformats.org/officeDocument/2006/relationships/image" Target="../media/image279.png"/><Relationship Id="rId16" Type="http://schemas.openxmlformats.org/officeDocument/2006/relationships/image" Target="../media/image183.png"/><Relationship Id="rId107" Type="http://schemas.openxmlformats.org/officeDocument/2006/relationships/image" Target="../media/image274.svg"/><Relationship Id="rId11" Type="http://schemas.openxmlformats.org/officeDocument/2006/relationships/image" Target="../media/image178.svg"/><Relationship Id="rId32" Type="http://schemas.openxmlformats.org/officeDocument/2006/relationships/image" Target="../media/image199.png"/><Relationship Id="rId37" Type="http://schemas.openxmlformats.org/officeDocument/2006/relationships/image" Target="../media/image204.svg"/><Relationship Id="rId53" Type="http://schemas.openxmlformats.org/officeDocument/2006/relationships/image" Target="../media/image220.svg"/><Relationship Id="rId58" Type="http://schemas.openxmlformats.org/officeDocument/2006/relationships/image" Target="../media/image225.png"/><Relationship Id="rId74" Type="http://schemas.openxmlformats.org/officeDocument/2006/relationships/image" Target="../media/image241.png"/><Relationship Id="rId79" Type="http://schemas.openxmlformats.org/officeDocument/2006/relationships/image" Target="../media/image246.svg"/><Relationship Id="rId102" Type="http://schemas.openxmlformats.org/officeDocument/2006/relationships/image" Target="../media/image269.png"/><Relationship Id="rId5" Type="http://schemas.openxmlformats.org/officeDocument/2006/relationships/image" Target="../media/image172.svg"/><Relationship Id="rId90" Type="http://schemas.openxmlformats.org/officeDocument/2006/relationships/image" Target="../media/image257.png"/><Relationship Id="rId95" Type="http://schemas.openxmlformats.org/officeDocument/2006/relationships/image" Target="../media/image262.svg"/><Relationship Id="rId22" Type="http://schemas.openxmlformats.org/officeDocument/2006/relationships/image" Target="../media/image189.png"/><Relationship Id="rId27" Type="http://schemas.openxmlformats.org/officeDocument/2006/relationships/image" Target="../media/image194.svg"/><Relationship Id="rId43" Type="http://schemas.openxmlformats.org/officeDocument/2006/relationships/image" Target="../media/image210.svg"/><Relationship Id="rId48" Type="http://schemas.openxmlformats.org/officeDocument/2006/relationships/image" Target="../media/image215.png"/><Relationship Id="rId64" Type="http://schemas.openxmlformats.org/officeDocument/2006/relationships/image" Target="../media/image231.png"/><Relationship Id="rId69" Type="http://schemas.openxmlformats.org/officeDocument/2006/relationships/image" Target="../media/image236.svg"/><Relationship Id="rId113" Type="http://schemas.openxmlformats.org/officeDocument/2006/relationships/image" Target="../media/image280.svg"/><Relationship Id="rId118" Type="http://schemas.openxmlformats.org/officeDocument/2006/relationships/image" Target="../media/image285.png"/><Relationship Id="rId80" Type="http://schemas.openxmlformats.org/officeDocument/2006/relationships/image" Target="../media/image247.png"/><Relationship Id="rId85" Type="http://schemas.openxmlformats.org/officeDocument/2006/relationships/image" Target="../media/image252.svg"/><Relationship Id="rId12" Type="http://schemas.openxmlformats.org/officeDocument/2006/relationships/image" Target="../media/image179.png"/><Relationship Id="rId17" Type="http://schemas.openxmlformats.org/officeDocument/2006/relationships/image" Target="../media/image184.svg"/><Relationship Id="rId33" Type="http://schemas.openxmlformats.org/officeDocument/2006/relationships/image" Target="../media/image200.svg"/><Relationship Id="rId38" Type="http://schemas.openxmlformats.org/officeDocument/2006/relationships/image" Target="../media/image205.png"/><Relationship Id="rId59" Type="http://schemas.openxmlformats.org/officeDocument/2006/relationships/image" Target="../media/image226.svg"/><Relationship Id="rId103" Type="http://schemas.openxmlformats.org/officeDocument/2006/relationships/image" Target="../media/image270.svg"/><Relationship Id="rId108" Type="http://schemas.openxmlformats.org/officeDocument/2006/relationships/image" Target="../media/image275.png"/><Relationship Id="rId54" Type="http://schemas.openxmlformats.org/officeDocument/2006/relationships/image" Target="../media/image221.png"/><Relationship Id="rId70" Type="http://schemas.openxmlformats.org/officeDocument/2006/relationships/image" Target="../media/image237.png"/><Relationship Id="rId75" Type="http://schemas.openxmlformats.org/officeDocument/2006/relationships/image" Target="../media/image242.svg"/><Relationship Id="rId91" Type="http://schemas.openxmlformats.org/officeDocument/2006/relationships/image" Target="../media/image258.svg"/><Relationship Id="rId96" Type="http://schemas.openxmlformats.org/officeDocument/2006/relationships/image" Target="../media/image26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3.png"/><Relationship Id="rId23" Type="http://schemas.openxmlformats.org/officeDocument/2006/relationships/image" Target="../media/image190.svg"/><Relationship Id="rId28" Type="http://schemas.openxmlformats.org/officeDocument/2006/relationships/image" Target="../media/image195.png"/><Relationship Id="rId49" Type="http://schemas.openxmlformats.org/officeDocument/2006/relationships/image" Target="../media/image216.svg"/><Relationship Id="rId114" Type="http://schemas.openxmlformats.org/officeDocument/2006/relationships/image" Target="../media/image281.png"/><Relationship Id="rId119" Type="http://schemas.openxmlformats.org/officeDocument/2006/relationships/image" Target="../media/image286.svg"/><Relationship Id="rId10" Type="http://schemas.openxmlformats.org/officeDocument/2006/relationships/image" Target="../media/image177.png"/><Relationship Id="rId31" Type="http://schemas.openxmlformats.org/officeDocument/2006/relationships/image" Target="../media/image198.svg"/><Relationship Id="rId44" Type="http://schemas.openxmlformats.org/officeDocument/2006/relationships/image" Target="../media/image211.png"/><Relationship Id="rId52" Type="http://schemas.openxmlformats.org/officeDocument/2006/relationships/image" Target="../media/image219.png"/><Relationship Id="rId60" Type="http://schemas.openxmlformats.org/officeDocument/2006/relationships/image" Target="../media/image227.png"/><Relationship Id="rId65" Type="http://schemas.openxmlformats.org/officeDocument/2006/relationships/image" Target="../media/image232.svg"/><Relationship Id="rId73" Type="http://schemas.openxmlformats.org/officeDocument/2006/relationships/image" Target="../media/image240.svg"/><Relationship Id="rId78" Type="http://schemas.openxmlformats.org/officeDocument/2006/relationships/image" Target="../media/image245.png"/><Relationship Id="rId81" Type="http://schemas.openxmlformats.org/officeDocument/2006/relationships/image" Target="../media/image248.svg"/><Relationship Id="rId86" Type="http://schemas.openxmlformats.org/officeDocument/2006/relationships/image" Target="../media/image253.png"/><Relationship Id="rId94" Type="http://schemas.openxmlformats.org/officeDocument/2006/relationships/image" Target="../media/image261.png"/><Relationship Id="rId99" Type="http://schemas.openxmlformats.org/officeDocument/2006/relationships/image" Target="../media/image266.svg"/><Relationship Id="rId101" Type="http://schemas.openxmlformats.org/officeDocument/2006/relationships/image" Target="../media/image268.svg"/><Relationship Id="rId4" Type="http://schemas.openxmlformats.org/officeDocument/2006/relationships/image" Target="../media/image171.png"/><Relationship Id="rId9" Type="http://schemas.openxmlformats.org/officeDocument/2006/relationships/image" Target="../media/image176.svg"/><Relationship Id="rId13" Type="http://schemas.openxmlformats.org/officeDocument/2006/relationships/image" Target="../media/image180.svg"/><Relationship Id="rId18" Type="http://schemas.openxmlformats.org/officeDocument/2006/relationships/image" Target="../media/image185.png"/><Relationship Id="rId39" Type="http://schemas.openxmlformats.org/officeDocument/2006/relationships/image" Target="../media/image206.svg"/><Relationship Id="rId109" Type="http://schemas.openxmlformats.org/officeDocument/2006/relationships/image" Target="../media/image276.svg"/><Relationship Id="rId34" Type="http://schemas.openxmlformats.org/officeDocument/2006/relationships/image" Target="../media/image201.png"/><Relationship Id="rId50" Type="http://schemas.openxmlformats.org/officeDocument/2006/relationships/image" Target="../media/image217.png"/><Relationship Id="rId55" Type="http://schemas.openxmlformats.org/officeDocument/2006/relationships/image" Target="../media/image222.svg"/><Relationship Id="rId76" Type="http://schemas.openxmlformats.org/officeDocument/2006/relationships/image" Target="../media/image243.png"/><Relationship Id="rId97" Type="http://schemas.openxmlformats.org/officeDocument/2006/relationships/image" Target="../media/image264.svg"/><Relationship Id="rId104" Type="http://schemas.openxmlformats.org/officeDocument/2006/relationships/image" Target="../media/image271.png"/><Relationship Id="rId7" Type="http://schemas.openxmlformats.org/officeDocument/2006/relationships/image" Target="../media/image174.svg"/><Relationship Id="rId71" Type="http://schemas.openxmlformats.org/officeDocument/2006/relationships/image" Target="../media/image238.svg"/><Relationship Id="rId92" Type="http://schemas.openxmlformats.org/officeDocument/2006/relationships/image" Target="../media/image259.png"/><Relationship Id="rId2" Type="http://schemas.openxmlformats.org/officeDocument/2006/relationships/image" Target="../media/image169.png"/><Relationship Id="rId29" Type="http://schemas.openxmlformats.org/officeDocument/2006/relationships/image" Target="../media/image196.svg"/><Relationship Id="rId24" Type="http://schemas.openxmlformats.org/officeDocument/2006/relationships/image" Target="../media/image191.png"/><Relationship Id="rId40" Type="http://schemas.openxmlformats.org/officeDocument/2006/relationships/image" Target="../media/image207.png"/><Relationship Id="rId45" Type="http://schemas.openxmlformats.org/officeDocument/2006/relationships/image" Target="../media/image212.svg"/><Relationship Id="rId66" Type="http://schemas.openxmlformats.org/officeDocument/2006/relationships/image" Target="../media/image233.png"/><Relationship Id="rId87" Type="http://schemas.openxmlformats.org/officeDocument/2006/relationships/image" Target="../media/image254.svg"/><Relationship Id="rId110" Type="http://schemas.openxmlformats.org/officeDocument/2006/relationships/image" Target="../media/image277.png"/><Relationship Id="rId115" Type="http://schemas.openxmlformats.org/officeDocument/2006/relationships/image" Target="../media/image282.svg"/><Relationship Id="rId61" Type="http://schemas.openxmlformats.org/officeDocument/2006/relationships/image" Target="../media/image228.svg"/><Relationship Id="rId82" Type="http://schemas.openxmlformats.org/officeDocument/2006/relationships/image" Target="../media/image249.png"/><Relationship Id="rId19" Type="http://schemas.openxmlformats.org/officeDocument/2006/relationships/image" Target="../media/image186.svg"/><Relationship Id="rId14" Type="http://schemas.openxmlformats.org/officeDocument/2006/relationships/image" Target="../media/image181.png"/><Relationship Id="rId30" Type="http://schemas.openxmlformats.org/officeDocument/2006/relationships/image" Target="../media/image197.png"/><Relationship Id="rId35" Type="http://schemas.openxmlformats.org/officeDocument/2006/relationships/image" Target="../media/image202.svg"/><Relationship Id="rId56" Type="http://schemas.openxmlformats.org/officeDocument/2006/relationships/image" Target="../media/image223.png"/><Relationship Id="rId77" Type="http://schemas.openxmlformats.org/officeDocument/2006/relationships/image" Target="../media/image244.svg"/><Relationship Id="rId100" Type="http://schemas.openxmlformats.org/officeDocument/2006/relationships/image" Target="../media/image267.png"/><Relationship Id="rId105" Type="http://schemas.openxmlformats.org/officeDocument/2006/relationships/image" Target="../media/image272.svg"/><Relationship Id="rId8" Type="http://schemas.openxmlformats.org/officeDocument/2006/relationships/image" Target="../media/image175.png"/><Relationship Id="rId51" Type="http://schemas.openxmlformats.org/officeDocument/2006/relationships/image" Target="../media/image218.svg"/><Relationship Id="rId72" Type="http://schemas.openxmlformats.org/officeDocument/2006/relationships/image" Target="../media/image239.png"/><Relationship Id="rId93" Type="http://schemas.openxmlformats.org/officeDocument/2006/relationships/image" Target="../media/image260.svg"/><Relationship Id="rId98" Type="http://schemas.openxmlformats.org/officeDocument/2006/relationships/image" Target="../media/image265.png"/><Relationship Id="rId3" Type="http://schemas.openxmlformats.org/officeDocument/2006/relationships/image" Target="../media/image170.svg"/><Relationship Id="rId25" Type="http://schemas.openxmlformats.org/officeDocument/2006/relationships/image" Target="../media/image192.svg"/><Relationship Id="rId46" Type="http://schemas.openxmlformats.org/officeDocument/2006/relationships/image" Target="../media/image213.png"/><Relationship Id="rId67" Type="http://schemas.openxmlformats.org/officeDocument/2006/relationships/image" Target="../media/image234.svg"/><Relationship Id="rId116" Type="http://schemas.openxmlformats.org/officeDocument/2006/relationships/image" Target="../media/image283.png"/><Relationship Id="rId20" Type="http://schemas.openxmlformats.org/officeDocument/2006/relationships/image" Target="../media/image187.png"/><Relationship Id="rId41" Type="http://schemas.openxmlformats.org/officeDocument/2006/relationships/image" Target="../media/image208.svg"/><Relationship Id="rId62" Type="http://schemas.openxmlformats.org/officeDocument/2006/relationships/image" Target="../media/image229.png"/><Relationship Id="rId83" Type="http://schemas.openxmlformats.org/officeDocument/2006/relationships/image" Target="../media/image250.svg"/><Relationship Id="rId88" Type="http://schemas.openxmlformats.org/officeDocument/2006/relationships/image" Target="../media/image255.png"/><Relationship Id="rId111" Type="http://schemas.openxmlformats.org/officeDocument/2006/relationships/image" Target="../media/image278.svg"/><Relationship Id="rId15" Type="http://schemas.openxmlformats.org/officeDocument/2006/relationships/image" Target="../media/image182.svg"/><Relationship Id="rId36" Type="http://schemas.openxmlformats.org/officeDocument/2006/relationships/image" Target="../media/image203.png"/><Relationship Id="rId57" Type="http://schemas.openxmlformats.org/officeDocument/2006/relationships/image" Target="../media/image224.svg"/><Relationship Id="rId106" Type="http://schemas.openxmlformats.org/officeDocument/2006/relationships/image" Target="../media/image273.png"/></Relationships>
</file>

<file path=ppt/slideLayouts/_rels/slideLayout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11.png"/><Relationship Id="rId21" Type="http://schemas.openxmlformats.org/officeDocument/2006/relationships/image" Target="../media/image306.svg"/><Relationship Id="rId42" Type="http://schemas.openxmlformats.org/officeDocument/2006/relationships/image" Target="../media/image327.png"/><Relationship Id="rId47" Type="http://schemas.openxmlformats.org/officeDocument/2006/relationships/image" Target="../media/image332.svg"/><Relationship Id="rId63" Type="http://schemas.openxmlformats.org/officeDocument/2006/relationships/image" Target="../media/image348.svg"/><Relationship Id="rId68" Type="http://schemas.openxmlformats.org/officeDocument/2006/relationships/image" Target="../media/image353.png"/><Relationship Id="rId2" Type="http://schemas.openxmlformats.org/officeDocument/2006/relationships/image" Target="../media/image287.png"/><Relationship Id="rId16" Type="http://schemas.openxmlformats.org/officeDocument/2006/relationships/image" Target="../media/image301.png"/><Relationship Id="rId29" Type="http://schemas.openxmlformats.org/officeDocument/2006/relationships/image" Target="../media/image314.svg"/><Relationship Id="rId11" Type="http://schemas.openxmlformats.org/officeDocument/2006/relationships/image" Target="../media/image296.svg"/><Relationship Id="rId24" Type="http://schemas.openxmlformats.org/officeDocument/2006/relationships/image" Target="../media/image309.png"/><Relationship Id="rId32" Type="http://schemas.openxmlformats.org/officeDocument/2006/relationships/image" Target="../media/image317.png"/><Relationship Id="rId37" Type="http://schemas.openxmlformats.org/officeDocument/2006/relationships/image" Target="../media/image322.svg"/><Relationship Id="rId40" Type="http://schemas.openxmlformats.org/officeDocument/2006/relationships/image" Target="../media/image325.png"/><Relationship Id="rId45" Type="http://schemas.openxmlformats.org/officeDocument/2006/relationships/image" Target="../media/image330.svg"/><Relationship Id="rId53" Type="http://schemas.openxmlformats.org/officeDocument/2006/relationships/image" Target="../media/image338.svg"/><Relationship Id="rId58" Type="http://schemas.openxmlformats.org/officeDocument/2006/relationships/image" Target="../media/image343.png"/><Relationship Id="rId66" Type="http://schemas.openxmlformats.org/officeDocument/2006/relationships/image" Target="../media/image351.png"/><Relationship Id="rId5" Type="http://schemas.openxmlformats.org/officeDocument/2006/relationships/image" Target="../media/image290.svg"/><Relationship Id="rId61" Type="http://schemas.openxmlformats.org/officeDocument/2006/relationships/image" Target="../media/image346.svg"/><Relationship Id="rId19" Type="http://schemas.openxmlformats.org/officeDocument/2006/relationships/image" Target="../media/image304.svg"/><Relationship Id="rId14" Type="http://schemas.openxmlformats.org/officeDocument/2006/relationships/image" Target="../media/image299.png"/><Relationship Id="rId22" Type="http://schemas.openxmlformats.org/officeDocument/2006/relationships/image" Target="../media/image307.png"/><Relationship Id="rId27" Type="http://schemas.openxmlformats.org/officeDocument/2006/relationships/image" Target="../media/image312.svg"/><Relationship Id="rId30" Type="http://schemas.openxmlformats.org/officeDocument/2006/relationships/image" Target="../media/image315.png"/><Relationship Id="rId35" Type="http://schemas.openxmlformats.org/officeDocument/2006/relationships/image" Target="../media/image320.svg"/><Relationship Id="rId43" Type="http://schemas.openxmlformats.org/officeDocument/2006/relationships/image" Target="../media/image328.svg"/><Relationship Id="rId48" Type="http://schemas.openxmlformats.org/officeDocument/2006/relationships/image" Target="../media/image333.png"/><Relationship Id="rId56" Type="http://schemas.openxmlformats.org/officeDocument/2006/relationships/image" Target="../media/image341.png"/><Relationship Id="rId64" Type="http://schemas.openxmlformats.org/officeDocument/2006/relationships/image" Target="../media/image349.png"/><Relationship Id="rId69" Type="http://schemas.openxmlformats.org/officeDocument/2006/relationships/image" Target="../media/image354.svg"/><Relationship Id="rId8" Type="http://schemas.openxmlformats.org/officeDocument/2006/relationships/image" Target="../media/image293.png"/><Relationship Id="rId51" Type="http://schemas.openxmlformats.org/officeDocument/2006/relationships/image" Target="../media/image336.svg"/><Relationship Id="rId72" Type="http://schemas.openxmlformats.org/officeDocument/2006/relationships/image" Target="../media/image357.png"/><Relationship Id="rId3" Type="http://schemas.openxmlformats.org/officeDocument/2006/relationships/image" Target="../media/image288.svg"/><Relationship Id="rId12" Type="http://schemas.openxmlformats.org/officeDocument/2006/relationships/image" Target="../media/image297.png"/><Relationship Id="rId17" Type="http://schemas.openxmlformats.org/officeDocument/2006/relationships/image" Target="../media/image302.svg"/><Relationship Id="rId25" Type="http://schemas.openxmlformats.org/officeDocument/2006/relationships/image" Target="../media/image310.svg"/><Relationship Id="rId33" Type="http://schemas.openxmlformats.org/officeDocument/2006/relationships/image" Target="../media/image318.svg"/><Relationship Id="rId38" Type="http://schemas.openxmlformats.org/officeDocument/2006/relationships/image" Target="../media/image323.png"/><Relationship Id="rId46" Type="http://schemas.openxmlformats.org/officeDocument/2006/relationships/image" Target="../media/image331.png"/><Relationship Id="rId59" Type="http://schemas.openxmlformats.org/officeDocument/2006/relationships/image" Target="../media/image344.svg"/><Relationship Id="rId67" Type="http://schemas.openxmlformats.org/officeDocument/2006/relationships/image" Target="../media/image352.svg"/><Relationship Id="rId20" Type="http://schemas.openxmlformats.org/officeDocument/2006/relationships/image" Target="../media/image305.png"/><Relationship Id="rId41" Type="http://schemas.openxmlformats.org/officeDocument/2006/relationships/image" Target="../media/image326.svg"/><Relationship Id="rId54" Type="http://schemas.openxmlformats.org/officeDocument/2006/relationships/image" Target="../media/image339.png"/><Relationship Id="rId62" Type="http://schemas.openxmlformats.org/officeDocument/2006/relationships/image" Target="../media/image347.png"/><Relationship Id="rId70" Type="http://schemas.openxmlformats.org/officeDocument/2006/relationships/image" Target="../media/image35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1.png"/><Relationship Id="rId15" Type="http://schemas.openxmlformats.org/officeDocument/2006/relationships/image" Target="../media/image300.svg"/><Relationship Id="rId23" Type="http://schemas.openxmlformats.org/officeDocument/2006/relationships/image" Target="../media/image308.svg"/><Relationship Id="rId28" Type="http://schemas.openxmlformats.org/officeDocument/2006/relationships/image" Target="../media/image313.png"/><Relationship Id="rId36" Type="http://schemas.openxmlformats.org/officeDocument/2006/relationships/image" Target="../media/image321.png"/><Relationship Id="rId49" Type="http://schemas.openxmlformats.org/officeDocument/2006/relationships/image" Target="../media/image334.svg"/><Relationship Id="rId57" Type="http://schemas.openxmlformats.org/officeDocument/2006/relationships/image" Target="../media/image342.svg"/><Relationship Id="rId10" Type="http://schemas.openxmlformats.org/officeDocument/2006/relationships/image" Target="../media/image295.png"/><Relationship Id="rId31" Type="http://schemas.openxmlformats.org/officeDocument/2006/relationships/image" Target="../media/image316.svg"/><Relationship Id="rId44" Type="http://schemas.openxmlformats.org/officeDocument/2006/relationships/image" Target="../media/image329.png"/><Relationship Id="rId52" Type="http://schemas.openxmlformats.org/officeDocument/2006/relationships/image" Target="../media/image337.png"/><Relationship Id="rId60" Type="http://schemas.openxmlformats.org/officeDocument/2006/relationships/image" Target="../media/image345.png"/><Relationship Id="rId65" Type="http://schemas.openxmlformats.org/officeDocument/2006/relationships/image" Target="../media/image350.svg"/><Relationship Id="rId73" Type="http://schemas.openxmlformats.org/officeDocument/2006/relationships/image" Target="../media/image358.svg"/><Relationship Id="rId4" Type="http://schemas.openxmlformats.org/officeDocument/2006/relationships/image" Target="../media/image289.png"/><Relationship Id="rId9" Type="http://schemas.openxmlformats.org/officeDocument/2006/relationships/image" Target="../media/image294.svg"/><Relationship Id="rId13" Type="http://schemas.openxmlformats.org/officeDocument/2006/relationships/image" Target="../media/image298.svg"/><Relationship Id="rId18" Type="http://schemas.openxmlformats.org/officeDocument/2006/relationships/image" Target="../media/image303.png"/><Relationship Id="rId39" Type="http://schemas.openxmlformats.org/officeDocument/2006/relationships/image" Target="../media/image324.svg"/><Relationship Id="rId34" Type="http://schemas.openxmlformats.org/officeDocument/2006/relationships/image" Target="../media/image319.png"/><Relationship Id="rId50" Type="http://schemas.openxmlformats.org/officeDocument/2006/relationships/image" Target="../media/image335.png"/><Relationship Id="rId55" Type="http://schemas.openxmlformats.org/officeDocument/2006/relationships/image" Target="../media/image340.svg"/><Relationship Id="rId7" Type="http://schemas.openxmlformats.org/officeDocument/2006/relationships/image" Target="../media/image292.svg"/><Relationship Id="rId71" Type="http://schemas.openxmlformats.org/officeDocument/2006/relationships/image" Target="../media/image35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651" y="3571875"/>
            <a:ext cx="17145000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0FF1A4-E5E8-E342-E9AA-1F2E73A3F3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0925" y="8351775"/>
            <a:ext cx="17400038" cy="914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 dirty="0"/>
              <a:t>Optionaler Zusatztext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4" name="Textplatzhalter 3">
            <a:extLst>
              <a:ext uri="{FF2B5EF4-FFF2-40B4-BE49-F238E27FC236}">
                <a16:creationId xmlns:a16="http://schemas.microsoft.com/office/drawing/2014/main" id="{D9089E71-C91B-439A-7E0D-91F767E151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651" y="5172075"/>
            <a:ext cx="17297399" cy="914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 dirty="0"/>
              <a:t>Unterüberschrift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4185386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6" userDrawn="1">
          <p15:clr>
            <a:srgbClr val="FBAE40"/>
          </p15:clr>
        </p15:guide>
        <p15:guide id="2" pos="66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5206" y="4837187"/>
            <a:ext cx="17145000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NEUER ABSCHNITT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432700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6" userDrawn="1">
          <p15:clr>
            <a:srgbClr val="FBAE40"/>
          </p15:clr>
        </p15:guide>
        <p15:guide id="2" pos="70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DD67BA82-50DF-860B-4DAB-6199A3610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2EF2888-4A07-6822-BC58-48DE52390A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4887" y="2460625"/>
            <a:ext cx="18119725" cy="75612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283954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870">
          <p15:clr>
            <a:srgbClr val="FBAE40"/>
          </p15:clr>
        </p15:guide>
        <p15:guide id="4" orient="horz" pos="1550">
          <p15:clr>
            <a:srgbClr val="FBAE40"/>
          </p15:clr>
        </p15:guide>
        <p15:guide id="5" orient="horz" pos="6313">
          <p15:clr>
            <a:srgbClr val="FBAE40"/>
          </p15:clr>
        </p15:guide>
        <p15:guide id="6" pos="3293" userDrawn="1">
          <p15:clr>
            <a:srgbClr val="FBAE40"/>
          </p15:clr>
        </p15:guide>
        <p15:guide id="7" pos="1109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18145570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buFont typeface="Arial" panose="020B0604020202020204" pitchFamily="34" charset="0"/>
              <a:buNone/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540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lang="de-AT" sz="3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>
              <a:defRPr lang="de-AT" sz="2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388E846-214F-2171-C9A3-B99231BFA0C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353612" y="2461048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>
              <a:defRPr lang="de-AT" sz="2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5A4E626C-BF99-D1AE-62AC-17343085F7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011DEACC-F6F4-21EE-1331-99FFB0B984A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11" name="Holder 4">
            <a:extLst>
              <a:ext uri="{FF2B5EF4-FFF2-40B4-BE49-F238E27FC236}">
                <a16:creationId xmlns:a16="http://schemas.microsoft.com/office/drawing/2014/main" id="{1D0ACAC1-6EB0-E7AD-2919-FF7A71020501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 dirty="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F818B0CB-0C5B-0006-441C-6577F0AB69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8571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latinLnBrk="1"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latinLnBrk="1">
              <a:defRPr sz="2800">
                <a:solidFill>
                  <a:schemeClr val="bg1"/>
                </a:solidFill>
              </a:defRPr>
            </a:lvl2pPr>
            <a:lvl3pPr latinLnBrk="1">
              <a:defRPr sz="2400">
                <a:solidFill>
                  <a:schemeClr val="bg1"/>
                </a:solidFill>
              </a:defRPr>
            </a:lvl3pPr>
            <a:lvl4pPr latinLnBrk="1"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388E846-214F-2171-C9A3-B99231BFA0C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436602" y="2461048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marL="0" marR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 i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lang="de-AT" sz="28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2pPr>
            <a:lvl3pPr>
              <a:defRPr lang="de-AT" sz="24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3pPr>
            <a:lvl4pPr>
              <a:defRPr lang="de-AT" sz="20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4pPr>
          </a:lstStyle>
          <a:p>
            <a:r>
              <a:rPr lang="de-AT" dirty="0"/>
              <a:t>Text hinzufügen</a:t>
            </a:r>
          </a:p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AT" dirty="0"/>
          </a:p>
          <a:p>
            <a:endParaRPr lang="de-AT" dirty="0"/>
          </a:p>
          <a:p>
            <a:endParaRPr dirty="0"/>
          </a:p>
        </p:txBody>
      </p:sp>
      <p:sp>
        <p:nvSpPr>
          <p:cNvPr id="16" name="Holder 3">
            <a:extLst>
              <a:ext uri="{FF2B5EF4-FFF2-40B4-BE49-F238E27FC236}">
                <a16:creationId xmlns:a16="http://schemas.microsoft.com/office/drawing/2014/main" id="{4648E570-02A9-8D1A-9A99-C60139E9D72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222672" y="2461048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marL="0" marR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de-AT" sz="24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de-AT" sz="20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17" name="Holder 2">
            <a:extLst>
              <a:ext uri="{FF2B5EF4-FFF2-40B4-BE49-F238E27FC236}">
                <a16:creationId xmlns:a16="http://schemas.microsoft.com/office/drawing/2014/main" id="{4D754149-893F-CAB9-A3E1-DC7D169E40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8" name="Holder 3">
            <a:extLst>
              <a:ext uri="{FF2B5EF4-FFF2-40B4-BE49-F238E27FC236}">
                <a16:creationId xmlns:a16="http://schemas.microsoft.com/office/drawing/2014/main" id="{558E528A-5EF9-0AAB-C345-0B6BB9D44AE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19" name="Holder 4">
            <a:extLst>
              <a:ext uri="{FF2B5EF4-FFF2-40B4-BE49-F238E27FC236}">
                <a16:creationId xmlns:a16="http://schemas.microsoft.com/office/drawing/2014/main" id="{A7C16352-0FD5-B157-DF83-E05420BE531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 dirty="0"/>
          </a:p>
        </p:txBody>
      </p:sp>
      <p:sp>
        <p:nvSpPr>
          <p:cNvPr id="20" name="Holder 5">
            <a:extLst>
              <a:ext uri="{FF2B5EF4-FFF2-40B4-BE49-F238E27FC236}">
                <a16:creationId xmlns:a16="http://schemas.microsoft.com/office/drawing/2014/main" id="{224E43AC-533A-4DCA-92E4-C9EF34B711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8959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  <p15:guide id="6" pos="4200">
          <p15:clr>
            <a:srgbClr val="FBAE40"/>
          </p15:clr>
        </p15:guide>
        <p15:guide id="7" pos="8464">
          <p15:clr>
            <a:srgbClr val="FBAE40"/>
          </p15:clr>
        </p15:guide>
        <p15:guide id="8" pos="4563">
          <p15:clr>
            <a:srgbClr val="FBAE40"/>
          </p15:clr>
        </p15:guide>
        <p15:guide id="9" pos="810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Content + Multimedi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75838" y="2460625"/>
            <a:ext cx="8745283" cy="7559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sz="2800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2400">
                <a:solidFill>
                  <a:schemeClr val="bg1"/>
                </a:solidFill>
                <a:latin typeface="Helvetica" pitchFamily="2" charset="0"/>
              </a:defRPr>
            </a:lvl3pPr>
            <a:lvl4pPr>
              <a:defRPr sz="2000">
                <a:solidFill>
                  <a:schemeClr val="bg1"/>
                </a:solidFill>
                <a:latin typeface="Helvetica" pitchFamily="2" charset="0"/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7ADF31C3-4247-255E-4FFE-E58A91AA20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6C09CE1C-E5B2-EB7B-852A-0D5A9F2B0FF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11" name="Holder 4">
            <a:extLst>
              <a:ext uri="{FF2B5EF4-FFF2-40B4-BE49-F238E27FC236}">
                <a16:creationId xmlns:a16="http://schemas.microsoft.com/office/drawing/2014/main" id="{A9DAC673-B748-8FFD-B922-3513C00E61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 dirty="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8A989426-AEA5-BBC3-B901-36B0834105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1246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DD67BA82-50DF-860B-4DAB-6199A3610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646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870">
          <p15:clr>
            <a:srgbClr val="FBAE40"/>
          </p15:clr>
        </p15:guide>
        <p15:guide id="4" orient="horz" pos="1550">
          <p15:clr>
            <a:srgbClr val="FBAE40"/>
          </p15:clr>
        </p15:guide>
        <p15:guide id="5" orient="horz" pos="6313">
          <p15:clr>
            <a:srgbClr val="FBAE40"/>
          </p15:clr>
        </p15:guide>
        <p15:guide id="6" pos="3293" userDrawn="1">
          <p15:clr>
            <a:srgbClr val="FBAE40"/>
          </p15:clr>
        </p15:guide>
        <p15:guide id="7" pos="937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D8A3C0C5-ED4F-557D-11EF-74B4301194B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4">
            <a:extLst>
              <a:ext uri="{FF2B5EF4-FFF2-40B4-BE49-F238E27FC236}">
                <a16:creationId xmlns:a16="http://schemas.microsoft.com/office/drawing/2014/main" id="{16D0F147-E9CE-56AA-024D-C2F3D44AD3B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 dirty="0"/>
          </a:p>
        </p:txBody>
      </p:sp>
      <p:sp>
        <p:nvSpPr>
          <p:cNvPr id="7" name="Holder 5">
            <a:extLst>
              <a:ext uri="{FF2B5EF4-FFF2-40B4-BE49-F238E27FC236}">
                <a16:creationId xmlns:a16="http://schemas.microsoft.com/office/drawing/2014/main" id="{67091565-3B12-2503-3A93-ED18C1588F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639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but NO 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5205" y="4837187"/>
            <a:ext cx="17949407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FINALE WORTE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Holder 3">
            <a:extLst>
              <a:ext uri="{FF2B5EF4-FFF2-40B4-BE49-F238E27FC236}">
                <a16:creationId xmlns:a16="http://schemas.microsoft.com/office/drawing/2014/main" id="{136DB7B2-2AEB-1B5D-4AD8-00980763D9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75034" y="6637387"/>
            <a:ext cx="17749578" cy="3337024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25000"/>
              </a:lnSpc>
              <a:buFontTx/>
              <a:buNone/>
              <a:defRPr sz="3400" b="0" i="0" dirty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sz="2800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Eventuell weitere Hinweise wie </a:t>
            </a:r>
          </a:p>
          <a:p>
            <a:pPr lvl="1"/>
            <a:r>
              <a:rPr lang="de-AT" dirty="0"/>
              <a:t>Handlungsaufforderungen</a:t>
            </a:r>
          </a:p>
          <a:p>
            <a:pPr lvl="1"/>
            <a:r>
              <a:rPr lang="de-AT" dirty="0"/>
              <a:t>Downloadbare Ressourcen oder Literatur</a:t>
            </a:r>
          </a:p>
          <a:p>
            <a:pPr lvl="1"/>
            <a:r>
              <a:rPr lang="de-AT" dirty="0"/>
              <a:t>QR-Code, Ausblick oder finaler Humor…</a:t>
            </a:r>
          </a:p>
        </p:txBody>
      </p:sp>
    </p:spTree>
    <p:extLst>
      <p:ext uri="{BB962C8B-B14F-4D97-AF65-F5344CB8AC3E}">
        <p14:creationId xmlns:p14="http://schemas.microsoft.com/office/powerpoint/2010/main" val="286048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313" userDrawn="1">
          <p15:clr>
            <a:srgbClr val="FBAE40"/>
          </p15:clr>
        </p15:guide>
        <p15:guide id="2" pos="707" userDrawn="1">
          <p15:clr>
            <a:srgbClr val="FBAE40"/>
          </p15:clr>
        </p15:guide>
        <p15:guide id="3" pos="1204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 Schriftart, BULME Far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CI: Schriftarten, Farben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18145570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buFont typeface="Arial" panose="020B0604020202020204" pitchFamily="34" charset="0"/>
              <a:buNone/>
              <a:defRPr sz="32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pPr>
              <a:lnSpc>
                <a:spcPct val="115000"/>
              </a:lnSpc>
            </a:pP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BULME Schriftart: 	Helvetica </a:t>
            </a:r>
            <a:b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Bulme</a:t>
            </a: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-Blau:		HEX	#102D41</a:t>
            </a:r>
          </a:p>
          <a:p>
            <a:pPr>
              <a:lnSpc>
                <a:spcPct val="115000"/>
              </a:lnSpc>
            </a:pP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16 │45│65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FFE32C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WING:			HEX	#FFE32C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FFE32C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255 │227│44</a:t>
            </a: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DE5528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Elektrotechnik:</a:t>
            </a:r>
            <a:r>
              <a:rPr lang="de-AT" dirty="0">
                <a:solidFill>
                  <a:srgbClr val="DE552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de-AT" dirty="0">
                <a:solidFill>
                  <a:srgbClr val="DE5528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	#DE5528</a:t>
            </a:r>
          </a:p>
          <a:p>
            <a:pPr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4298950" algn="l"/>
              </a:tabLst>
            </a:pPr>
            <a:r>
              <a:rPr lang="de-AT" dirty="0">
                <a:solidFill>
                  <a:srgbClr val="DE5528"/>
                </a:solidFill>
                <a:cs typeface="Times New Roman" panose="02020603050405020304" pitchFamily="18" charset="0"/>
              </a:rPr>
              <a:t>					             RGB 222 │85│40</a:t>
            </a: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A2CB3E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Elektronik:			HEX	#A2CB3E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A2CB3E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162 │203│62</a:t>
            </a: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7BB7E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Maschinenbau:		HEX	#7BB7E5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7BB7E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123 │183│229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038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 Logos, Symbo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CI: Logos und Symbole zum kopieren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pic>
        <p:nvPicPr>
          <p:cNvPr id="34" name="Grafik 33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0858975-A949-6BF1-5C52-669B5DCFB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628" y="2820963"/>
            <a:ext cx="7772400" cy="212542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60BE52C-BFE1-0333-109C-D645A6EA82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072" y="2526980"/>
            <a:ext cx="720000" cy="72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A5CFCF8-9979-89FF-8ABA-46DFF0D741E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85205" y="2598980"/>
            <a:ext cx="720000" cy="576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5BA65C4-A21B-96D8-C8A5-E756029A610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25024" y="2598980"/>
            <a:ext cx="720000" cy="576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B5310F-F26B-ECAB-8E63-0F38230DE45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45205" y="2531579"/>
            <a:ext cx="720000" cy="72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6893947-3029-0FAB-82D6-0F74BEBFBF9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88452" y="2642435"/>
            <a:ext cx="720000" cy="576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D1A942D-3B2A-F3FB-99C6-33125DB6370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31699" y="2598980"/>
            <a:ext cx="720000" cy="72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9ED5752-66FB-08DF-AA8E-F2F154A61B7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65197" y="2642435"/>
            <a:ext cx="720000" cy="72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07BE9122-9205-D294-5601-D714FDF383D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98695" y="2742980"/>
            <a:ext cx="720000" cy="576000"/>
          </a:xfrm>
          <a:prstGeom prst="rect">
            <a:avLst/>
          </a:prstGeom>
        </p:spPr>
      </p:pic>
      <p:pic>
        <p:nvPicPr>
          <p:cNvPr id="25" name="Grafik 24" descr="Ein Bild, das Muster, Rechteck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8C984062-F744-A786-0F84-40D93D09E5A0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628" y="5845299"/>
            <a:ext cx="3352800" cy="33401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C05F0FFF-3C4B-2D63-47A8-48FA94DB5D1D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32050" y="2642435"/>
            <a:ext cx="720000" cy="72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73EAE80F-521C-056E-F07D-70679A7A588A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255130" y="6086599"/>
            <a:ext cx="2857500" cy="285750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629625EF-F18F-678D-70BA-15A324AE9318}"/>
              </a:ext>
            </a:extLst>
          </p:cNvPr>
          <p:cNvSpPr txBox="1"/>
          <p:nvPr userDrawn="1"/>
        </p:nvSpPr>
        <p:spPr>
          <a:xfrm>
            <a:off x="1383071" y="9185399"/>
            <a:ext cx="582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BULME EL QR-Code (weiß / schwarz</a:t>
            </a: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F19410B0-3523-2237-08A8-D6B306FA935C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352847" y="6086599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940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Menschen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2D38797-2CED-D0B2-76F3-E7672D160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8714" y="3097833"/>
            <a:ext cx="1080000" cy="10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42D7C0A-169A-99AD-0E6E-8BA861772A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8235" y="5871108"/>
            <a:ext cx="1080000" cy="108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8CCB0C2-B292-FF58-590E-9445AFC2141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2064" y="3142410"/>
            <a:ext cx="1080000" cy="108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32D90A3-9631-7148-DAF2-AEA501020FD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2064" y="3142410"/>
            <a:ext cx="1080000" cy="108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93E0487-5A4A-8153-6093-A3777961660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138796" y="5879492"/>
            <a:ext cx="1080000" cy="108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FDF4B646-936B-8447-79EB-5A08682C4E02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82064" y="3142410"/>
            <a:ext cx="1080000" cy="108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F394D8BB-99B6-0637-2855-D169C0E6841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09607" y="3182235"/>
            <a:ext cx="1080000" cy="108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73D16725-DB21-2039-93DB-3F8CEB5C113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56112" y="3182235"/>
            <a:ext cx="1080000" cy="108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D56B575E-C10B-2B33-F217-E9BF7D1741A6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87600" y="3142410"/>
            <a:ext cx="1080000" cy="10800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C30689F6-E6C5-5FDD-FDD5-4EC30CB8677B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406896" y="3077110"/>
            <a:ext cx="1080000" cy="108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29776758-634D-D743-9655-C287DE806223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2138796" y="3177435"/>
            <a:ext cx="1080000" cy="108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964D6F53-A497-AF53-F317-71A6996C246F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827780" y="5932810"/>
            <a:ext cx="1080000" cy="108000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35A15CB2-50AE-FE32-8D69-8ABE0B2C4512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4674996" y="3077110"/>
            <a:ext cx="1080000" cy="108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EBD4E65D-DFC0-2FD8-596C-8F1675EBF5FD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8379328" y="3077110"/>
            <a:ext cx="1080000" cy="108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DA7BB369-55A4-3208-0153-09D3515818AC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5943096" y="3077110"/>
            <a:ext cx="1080000" cy="1080000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AC31D608-D640-8D3E-25F7-DF1726344356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7153160" y="3077110"/>
            <a:ext cx="1080000" cy="108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D2DE2B60-0198-0ADC-B7DD-19761A9516C6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71114" y="4502823"/>
            <a:ext cx="1080000" cy="108000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0ACAFBE0-FBAC-ED73-6F3E-7252808E1BD6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002064" y="4488198"/>
            <a:ext cx="1080000" cy="1080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7C0576E3-64D6-14C6-5AA8-1C47405A625D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951114" y="4502823"/>
            <a:ext cx="1080000" cy="108000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EE8CEEA6-C5C7-14DF-D518-E4C2092495A0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450576" y="4488198"/>
            <a:ext cx="1080000" cy="108000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0162998-20AE-184E-8156-EC60B2DDAFBC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053014" y="4502823"/>
            <a:ext cx="1080000" cy="10800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4E7C86CE-3A8E-0DD0-9169-6BDDCA65BD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22349" y="4430009"/>
            <a:ext cx="1080000" cy="1080000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97B608BF-080B-EA2F-A264-82393274E3E5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848138" y="4388767"/>
            <a:ext cx="1080000" cy="10800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CE7F21CB-CE6C-0D0A-4EA7-A3A8B4176DB3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7008430" y="4455360"/>
            <a:ext cx="1080000" cy="1080000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387223CC-2686-E6C3-14AE-DD5C0C444197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784337" y="3077110"/>
            <a:ext cx="1080000" cy="1080000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C9D1C9FA-87CA-B868-D58D-61C0E4F64698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777690" y="5871108"/>
            <a:ext cx="1080000" cy="1080000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39E97EC5-5185-4E66-D477-22D8EAD35AF5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0870696" y="3097833"/>
            <a:ext cx="1080000" cy="108000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DC7DC153-50AC-06B3-A35E-4E6DDBFB609C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443719" y="5899311"/>
            <a:ext cx="1080000" cy="108000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0E4ED5AC-A2A2-8D25-C679-F2136D97F800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951114" y="5932810"/>
            <a:ext cx="1080000" cy="10800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476F4A78-1C7F-0670-10CA-08AF820B9EFE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962398" y="5999385"/>
            <a:ext cx="1080000" cy="1080000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E751A64D-8F97-194A-8C5F-9EB6E79EA826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8004751" y="5879492"/>
            <a:ext cx="1080000" cy="1080000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4E409635-59A2-AB48-F94D-D888C46BBDD6}"/>
              </a:ext>
            </a:extLst>
          </p:cNvPr>
          <p:cNvPicPr>
            <a:picLocks noChangeAspect="1"/>
          </p:cNvPicPr>
          <p:nvPr userDrawn="1"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4113114" y="5932810"/>
            <a:ext cx="1080000" cy="1080000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B6B806C2-36EB-BDC0-F196-194C8CCFB144}"/>
              </a:ext>
            </a:extLst>
          </p:cNvPr>
          <p:cNvPicPr>
            <a:picLocks noChangeAspect="1"/>
          </p:cNvPicPr>
          <p:nvPr userDrawn="1"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8300592" y="4456597"/>
            <a:ext cx="1080000" cy="10800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0F3B0CA4-F705-4DF8-6489-E30237501AD9}"/>
              </a:ext>
            </a:extLst>
          </p:cNvPr>
          <p:cNvPicPr>
            <a:picLocks noChangeAspect="1"/>
          </p:cNvPicPr>
          <p:nvPr userDrawn="1"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031114" y="5899311"/>
            <a:ext cx="1080000" cy="1080000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BEB5A37B-8FAE-4A68-0A2D-CE79A20BF8FB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10888402" y="4474305"/>
            <a:ext cx="1080000" cy="1080000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44695755-80B0-4089-4B71-1CD5DB73E64C}"/>
              </a:ext>
            </a:extLst>
          </p:cNvPr>
          <p:cNvPicPr>
            <a:picLocks noChangeAspect="1"/>
          </p:cNvPicPr>
          <p:nvPr userDrawn="1"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3427917" y="4474305"/>
            <a:ext cx="1080000" cy="1080000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FDE81B6F-7A65-B975-261B-40A2B6C4905E}"/>
              </a:ext>
            </a:extLst>
          </p:cNvPr>
          <p:cNvPicPr>
            <a:picLocks noChangeAspect="1"/>
          </p:cNvPicPr>
          <p:nvPr userDrawn="1"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8140300" y="4367410"/>
            <a:ext cx="1080000" cy="1080000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5C631958-48C3-16F0-F53F-A190F8D9F2BF}"/>
              </a:ext>
            </a:extLst>
          </p:cNvPr>
          <p:cNvPicPr>
            <a:picLocks noChangeAspect="1"/>
          </p:cNvPicPr>
          <p:nvPr userDrawn="1"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2138796" y="4455360"/>
            <a:ext cx="1080000" cy="1080000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A7D8FA9A-7591-7923-9FCE-4F2B30C261D0}"/>
              </a:ext>
            </a:extLst>
          </p:cNvPr>
          <p:cNvPicPr>
            <a:picLocks noChangeAspect="1"/>
          </p:cNvPicPr>
          <p:nvPr userDrawn="1"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9436035" y="4458348"/>
            <a:ext cx="1080000" cy="1080000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88950A23-CAEC-5C49-BA60-AB111F15D1B3}"/>
              </a:ext>
            </a:extLst>
          </p:cNvPr>
          <p:cNvPicPr>
            <a:picLocks noChangeAspect="1"/>
          </p:cNvPicPr>
          <p:nvPr userDrawn="1"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4689309" y="447430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3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Tech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3760FB9-2C73-EC02-9D85-C9AAE92615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70432" y="2396164"/>
            <a:ext cx="1080000" cy="10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FB2BC41-D5A6-E055-B969-DBA9FDE018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6440" y="2396164"/>
            <a:ext cx="1080000" cy="108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1D33D87-6363-0CD2-F06E-25EF5AED623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21376" y="2372939"/>
            <a:ext cx="1080000" cy="108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B18F84F-318D-ADD9-9DA5-59F7D734EE5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54592" y="2438214"/>
            <a:ext cx="1080000" cy="108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CB1DD05-9E55-A4AA-FE3F-0807346D8C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1344" y="2372939"/>
            <a:ext cx="1080000" cy="108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5100944-D5DC-4979-1A47-DB8E4278CE5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674644" y="5317592"/>
            <a:ext cx="1080000" cy="108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496257F6-3806-F8A0-F95F-E309C9EC3A3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05764" y="5325604"/>
            <a:ext cx="1080000" cy="108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DC3BEED0-4930-7BF0-6E95-8040D47DE44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71610" y="3908539"/>
            <a:ext cx="1080000" cy="10800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054C1CFA-0542-B8B8-1F1E-F968C63A65B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11378" y="5359239"/>
            <a:ext cx="1080000" cy="108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FDCE6BE2-D2B1-F549-E45B-F6A3D3FA29E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906866" y="5390615"/>
            <a:ext cx="1080000" cy="108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A1BAF731-B772-5FFA-9E89-81EDC80C3F62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39918" y="5337114"/>
            <a:ext cx="1080000" cy="10800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16CC388-DD53-F949-AB5C-3B29F41F869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366388" y="3879664"/>
            <a:ext cx="1080000" cy="10800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7F3E894-5FC5-8BD7-25CD-CDD0CB4E846F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35306" y="3908539"/>
            <a:ext cx="1080000" cy="1080000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E87A5DA6-B578-23CC-CE93-EB4ECB46A657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79768" y="5319527"/>
            <a:ext cx="1080000" cy="1080000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FF2401F8-BFB5-6E95-951F-B9F7888B3583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508030" y="5319527"/>
            <a:ext cx="1080000" cy="1080000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24D8640F-859B-3387-2173-280429F7845D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697158" y="5319527"/>
            <a:ext cx="1080000" cy="1080000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BE7BC537-F495-3236-1454-1822437789EC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375246" y="5322103"/>
            <a:ext cx="1080000" cy="1080000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DA339883-6A38-4421-CC35-529EBB545DC2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3926631" y="5319527"/>
            <a:ext cx="1080000" cy="1080000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073B6C08-8357-92D5-ED55-C60E5F163EEF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244464" y="2428714"/>
            <a:ext cx="1080000" cy="1080000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1BFDE45F-F24B-0DE3-E830-0B6C335F818D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2640814" y="5337114"/>
            <a:ext cx="1080000" cy="1080000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D8059820-F441-F1B4-5244-82ED35556314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77442" y="2386664"/>
            <a:ext cx="1080000" cy="1080000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610872A6-49FA-ED7E-91B3-DF7DBA304A27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1710420" y="2372939"/>
            <a:ext cx="1080000" cy="1080000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488944C7-CA5B-20DA-5811-BE5558A72EA9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2990426" y="2372939"/>
            <a:ext cx="1080000" cy="1080000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E050FFBD-C253-851D-F26B-8174056E6F6B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366388" y="5319527"/>
            <a:ext cx="1080000" cy="1080000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71B66BFA-5603-A7F5-E36E-943955DD7314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5350432" y="5325604"/>
            <a:ext cx="1080000" cy="1080000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EA89255B-CCB2-46FA-2CC2-3FA55F8C924D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583464" y="2405664"/>
            <a:ext cx="1080000" cy="1080000"/>
          </a:xfrm>
          <a:prstGeom prst="rect">
            <a:avLst/>
          </a:prstGeom>
        </p:spPr>
      </p:pic>
      <p:pic>
        <p:nvPicPr>
          <p:cNvPr id="74" name="Grafik 73">
            <a:extLst>
              <a:ext uri="{FF2B5EF4-FFF2-40B4-BE49-F238E27FC236}">
                <a16:creationId xmlns:a16="http://schemas.microsoft.com/office/drawing/2014/main" id="{377BB85A-A298-9B0E-D1E1-BCD5AE11AAF1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528731" y="3927889"/>
            <a:ext cx="1080000" cy="1080000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96D67255-FA57-6122-6D64-3BD20301AF06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071946" y="3926614"/>
            <a:ext cx="1080000" cy="1080000"/>
          </a:xfrm>
          <a:prstGeom prst="rect">
            <a:avLst/>
          </a:prstGeom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CF4A6D4C-D05E-FA24-FD64-32C37D0CEBC8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985516" y="3926027"/>
            <a:ext cx="1080000" cy="1080000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55F56D86-F251-9983-F018-01134C1B0B07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7876312" y="2396164"/>
            <a:ext cx="1080000" cy="1080000"/>
          </a:xfrm>
          <a:prstGeom prst="rect">
            <a:avLst/>
          </a:prstGeom>
        </p:spPr>
      </p:pic>
      <p:pic>
        <p:nvPicPr>
          <p:cNvPr id="78" name="Grafik 77">
            <a:extLst>
              <a:ext uri="{FF2B5EF4-FFF2-40B4-BE49-F238E27FC236}">
                <a16:creationId xmlns:a16="http://schemas.microsoft.com/office/drawing/2014/main" id="{53DFD9E2-5A07-8444-1369-E08516EB18BA}"/>
              </a:ext>
            </a:extLst>
          </p:cNvPr>
          <p:cNvPicPr>
            <a:picLocks noChangeAspect="1"/>
          </p:cNvPicPr>
          <p:nvPr userDrawn="1"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5542782" y="247885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43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Finance et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Finanzen etc.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0392C84-C8F1-C71A-D368-6CD4F8BCF5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7334" y="1910926"/>
            <a:ext cx="1080000" cy="10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378DCF-ED63-3937-A030-0D6A6657F0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91193" y="1910926"/>
            <a:ext cx="1080000" cy="108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36B7CE1-890F-1D7C-C139-B06B6B99C0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4125" y="1963707"/>
            <a:ext cx="1080000" cy="108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528064D-AEDD-4673-2FDE-10CE5F3A563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69387" y="1920863"/>
            <a:ext cx="1080000" cy="108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52B31E9-298F-831D-24B2-9BE65A776F8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13486" y="3253875"/>
            <a:ext cx="1080000" cy="108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9B4ED6C-72E8-1169-6158-C427851ACEA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48024" y="3253875"/>
            <a:ext cx="1080000" cy="108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BEC772E-BEE5-6AD8-DBA1-78914EA5C4E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186950" y="3275441"/>
            <a:ext cx="1080000" cy="108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DF227F9A-0D54-1E21-1F8C-7139EBBFFAD9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63418" y="1920863"/>
            <a:ext cx="1080000" cy="108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FD36DB02-3493-0608-526E-0D61CCD39F76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80312" y="1920863"/>
            <a:ext cx="1080000" cy="10800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79249C1F-2D9F-D416-2032-8D65BB003FC7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48682" y="1942763"/>
            <a:ext cx="1080000" cy="108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8DF9EAA9-79ED-64B6-2F6A-0F0A06F4B169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5026" y="1920863"/>
            <a:ext cx="1080000" cy="108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29C397B5-6C32-0CCC-09F8-08A3492D4299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874645" y="1920863"/>
            <a:ext cx="1080000" cy="108000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703BC0A7-2A8C-0213-B53F-052F1076DC7A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056350" y="1920863"/>
            <a:ext cx="1080000" cy="108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BD08825D-1F5C-7FE6-F0D0-9E2CBA93FC4F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474690" y="3275441"/>
            <a:ext cx="1080000" cy="108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75F364A8-FE9C-8F50-ABA8-BE6403F1D9A8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944214" y="3316406"/>
            <a:ext cx="1080000" cy="1080000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CA1B4A4F-F199-A946-20BF-297B23C908D6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621358" y="3277241"/>
            <a:ext cx="1080000" cy="108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1EEE7556-4EB3-8D3D-90A6-C09C86210B41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365382" y="3253875"/>
            <a:ext cx="1080000" cy="108000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A7C9DDFA-B3EE-D330-7E58-78BAC07B22FB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5003237" y="3275441"/>
            <a:ext cx="1080000" cy="1080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E9B2AEB3-6633-FDB9-B0DD-88E60BE0596C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80814" y="3288963"/>
            <a:ext cx="1080000" cy="108000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E9169B0D-4F3A-6C40-ACA3-CEBEAA75D1F7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670486" y="1920863"/>
            <a:ext cx="1080000" cy="108000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C9EFC726-53AA-A808-82A3-C62F77C98C77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056350" y="3264566"/>
            <a:ext cx="1080000" cy="10800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6EA52B65-AE3E-8ED7-133E-AD0F3FC3A6D5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7040282" y="3275441"/>
            <a:ext cx="1080000" cy="1080000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67B6EA5C-C0D5-DDB2-F9B4-D47BC83DABC6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1265840" y="7286813"/>
            <a:ext cx="1080000" cy="10800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09F4E29D-5146-2A29-A038-8467E9729CC1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839738" y="7317275"/>
            <a:ext cx="1080000" cy="1080000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92D80BE4-A21B-96EE-BBD5-1A5E201DADD0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817867" y="5821287"/>
            <a:ext cx="1080000" cy="1080000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6FBDCB48-61F8-935E-A68C-4FBBE333EFFD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283418" y="8797687"/>
            <a:ext cx="1080000" cy="1080000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54ED0D32-9526-115F-2FF2-0E518DD0E409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037793" y="8797687"/>
            <a:ext cx="1080000" cy="108000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88B746B5-E753-C3A9-3000-6ED69E081B8E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27581" y="8797687"/>
            <a:ext cx="1080000" cy="108000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E440CF0A-07C6-2B67-5A8A-2DAA52BA7120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5690068" y="7194488"/>
            <a:ext cx="1080000" cy="10800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CF734041-D34C-0B54-86A1-692983C3849F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4486619" y="7194488"/>
            <a:ext cx="1080000" cy="1080000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A5653365-B31A-FD17-BD34-80C8297471B9}"/>
              </a:ext>
            </a:extLst>
          </p:cNvPr>
          <p:cNvPicPr>
            <a:picLocks noChangeAspect="1"/>
          </p:cNvPicPr>
          <p:nvPr userDrawn="1"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5646590" y="7317275"/>
            <a:ext cx="1080000" cy="1080000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EC6BB471-033A-9D0B-6BD1-893657F2E51F}"/>
              </a:ext>
            </a:extLst>
          </p:cNvPr>
          <p:cNvPicPr>
            <a:picLocks noChangeAspect="1"/>
          </p:cNvPicPr>
          <p:nvPr userDrawn="1"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5637340" y="5811263"/>
            <a:ext cx="1080000" cy="1080000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C99F6A7B-5816-1EA6-162B-00AC1174ACED}"/>
              </a:ext>
            </a:extLst>
          </p:cNvPr>
          <p:cNvPicPr>
            <a:picLocks noChangeAspect="1"/>
          </p:cNvPicPr>
          <p:nvPr userDrawn="1"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8078224" y="8702600"/>
            <a:ext cx="1080000" cy="10800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50E0464C-6F0B-F012-3A15-0E511C5C55EC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2120729" y="7286863"/>
            <a:ext cx="1080000" cy="1080000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586EC1E1-4753-B9C4-3DE9-096646E23FC2}"/>
              </a:ext>
            </a:extLst>
          </p:cNvPr>
          <p:cNvPicPr>
            <a:picLocks noChangeAspect="1"/>
          </p:cNvPicPr>
          <p:nvPr userDrawn="1"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2037793" y="5816813"/>
            <a:ext cx="1080000" cy="1080000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8F9BC8A8-E273-2C4B-12DB-9BC3AE5FC01A}"/>
              </a:ext>
            </a:extLst>
          </p:cNvPr>
          <p:cNvPicPr>
            <a:picLocks noChangeAspect="1"/>
          </p:cNvPicPr>
          <p:nvPr userDrawn="1"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9295112" y="5835274"/>
            <a:ext cx="1080000" cy="1080000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CE3C50A7-D5B2-3012-0F65-6C868730BA0A}"/>
              </a:ext>
            </a:extLst>
          </p:cNvPr>
          <p:cNvPicPr>
            <a:picLocks noChangeAspect="1"/>
          </p:cNvPicPr>
          <p:nvPr userDrawn="1"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2058009" y="8637045"/>
            <a:ext cx="1080000" cy="1080000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53CFA519-FAAF-74EA-293C-0517D42A51DE}"/>
              </a:ext>
            </a:extLst>
          </p:cNvPr>
          <p:cNvPicPr>
            <a:picLocks noChangeAspect="1"/>
          </p:cNvPicPr>
          <p:nvPr userDrawn="1"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10933500" y="8637045"/>
            <a:ext cx="1080000" cy="1080000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7A176E88-0824-2D61-F3B3-603F0805FE79}"/>
              </a:ext>
            </a:extLst>
          </p:cNvPr>
          <p:cNvPicPr>
            <a:picLocks noChangeAspect="1"/>
          </p:cNvPicPr>
          <p:nvPr userDrawn="1"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6896326" y="7194488"/>
            <a:ext cx="1080000" cy="1080000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A49050FA-2C72-BEED-13C3-B29EB0652BA0}"/>
              </a:ext>
            </a:extLst>
          </p:cNvPr>
          <p:cNvPicPr>
            <a:picLocks noChangeAspect="1"/>
          </p:cNvPicPr>
          <p:nvPr userDrawn="1"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8195354" y="7193719"/>
            <a:ext cx="1080000" cy="1080000"/>
          </a:xfrm>
          <a:prstGeom prst="rect">
            <a:avLst/>
          </a:prstGeom>
        </p:spPr>
      </p:pic>
      <p:pic>
        <p:nvPicPr>
          <p:cNvPr id="79" name="Grafik 78">
            <a:extLst>
              <a:ext uri="{FF2B5EF4-FFF2-40B4-BE49-F238E27FC236}">
                <a16:creationId xmlns:a16="http://schemas.microsoft.com/office/drawing/2014/main" id="{E480E05E-3E8B-68E6-08D3-5B677EBE1826}"/>
              </a:ext>
            </a:extLst>
          </p:cNvPr>
          <p:cNvPicPr>
            <a:picLocks noChangeAspect="1"/>
          </p:cNvPicPr>
          <p:nvPr userDrawn="1"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10569643" y="5810482"/>
            <a:ext cx="1080000" cy="1080000"/>
          </a:xfrm>
          <a:prstGeom prst="rect">
            <a:avLst/>
          </a:prstGeom>
        </p:spPr>
      </p:pic>
      <p:pic>
        <p:nvPicPr>
          <p:cNvPr id="80" name="Grafik 79">
            <a:extLst>
              <a:ext uri="{FF2B5EF4-FFF2-40B4-BE49-F238E27FC236}">
                <a16:creationId xmlns:a16="http://schemas.microsoft.com/office/drawing/2014/main" id="{92C97253-44DC-0BB4-D98D-1A3E46453A94}"/>
              </a:ext>
            </a:extLst>
          </p:cNvPr>
          <p:cNvPicPr>
            <a:picLocks noChangeAspect="1"/>
          </p:cNvPicPr>
          <p:nvPr userDrawn="1"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1844174" y="5749037"/>
            <a:ext cx="1080000" cy="1080000"/>
          </a:xfrm>
          <a:prstGeom prst="rect">
            <a:avLst/>
          </a:prstGeom>
        </p:spPr>
      </p:pic>
      <p:pic>
        <p:nvPicPr>
          <p:cNvPr id="81" name="Grafik 80">
            <a:extLst>
              <a:ext uri="{FF2B5EF4-FFF2-40B4-BE49-F238E27FC236}">
                <a16:creationId xmlns:a16="http://schemas.microsoft.com/office/drawing/2014/main" id="{0CE8DA80-30A0-AAFD-D3CD-48303AE686E3}"/>
              </a:ext>
            </a:extLst>
          </p:cNvPr>
          <p:cNvPicPr>
            <a:picLocks noChangeAspect="1"/>
          </p:cNvPicPr>
          <p:nvPr userDrawn="1"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6881757" y="8765825"/>
            <a:ext cx="1080000" cy="1080000"/>
          </a:xfrm>
          <a:prstGeom prst="rect">
            <a:avLst/>
          </a:prstGeom>
        </p:spPr>
      </p:pic>
      <p:pic>
        <p:nvPicPr>
          <p:cNvPr id="82" name="Grafik 81">
            <a:extLst>
              <a:ext uri="{FF2B5EF4-FFF2-40B4-BE49-F238E27FC236}">
                <a16:creationId xmlns:a16="http://schemas.microsoft.com/office/drawing/2014/main" id="{3F588592-3A75-6316-2B70-989297E7D5EF}"/>
              </a:ext>
            </a:extLst>
          </p:cNvPr>
          <p:cNvPicPr>
            <a:picLocks noChangeAspect="1"/>
          </p:cNvPicPr>
          <p:nvPr userDrawn="1"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9344403" y="7286813"/>
            <a:ext cx="1080000" cy="1080000"/>
          </a:xfrm>
          <a:prstGeom prst="rect">
            <a:avLst/>
          </a:prstGeom>
        </p:spPr>
      </p:pic>
      <p:pic>
        <p:nvPicPr>
          <p:cNvPr id="83" name="Grafik 82">
            <a:extLst>
              <a:ext uri="{FF2B5EF4-FFF2-40B4-BE49-F238E27FC236}">
                <a16:creationId xmlns:a16="http://schemas.microsoft.com/office/drawing/2014/main" id="{5F4A015E-3A6F-6A6D-8951-84931A765429}"/>
              </a:ext>
            </a:extLst>
          </p:cNvPr>
          <p:cNvPicPr>
            <a:picLocks noChangeAspect="1"/>
          </p:cNvPicPr>
          <p:nvPr userDrawn="1"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3357491" y="7262737"/>
            <a:ext cx="1080000" cy="1080000"/>
          </a:xfrm>
          <a:prstGeom prst="rect">
            <a:avLst/>
          </a:prstGeom>
        </p:spPr>
      </p:pic>
      <p:pic>
        <p:nvPicPr>
          <p:cNvPr id="84" name="Grafik 83">
            <a:extLst>
              <a:ext uri="{FF2B5EF4-FFF2-40B4-BE49-F238E27FC236}">
                <a16:creationId xmlns:a16="http://schemas.microsoft.com/office/drawing/2014/main" id="{C52656B8-7C72-E1A8-3929-76CA0AC207D5}"/>
              </a:ext>
            </a:extLst>
          </p:cNvPr>
          <p:cNvPicPr>
            <a:picLocks noChangeAspect="1"/>
          </p:cNvPicPr>
          <p:nvPr userDrawn="1"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3237642" y="5821287"/>
            <a:ext cx="1080000" cy="1080000"/>
          </a:xfrm>
          <a:prstGeom prst="rect">
            <a:avLst/>
          </a:prstGeom>
        </p:spPr>
      </p:pic>
      <p:pic>
        <p:nvPicPr>
          <p:cNvPr id="85" name="Grafik 84">
            <a:extLst>
              <a:ext uri="{FF2B5EF4-FFF2-40B4-BE49-F238E27FC236}">
                <a16:creationId xmlns:a16="http://schemas.microsoft.com/office/drawing/2014/main" id="{F097CD53-652A-6B87-0650-FC78BAB2A828}"/>
              </a:ext>
            </a:extLst>
          </p:cNvPr>
          <p:cNvPicPr>
            <a:picLocks noChangeAspect="1"/>
          </p:cNvPicPr>
          <p:nvPr userDrawn="1"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13141227" y="5804012"/>
            <a:ext cx="1080000" cy="1080000"/>
          </a:xfrm>
          <a:prstGeom prst="rect">
            <a:avLst/>
          </a:prstGeom>
        </p:spPr>
      </p:pic>
      <p:pic>
        <p:nvPicPr>
          <p:cNvPr id="86" name="Grafik 85">
            <a:extLst>
              <a:ext uri="{FF2B5EF4-FFF2-40B4-BE49-F238E27FC236}">
                <a16:creationId xmlns:a16="http://schemas.microsoft.com/office/drawing/2014/main" id="{CDD93587-FA77-55A6-68EB-DEFD2442CE6B}"/>
              </a:ext>
            </a:extLst>
          </p:cNvPr>
          <p:cNvPicPr>
            <a:picLocks noChangeAspect="1"/>
          </p:cNvPicPr>
          <p:nvPr userDrawn="1"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16896326" y="5749037"/>
            <a:ext cx="1080000" cy="1080000"/>
          </a:xfrm>
          <a:prstGeom prst="rect">
            <a:avLst/>
          </a:prstGeom>
        </p:spPr>
      </p:pic>
      <p:pic>
        <p:nvPicPr>
          <p:cNvPr id="87" name="Grafik 86">
            <a:extLst>
              <a:ext uri="{FF2B5EF4-FFF2-40B4-BE49-F238E27FC236}">
                <a16:creationId xmlns:a16="http://schemas.microsoft.com/office/drawing/2014/main" id="{B429180D-6EF1-72BA-3FD3-BF042796ECDF}"/>
              </a:ext>
            </a:extLst>
          </p:cNvPr>
          <p:cNvPicPr>
            <a:picLocks noChangeAspect="1"/>
          </p:cNvPicPr>
          <p:nvPr userDrawn="1"/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10309205" y="7268906"/>
            <a:ext cx="1080000" cy="1080000"/>
          </a:xfrm>
          <a:prstGeom prst="rect">
            <a:avLst/>
          </a:prstGeom>
        </p:spPr>
      </p:pic>
      <p:pic>
        <p:nvPicPr>
          <p:cNvPr id="88" name="Grafik 87">
            <a:extLst>
              <a:ext uri="{FF2B5EF4-FFF2-40B4-BE49-F238E27FC236}">
                <a16:creationId xmlns:a16="http://schemas.microsoft.com/office/drawing/2014/main" id="{F99FF2F2-9D5A-B5EA-EF7D-EA4DC12CF86F}"/>
              </a:ext>
            </a:extLst>
          </p:cNvPr>
          <p:cNvPicPr>
            <a:picLocks noChangeAspect="1"/>
          </p:cNvPicPr>
          <p:nvPr userDrawn="1"/>
        </p:nvPicPr>
        <p:blipFill>
          <a:blip r:embed="rId100"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4437491" y="7286813"/>
            <a:ext cx="1080000" cy="1080000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15C929FE-F395-93EB-3B66-0B8449E0DDD4}"/>
              </a:ext>
            </a:extLst>
          </p:cNvPr>
          <p:cNvPicPr>
            <a:picLocks noChangeAspect="1"/>
          </p:cNvPicPr>
          <p:nvPr userDrawn="1"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15621795" y="5801712"/>
            <a:ext cx="1080000" cy="1080000"/>
          </a:xfrm>
          <a:prstGeom prst="rect">
            <a:avLst/>
          </a:prstGeom>
        </p:spPr>
      </p:pic>
      <p:pic>
        <p:nvPicPr>
          <p:cNvPr id="90" name="Grafik 89">
            <a:extLst>
              <a:ext uri="{FF2B5EF4-FFF2-40B4-BE49-F238E27FC236}">
                <a16:creationId xmlns:a16="http://schemas.microsoft.com/office/drawing/2014/main" id="{F3CB4DFC-E113-AC82-ED26-05E71C47101D}"/>
              </a:ext>
            </a:extLst>
          </p:cNvPr>
          <p:cNvPicPr>
            <a:picLocks noChangeAspect="1"/>
          </p:cNvPicPr>
          <p:nvPr userDrawn="1"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4437491" y="5811263"/>
            <a:ext cx="1080000" cy="1080000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B4DEA80E-F7D2-4654-D083-3BA78F3898AE}"/>
              </a:ext>
            </a:extLst>
          </p:cNvPr>
          <p:cNvPicPr>
            <a:picLocks noChangeAspect="1"/>
          </p:cNvPicPr>
          <p:nvPr userDrawn="1"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14486619" y="5782174"/>
            <a:ext cx="1080000" cy="1080000"/>
          </a:xfrm>
          <a:prstGeom prst="rect">
            <a:avLst/>
          </a:prstGeom>
        </p:spPr>
      </p:pic>
      <p:pic>
        <p:nvPicPr>
          <p:cNvPr id="92" name="Grafik 91">
            <a:extLst>
              <a:ext uri="{FF2B5EF4-FFF2-40B4-BE49-F238E27FC236}">
                <a16:creationId xmlns:a16="http://schemas.microsoft.com/office/drawing/2014/main" id="{56E0DF99-AD5A-6E28-31E5-FC2B4C650190}"/>
              </a:ext>
            </a:extLst>
          </p:cNvPr>
          <p:cNvPicPr>
            <a:picLocks noChangeAspect="1"/>
          </p:cNvPicPr>
          <p:nvPr userDrawn="1"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5646590" y="8839974"/>
            <a:ext cx="1080000" cy="1080000"/>
          </a:xfrm>
          <a:prstGeom prst="rect">
            <a:avLst/>
          </a:prstGeom>
        </p:spPr>
      </p:pic>
      <p:pic>
        <p:nvPicPr>
          <p:cNvPr id="93" name="Grafik 92">
            <a:extLst>
              <a:ext uri="{FF2B5EF4-FFF2-40B4-BE49-F238E27FC236}">
                <a16:creationId xmlns:a16="http://schemas.microsoft.com/office/drawing/2014/main" id="{ACEC1713-CF94-C630-3C70-4343462D2441}"/>
              </a:ext>
            </a:extLst>
          </p:cNvPr>
          <p:cNvPicPr>
            <a:picLocks noChangeAspect="1"/>
          </p:cNvPicPr>
          <p:nvPr userDrawn="1"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9505862" y="8697650"/>
            <a:ext cx="1080000" cy="1080000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3D8B58F1-4BA6-95D1-DBD8-A443B93FEB87}"/>
              </a:ext>
            </a:extLst>
          </p:cNvPr>
          <p:cNvPicPr>
            <a:picLocks noChangeAspect="1"/>
          </p:cNvPicPr>
          <p:nvPr userDrawn="1"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927581" y="5821287"/>
            <a:ext cx="1080000" cy="1080000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4DD96B29-29C1-BE1B-571A-5A395AA1ECD9}"/>
              </a:ext>
            </a:extLst>
          </p:cNvPr>
          <p:cNvPicPr>
            <a:picLocks noChangeAspect="1"/>
          </p:cNvPicPr>
          <p:nvPr userDrawn="1"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4411423" y="8797687"/>
            <a:ext cx="1080000" cy="1080000"/>
          </a:xfrm>
          <a:prstGeom prst="rect">
            <a:avLst/>
          </a:prstGeom>
        </p:spPr>
      </p:pic>
      <p:pic>
        <p:nvPicPr>
          <p:cNvPr id="96" name="Grafik 95">
            <a:extLst>
              <a:ext uri="{FF2B5EF4-FFF2-40B4-BE49-F238E27FC236}">
                <a16:creationId xmlns:a16="http://schemas.microsoft.com/office/drawing/2014/main" id="{B3B6E9FD-4EC8-ED15-CA06-5061553EFACF}"/>
              </a:ext>
            </a:extLst>
          </p:cNvPr>
          <p:cNvPicPr>
            <a:picLocks noChangeAspect="1"/>
          </p:cNvPicPr>
          <p:nvPr userDrawn="1"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8056333" y="7317275"/>
            <a:ext cx="1080000" cy="1080000"/>
          </a:xfrm>
          <a:prstGeom prst="rect">
            <a:avLst/>
          </a:prstGeom>
        </p:spPr>
      </p:pic>
      <p:pic>
        <p:nvPicPr>
          <p:cNvPr id="97" name="Grafik 96">
            <a:extLst>
              <a:ext uri="{FF2B5EF4-FFF2-40B4-BE49-F238E27FC236}">
                <a16:creationId xmlns:a16="http://schemas.microsoft.com/office/drawing/2014/main" id="{81A51E79-E928-4CC8-4A62-3495BC0F9CF6}"/>
              </a:ext>
            </a:extLst>
          </p:cNvPr>
          <p:cNvPicPr>
            <a:picLocks noChangeAspect="1"/>
          </p:cNvPicPr>
          <p:nvPr userDrawn="1"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8017716" y="5811263"/>
            <a:ext cx="1080000" cy="1080000"/>
          </a:xfrm>
          <a:prstGeom prst="rect">
            <a:avLst/>
          </a:prstGeom>
        </p:spPr>
      </p:pic>
      <p:pic>
        <p:nvPicPr>
          <p:cNvPr id="98" name="Grafik 97">
            <a:extLst>
              <a:ext uri="{FF2B5EF4-FFF2-40B4-BE49-F238E27FC236}">
                <a16:creationId xmlns:a16="http://schemas.microsoft.com/office/drawing/2014/main" id="{9A384AEF-34B6-BF2F-B6A1-B49905F0E4C5}"/>
              </a:ext>
            </a:extLst>
          </p:cNvPr>
          <p:cNvPicPr>
            <a:picLocks noChangeAspect="1"/>
          </p:cNvPicPr>
          <p:nvPr userDrawn="1"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927581" y="7286813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08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Pfeile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7908A9D-C721-8506-3DEC-DCEDF53E9D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0874" y="2622533"/>
            <a:ext cx="1080000" cy="10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5EAA75E-A0A7-C855-406F-9E8A16D2EFE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693199" y="2726283"/>
            <a:ext cx="1080000" cy="108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44A50A1-691A-B51C-73BA-EE582877934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596888" y="2726283"/>
            <a:ext cx="1080000" cy="108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6593021-A8E0-8335-48D0-DEBD5841067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0949" y="2622533"/>
            <a:ext cx="1080000" cy="108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C70944-6387-1270-9CA5-A0773BB2F02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40149" y="2629496"/>
            <a:ext cx="1080000" cy="108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6226185-5942-529A-4892-E04A509426E7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10949" y="2673552"/>
            <a:ext cx="1080000" cy="108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CBDF699-29E7-B7FD-8C0B-F5822EC01B4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41702" y="2568867"/>
            <a:ext cx="1080000" cy="108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2304A049-6CFA-4336-4DF6-E12099E8B0A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21599" y="2584302"/>
            <a:ext cx="1080000" cy="10800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A7F132FF-2319-EDAB-D25E-EEB39820B4AF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265299" y="2726283"/>
            <a:ext cx="1080000" cy="108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A1699BDC-8BD0-B6FA-A5E0-25F81B87B451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974574" y="2726283"/>
            <a:ext cx="1080000" cy="108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DC0B0A39-EA38-29E2-1A5E-52AE83136AE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6431093" y="2756508"/>
            <a:ext cx="1080000" cy="10800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0B7D5C1D-BD86-1F0F-8AF1-3158150D8A52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388538" y="4410333"/>
            <a:ext cx="1080000" cy="10800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17BCDA58-AC82-9A92-74D7-13ED57204924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4136776" y="4410333"/>
            <a:ext cx="1080000" cy="1080000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950F247E-9582-4CF0-C5C3-72DB74C422BD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3003193" y="2756508"/>
            <a:ext cx="1080000" cy="1080000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1D7D0F4A-57DB-5455-C02A-156FDB0D8296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6516888" y="4525083"/>
            <a:ext cx="1080000" cy="1080000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99E21938-E290-14B8-AC91-FA47628159DD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917724" y="4571058"/>
            <a:ext cx="1080000" cy="1080000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A6688428-6BE1-3FC0-5D8A-523CEA8E1E59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54699" y="4410333"/>
            <a:ext cx="1080000" cy="1080000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14BF561C-8FD6-1248-4784-48BEF6DDC288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966874" y="4469021"/>
            <a:ext cx="1080000" cy="1080000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45188F61-CD26-1431-2831-E2E28B98D410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17436" y="4410333"/>
            <a:ext cx="1080000" cy="1080000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5CECEC51-9E8A-D348-B2F7-7E1CEFCF17FA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365674" y="4469021"/>
            <a:ext cx="1080000" cy="1080000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653FF4A8-0AA5-DB13-8F8F-49AD19D1E6BB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159512" y="6366471"/>
            <a:ext cx="1080000" cy="1080000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51EAAD84-9D07-66C0-0E46-0B61A2C7C6C4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210999" y="6350196"/>
            <a:ext cx="1080000" cy="1080000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98D9801B-8C96-D677-59BA-3E99B1CE5A51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168449" y="7826646"/>
            <a:ext cx="1080000" cy="1080000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90AFCA52-B8BD-1A40-315F-20584B92C533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647098" y="6278209"/>
            <a:ext cx="1080000" cy="1080000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8A348409-22CE-7A56-FDA6-B9D6C1DFEA56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8696374" y="7856946"/>
            <a:ext cx="1080000" cy="1080000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1EF70462-BAA2-8BDE-B4C3-3991F4AD5D4A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230949" y="7851171"/>
            <a:ext cx="1080000" cy="1080000"/>
          </a:xfrm>
          <a:prstGeom prst="rect">
            <a:avLst/>
          </a:prstGeom>
        </p:spPr>
      </p:pic>
      <p:pic>
        <p:nvPicPr>
          <p:cNvPr id="74" name="Grafik 73">
            <a:extLst>
              <a:ext uri="{FF2B5EF4-FFF2-40B4-BE49-F238E27FC236}">
                <a16:creationId xmlns:a16="http://schemas.microsoft.com/office/drawing/2014/main" id="{B3BB2537-D1D1-3A00-9303-FC649C020759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863149" y="6412671"/>
            <a:ext cx="1080000" cy="1080000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270A6B89-E49A-E8FA-ACDF-A9453BAF932F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4833224" y="7826646"/>
            <a:ext cx="1080000" cy="1080000"/>
          </a:xfrm>
          <a:prstGeom prst="rect">
            <a:avLst/>
          </a:prstGeom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72676831-861D-2ACF-19BC-8D95B6C97B13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571186" y="6439383"/>
            <a:ext cx="1080000" cy="1080000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B8F42756-66EF-81D4-C123-5BCEFD97F9A7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562224" y="7851171"/>
            <a:ext cx="1080000" cy="1080000"/>
          </a:xfrm>
          <a:prstGeom prst="rect">
            <a:avLst/>
          </a:prstGeom>
        </p:spPr>
      </p:pic>
      <p:pic>
        <p:nvPicPr>
          <p:cNvPr id="78" name="Grafik 77">
            <a:extLst>
              <a:ext uri="{FF2B5EF4-FFF2-40B4-BE49-F238E27FC236}">
                <a16:creationId xmlns:a16="http://schemas.microsoft.com/office/drawing/2014/main" id="{B65E1B85-9A53-8B68-99FF-7912E7C8BDD9}"/>
              </a:ext>
            </a:extLst>
          </p:cNvPr>
          <p:cNvPicPr>
            <a:picLocks noChangeAspect="1"/>
          </p:cNvPicPr>
          <p:nvPr userDrawn="1"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2397449" y="6412446"/>
            <a:ext cx="1080000" cy="1080000"/>
          </a:xfrm>
          <a:prstGeom prst="rect">
            <a:avLst/>
          </a:prstGeom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F5D92250-9DE3-750A-DC55-837C33B566B7}"/>
              </a:ext>
            </a:extLst>
          </p:cNvPr>
          <p:cNvPicPr>
            <a:picLocks noChangeAspect="1"/>
          </p:cNvPicPr>
          <p:nvPr userDrawn="1"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9947210" y="6231471"/>
            <a:ext cx="1080000" cy="1080000"/>
          </a:xfrm>
          <a:prstGeom prst="rect">
            <a:avLst/>
          </a:prstGeom>
        </p:spPr>
      </p:pic>
      <p:pic>
        <p:nvPicPr>
          <p:cNvPr id="100" name="Grafik 99">
            <a:extLst>
              <a:ext uri="{FF2B5EF4-FFF2-40B4-BE49-F238E27FC236}">
                <a16:creationId xmlns:a16="http://schemas.microsoft.com/office/drawing/2014/main" id="{AB73CC29-E6A4-6993-B6B0-FD4BB5BDBB60}"/>
              </a:ext>
            </a:extLst>
          </p:cNvPr>
          <p:cNvPicPr>
            <a:picLocks noChangeAspect="1"/>
          </p:cNvPicPr>
          <p:nvPr userDrawn="1"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0075924" y="7826646"/>
            <a:ext cx="1080000" cy="1080000"/>
          </a:xfrm>
          <a:prstGeom prst="rect">
            <a:avLst/>
          </a:prstGeom>
        </p:spPr>
      </p:pic>
      <p:pic>
        <p:nvPicPr>
          <p:cNvPr id="101" name="Grafik 100">
            <a:extLst>
              <a:ext uri="{FF2B5EF4-FFF2-40B4-BE49-F238E27FC236}">
                <a16:creationId xmlns:a16="http://schemas.microsoft.com/office/drawing/2014/main" id="{8712A4BB-FE21-1DD7-6B0A-2468DAAFF3C5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7346986" y="6310409"/>
            <a:ext cx="1080000" cy="1080000"/>
          </a:xfrm>
          <a:prstGeom prst="rect">
            <a:avLst/>
          </a:prstGeom>
        </p:spPr>
      </p:pic>
      <p:pic>
        <p:nvPicPr>
          <p:cNvPr id="102" name="Grafik 101">
            <a:extLst>
              <a:ext uri="{FF2B5EF4-FFF2-40B4-BE49-F238E27FC236}">
                <a16:creationId xmlns:a16="http://schemas.microsoft.com/office/drawing/2014/main" id="{C312F2C1-1B8D-0E62-F9FF-FFFCF18F0A66}"/>
              </a:ext>
            </a:extLst>
          </p:cNvPr>
          <p:cNvPicPr>
            <a:picLocks noChangeAspect="1"/>
          </p:cNvPicPr>
          <p:nvPr userDrawn="1"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7394674" y="7826646"/>
            <a:ext cx="1080000" cy="1080000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887D7093-4540-EB4F-EFFE-E2FBDBA9BB3E}"/>
              </a:ext>
            </a:extLst>
          </p:cNvPr>
          <p:cNvPicPr>
            <a:picLocks noChangeAspect="1"/>
          </p:cNvPicPr>
          <p:nvPr userDrawn="1"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2396374" y="7851171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08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6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2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470452"/>
            <a:ext cx="6433312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4623943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470452"/>
            <a:ext cx="4623943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/>
          </a:p>
        </p:txBody>
      </p:sp>
      <p:sp>
        <p:nvSpPr>
          <p:cNvPr id="33" name="object 3">
            <a:extLst>
              <a:ext uri="{FF2B5EF4-FFF2-40B4-BE49-F238E27FC236}">
                <a16:creationId xmlns:a16="http://schemas.microsoft.com/office/drawing/2014/main" id="{FB6FE013-D504-22CE-C6F6-3BAF6D319F64}"/>
              </a:ext>
            </a:extLst>
          </p:cNvPr>
          <p:cNvSpPr/>
          <p:nvPr userDrawn="1"/>
        </p:nvSpPr>
        <p:spPr>
          <a:xfrm>
            <a:off x="13927200" y="732731"/>
            <a:ext cx="6183250" cy="555179"/>
          </a:xfrm>
          <a:custGeom>
            <a:avLst/>
            <a:gdLst/>
            <a:ahLst/>
            <a:cxnLst/>
            <a:rect l="l" t="t" r="r" b="b"/>
            <a:pathLst>
              <a:path w="6217284" h="529590">
                <a:moveTo>
                  <a:pt x="6216742" y="0"/>
                </a:moveTo>
                <a:lnTo>
                  <a:pt x="0" y="0"/>
                </a:lnTo>
                <a:lnTo>
                  <a:pt x="0" y="529282"/>
                </a:lnTo>
                <a:lnTo>
                  <a:pt x="6216742" y="529282"/>
                </a:lnTo>
                <a:lnTo>
                  <a:pt x="6216742" y="0"/>
                </a:lnTo>
                <a:close/>
              </a:path>
            </a:pathLst>
          </a:custGeom>
          <a:solidFill>
            <a:srgbClr val="A2CB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DEDCF36A-E1E5-5EE1-FC3F-CCA11CC94BCD}"/>
              </a:ext>
            </a:extLst>
          </p:cNvPr>
          <p:cNvSpPr txBox="1"/>
          <p:nvPr userDrawn="1"/>
        </p:nvSpPr>
        <p:spPr>
          <a:xfrm>
            <a:off x="13927200" y="821289"/>
            <a:ext cx="5220444" cy="41549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de-AT" sz="2100" b="1">
                <a:solidFill>
                  <a:srgbClr val="102D41"/>
                </a:solidFill>
                <a:latin typeface="+mj-lt"/>
                <a:cs typeface="Leelawadee UI"/>
              </a:rPr>
              <a:t>ELEKTRONIK &amp; TECHN. INFORMATIK</a:t>
            </a:r>
            <a:endParaRPr lang="de-AT" sz="2100">
              <a:latin typeface="+mj-lt"/>
            </a:endParaRP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65F82143-27DA-A1B9-1A87-1A4A89BC7AD1}"/>
              </a:ext>
            </a:extLst>
          </p:cNvPr>
          <p:cNvCxnSpPr>
            <a:cxnSpLocks/>
          </p:cNvCxnSpPr>
          <p:nvPr userDrawn="1"/>
        </p:nvCxnSpPr>
        <p:spPr>
          <a:xfrm>
            <a:off x="13396199" y="660723"/>
            <a:ext cx="669970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F88B8960-CD3E-2A6D-71E7-48B1EAEC8317}"/>
              </a:ext>
            </a:extLst>
          </p:cNvPr>
          <p:cNvCxnSpPr>
            <a:cxnSpLocks/>
          </p:cNvCxnSpPr>
          <p:nvPr userDrawn="1"/>
        </p:nvCxnSpPr>
        <p:spPr>
          <a:xfrm flipV="1">
            <a:off x="13775847" y="84659"/>
            <a:ext cx="0" cy="119574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 2">
            <a:extLst>
              <a:ext uri="{FF2B5EF4-FFF2-40B4-BE49-F238E27FC236}">
                <a16:creationId xmlns:a16="http://schemas.microsoft.com/office/drawing/2014/main" id="{59842796-8DCE-3B49-27A3-17AF2CDF3E19}"/>
              </a:ext>
            </a:extLst>
          </p:cNvPr>
          <p:cNvSpPr txBox="1"/>
          <p:nvPr userDrawn="1"/>
        </p:nvSpPr>
        <p:spPr>
          <a:xfrm>
            <a:off x="17560919" y="228675"/>
            <a:ext cx="2198068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39" algn="r">
              <a:lnSpc>
                <a:spcPct val="100000"/>
              </a:lnSpc>
              <a:spcBef>
                <a:spcPts val="111"/>
              </a:spcBef>
            </a:pPr>
            <a:r>
              <a:rPr sz="2100" spc="-11">
                <a:solidFill>
                  <a:schemeClr val="bg1"/>
                </a:solidFill>
                <a:latin typeface="+mj-lt"/>
                <a:cs typeface="Leelawadee UI"/>
              </a:rPr>
              <a:t>www.bulme.at</a:t>
            </a:r>
            <a:endParaRPr sz="2100">
              <a:solidFill>
                <a:schemeClr val="bg1"/>
              </a:solidFill>
              <a:latin typeface="+mj-lt"/>
              <a:cs typeface="Leelawadee UI"/>
            </a:endParaRP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8025832-1D3C-130E-7A27-4E6ADCEC9B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940482" y="108147"/>
            <a:ext cx="1717842" cy="469770"/>
            <a:chOff x="375183" y="375193"/>
            <a:chExt cx="3730981" cy="1020294"/>
          </a:xfrm>
        </p:grpSpPr>
        <p:sp>
          <p:nvSpPr>
            <p:cNvPr id="41" name="bg object 17">
              <a:extLst>
                <a:ext uri="{FF2B5EF4-FFF2-40B4-BE49-F238E27FC236}">
                  <a16:creationId xmlns:a16="http://schemas.microsoft.com/office/drawing/2014/main" id="{30A358C3-68EB-2DD7-EA23-AA1D42BF0265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bg object 18">
              <a:extLst>
                <a:ext uri="{FF2B5EF4-FFF2-40B4-BE49-F238E27FC236}">
                  <a16:creationId xmlns:a16="http://schemas.microsoft.com/office/drawing/2014/main" id="{3FADF484-D5C3-1AE1-920B-8B05F325DC9B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bg object 19">
              <a:extLst>
                <a:ext uri="{FF2B5EF4-FFF2-40B4-BE49-F238E27FC236}">
                  <a16:creationId xmlns:a16="http://schemas.microsoft.com/office/drawing/2014/main" id="{C8B777A6-F5C8-6AED-1191-32ED4328D06A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bg object 20">
              <a:extLst>
                <a:ext uri="{FF2B5EF4-FFF2-40B4-BE49-F238E27FC236}">
                  <a16:creationId xmlns:a16="http://schemas.microsoft.com/office/drawing/2014/main" id="{E4CE7C21-B0F0-A5AB-8C55-F34B2908157E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45" name="bg object 21">
              <a:extLst>
                <a:ext uri="{FF2B5EF4-FFF2-40B4-BE49-F238E27FC236}">
                  <a16:creationId xmlns:a16="http://schemas.microsoft.com/office/drawing/2014/main" id="{D3C77984-E08F-38EB-6909-26AF349DBF43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46" name="bg object 22">
              <a:extLst>
                <a:ext uri="{FF2B5EF4-FFF2-40B4-BE49-F238E27FC236}">
                  <a16:creationId xmlns:a16="http://schemas.microsoft.com/office/drawing/2014/main" id="{E6429977-519D-51EA-142F-D73EF30B85A2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47" name="bg object 23">
              <a:extLst>
                <a:ext uri="{FF2B5EF4-FFF2-40B4-BE49-F238E27FC236}">
                  <a16:creationId xmlns:a16="http://schemas.microsoft.com/office/drawing/2014/main" id="{B2940E80-47E8-9690-477A-EA9510143141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bg object 24">
              <a:extLst>
                <a:ext uri="{FF2B5EF4-FFF2-40B4-BE49-F238E27FC236}">
                  <a16:creationId xmlns:a16="http://schemas.microsoft.com/office/drawing/2014/main" id="{A9003A24-7E7F-C8B4-E503-A18F1DAEBEF6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49" name="bg object 25">
              <a:extLst>
                <a:ext uri="{FF2B5EF4-FFF2-40B4-BE49-F238E27FC236}">
                  <a16:creationId xmlns:a16="http://schemas.microsoft.com/office/drawing/2014/main" id="{6EB07E71-CAD2-F07E-6D22-9B41591D1D3B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50" name="bg object 26">
              <a:extLst>
                <a:ext uri="{FF2B5EF4-FFF2-40B4-BE49-F238E27FC236}">
                  <a16:creationId xmlns:a16="http://schemas.microsoft.com/office/drawing/2014/main" id="{B5CDF13B-9710-E692-1560-5C79A3158E8C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bg object 27">
              <a:extLst>
                <a:ext uri="{FF2B5EF4-FFF2-40B4-BE49-F238E27FC236}">
                  <a16:creationId xmlns:a16="http://schemas.microsoft.com/office/drawing/2014/main" id="{F3EB3B7D-B609-1C49-586F-C9279AB1E759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g object 28">
              <a:extLst>
                <a:ext uri="{FF2B5EF4-FFF2-40B4-BE49-F238E27FC236}">
                  <a16:creationId xmlns:a16="http://schemas.microsoft.com/office/drawing/2014/main" id="{1525DD8A-074A-BB48-4B3B-E927D85F7870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bg object 29">
              <a:extLst>
                <a:ext uri="{FF2B5EF4-FFF2-40B4-BE49-F238E27FC236}">
                  <a16:creationId xmlns:a16="http://schemas.microsoft.com/office/drawing/2014/main" id="{E13C8EF9-CFD9-0A76-8416-2DF558944C7B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bg object 30">
              <a:extLst>
                <a:ext uri="{FF2B5EF4-FFF2-40B4-BE49-F238E27FC236}">
                  <a16:creationId xmlns:a16="http://schemas.microsoft.com/office/drawing/2014/main" id="{B502069D-FC2E-ADD8-BA23-6F27B7147F58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bg object 31">
              <a:extLst>
                <a:ext uri="{FF2B5EF4-FFF2-40B4-BE49-F238E27FC236}">
                  <a16:creationId xmlns:a16="http://schemas.microsoft.com/office/drawing/2014/main" id="{12753668-0BBF-48EC-717A-2E2475925325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8" name="Grafik 57" descr="Ein Bild, das Screenshot, Grafiken, Design enthält.&#10;&#10;Automatisch generierte Beschreibung">
            <a:extLst>
              <a:ext uri="{FF2B5EF4-FFF2-40B4-BE49-F238E27FC236}">
                <a16:creationId xmlns:a16="http://schemas.microsoft.com/office/drawing/2014/main" id="{F8155F6A-2BCA-6E7C-1DB3-4A3CAD2E8321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2400" y="774000"/>
            <a:ext cx="481091" cy="47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5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3" r:id="rId2"/>
    <p:sldLayoutId id="2147483712" r:id="rId3"/>
    <p:sldLayoutId id="2147483694" r:id="rId4"/>
    <p:sldLayoutId id="2147483709" r:id="rId5"/>
    <p:sldLayoutId id="2147483710" r:id="rId6"/>
    <p:sldLayoutId id="2147483695" r:id="rId7"/>
    <p:sldLayoutId id="2147483696" r:id="rId8"/>
    <p:sldLayoutId id="2147483697" r:id="rId9"/>
    <p:sldLayoutId id="2147483714" r:id="rId10"/>
    <p:sldLayoutId id="2147483715" r:id="rId11"/>
    <p:sldLayoutId id="2147483716" r:id="rId12"/>
    <p:sldLayoutId id="2147483718" r:id="rId13"/>
    <p:sldLayoutId id="2147483719" r:id="rId14"/>
    <p:sldLayoutId id="2147483720" r:id="rId15"/>
    <p:sldLayoutId id="2147483721" r:id="rId16"/>
  </p:sldLayoutIdLst>
  <p:txStyles>
    <p:titleStyle>
      <a:lvl1pPr eaLnBrk="1" hangingPunct="1">
        <a:defRPr>
          <a:solidFill>
            <a:srgbClr val="00B050"/>
          </a:solidFill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501" userDrawn="1">
          <p15:clr>
            <a:srgbClr val="F26B43"/>
          </p15:clr>
        </p15:guide>
        <p15:guide id="2" pos="63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9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7.png"/><Relationship Id="rId2" Type="http://schemas.openxmlformats.org/officeDocument/2006/relationships/image" Target="../media/image3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7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el 38">
            <a:extLst>
              <a:ext uri="{FF2B5EF4-FFF2-40B4-BE49-F238E27FC236}">
                <a16:creationId xmlns:a16="http://schemas.microsoft.com/office/drawing/2014/main" id="{8D76A72C-5933-C0AD-9AFA-F9A62AE4F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B</a:t>
            </a:r>
            <a:r>
              <a:rPr lang="de-AT" dirty="0"/>
              <a:t>lack Mirror</a:t>
            </a:r>
            <a:br>
              <a:rPr lang="de-AT" dirty="0"/>
            </a:br>
            <a:endParaRPr lang="de-AT" dirty="0"/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AAAC2DDB-D959-096B-81CD-BBBEFCE214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err="1"/>
              <a:t>Dipolmarbeit</a:t>
            </a:r>
            <a:br>
              <a:rPr lang="de-AT" dirty="0"/>
            </a:br>
            <a:r>
              <a:rPr lang="de-AT" dirty="0"/>
              <a:t>05.02.2026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8EC8516-5A14-0708-BF10-92EF1CD4C82E}"/>
              </a:ext>
            </a:extLst>
          </p:cNvPr>
          <p:cNvSpPr txBox="1"/>
          <p:nvPr/>
        </p:nvSpPr>
        <p:spPr>
          <a:xfrm>
            <a:off x="11060162" y="8293571"/>
            <a:ext cx="7632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</a:rPr>
              <a:t>Robert Milanovici &amp; Manuel </a:t>
            </a:r>
            <a:r>
              <a:rPr lang="de-DE" sz="2400" dirty="0" err="1">
                <a:solidFill>
                  <a:schemeClr val="bg1"/>
                </a:solidFill>
              </a:rPr>
              <a:t>Greinix</a:t>
            </a:r>
            <a:br>
              <a:rPr lang="de-DE" sz="2400" dirty="0">
                <a:solidFill>
                  <a:schemeClr val="bg1"/>
                </a:solidFill>
              </a:rPr>
            </a:br>
            <a:r>
              <a:rPr lang="de-DE" sz="2400" dirty="0">
                <a:solidFill>
                  <a:schemeClr val="bg1"/>
                </a:solidFill>
              </a:rPr>
              <a:t>Abteilung für Elektronik und Technische Informatik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CCE0E3C-4D7C-A56B-76DE-F4DBD357EB41}"/>
              </a:ext>
            </a:extLst>
          </p:cNvPr>
          <p:cNvSpPr txBox="1"/>
          <p:nvPr/>
        </p:nvSpPr>
        <p:spPr>
          <a:xfrm>
            <a:off x="18511935" y="5971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5624B21-5770-5244-AD1C-6457D61AB5FD}"/>
              </a:ext>
            </a:extLst>
          </p:cNvPr>
          <p:cNvSpPr txBox="1"/>
          <p:nvPr/>
        </p:nvSpPr>
        <p:spPr>
          <a:xfrm>
            <a:off x="18188955" y="516707"/>
            <a:ext cx="1459434" cy="356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2326E1-3667-0341-3C58-553178F6B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01C0C1-C372-6CC5-66DB-46CDE14A4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Raspberry Pi Camera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Silhouette erstellen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Auf die LEDs Skalieren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Anzeige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4F44C3E-7BD9-55AC-A74E-B91BCBBCC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02" y="5650345"/>
            <a:ext cx="18866096" cy="273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2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0478CB-DC17-979A-9EB1-12BF53A31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Einführung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820583-06D2-6D1F-BAAF-A8596E852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Raspberry Pi 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Pi </a:t>
            </a:r>
            <a:r>
              <a:rPr lang="de-AT" dirty="0" err="1"/>
              <a:t>Camera</a:t>
            </a:r>
            <a:r>
              <a:rPr lang="de-AT" dirty="0"/>
              <a:t> 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MAX7219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Verbindungsplatinen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Case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7555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4247CE6-C5DF-5BE0-3E57-125A30C19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Robert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dirty="0"/>
              <a:t>Personenerfassung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dirty="0"/>
              <a:t>Kamera Ansteuerung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dirty="0"/>
              <a:t>Led-Matrix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dirty="0"/>
              <a:t>Simulation der Verbindungsplatinen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A25091F-3040-312E-1644-E16FD502B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Robert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5489D09-CEE7-0C2B-D5F6-A7B450EB1DA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87427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69288866-0B66-E12A-1A26-4F4297EAD387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2386141" y="2460625"/>
            <a:ext cx="4724677" cy="7559484"/>
          </a:xfrm>
          <a:prstGeom prst="rect">
            <a:avLst/>
          </a:prstGeom>
          <a:noFill/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FAEB38-8807-CC03-2222-A9D3901F9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Initialization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Kamera </a:t>
            </a:r>
            <a:r>
              <a:rPr lang="en-US" dirty="0" err="1"/>
              <a:t>starten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KI-Modelle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KNN </a:t>
            </a:r>
            <a:r>
              <a:rPr lang="en-US" dirty="0" err="1"/>
              <a:t>starten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Aft>
                <a:spcPts val="600"/>
              </a:spcAft>
            </a:pPr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6332A4B-BFA5-4137-77FE-76CE323A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 err="1"/>
              <a:t>Programm</a:t>
            </a:r>
            <a:r>
              <a:rPr lang="en-GB" dirty="0"/>
              <a:t> Start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0032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4D1A9F7E-1611-7FCB-52F1-161430911317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2272748" y="2460625"/>
            <a:ext cx="4951462" cy="7559484"/>
          </a:xfrm>
          <a:prstGeom prst="rect">
            <a:avLst/>
          </a:prstGeom>
          <a:noFill/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7058CD-77B2-7B64-9707-62CD91BA2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100 Frames ( Keine Person )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BGR -&gt; </a:t>
            </a:r>
            <a:r>
              <a:rPr lang="en-GB" dirty="0" err="1"/>
              <a:t>Graustufenbild</a:t>
            </a: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KNN </a:t>
            </a:r>
            <a:r>
              <a:rPr lang="en-GB" dirty="0" err="1"/>
              <a:t>lernt</a:t>
            </a:r>
            <a:r>
              <a:rPr lang="en-GB" dirty="0"/>
              <a:t> </a:t>
            </a:r>
            <a:r>
              <a:rPr lang="en-GB" dirty="0" err="1"/>
              <a:t>Hintergrund</a:t>
            </a:r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C92C6FE-F8C0-4B41-0D56-699714DE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 err="1"/>
              <a:t>Kalibrierung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210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99E8EE6B-C21C-17C4-967A-414CC2967725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1015984" y="2460625"/>
            <a:ext cx="7464991" cy="7559484"/>
          </a:xfrm>
          <a:prstGeom prst="rect">
            <a:avLst/>
          </a:prstGeom>
          <a:noFill/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C0D51E-25B8-687F-F977-6525DB63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BGR -&gt; RGB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AT" dirty="0"/>
              <a:t>Körper von Hintergrund trennen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AT" dirty="0"/>
              <a:t>Hände Polygon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AT" dirty="0"/>
              <a:t>Maske erstellen</a:t>
            </a:r>
          </a:p>
          <a:p>
            <a:pPr>
              <a:spcAft>
                <a:spcPts val="600"/>
              </a:spcAft>
            </a:pPr>
            <a:endParaRPr lang="de-AT" dirty="0"/>
          </a:p>
          <a:p>
            <a:pPr>
              <a:spcAft>
                <a:spcPts val="600"/>
              </a:spcAft>
            </a:pPr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84ED622-F06E-5EBA-C42C-A9755BB4E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/>
              <a:t>Main Loop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98210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6ADB392F-BD21-5188-B536-07A857FEF51B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1167174" y="2460625"/>
            <a:ext cx="7162610" cy="7559484"/>
          </a:xfrm>
          <a:prstGeom prst="rect">
            <a:avLst/>
          </a:prstGeom>
          <a:noFill/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10B030-E566-F9AD-7CA4-03B395A4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Filter 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 err="1"/>
              <a:t>Shilouette</a:t>
            </a:r>
            <a:r>
              <a:rPr lang="en-GB" dirty="0"/>
              <a:t> </a:t>
            </a:r>
            <a:r>
              <a:rPr lang="en-GB" dirty="0" err="1"/>
              <a:t>füllen</a:t>
            </a: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 err="1"/>
              <a:t>Zeitliche</a:t>
            </a:r>
            <a:r>
              <a:rPr lang="en-GB" dirty="0"/>
              <a:t> </a:t>
            </a:r>
            <a:r>
              <a:rPr lang="en-GB" dirty="0" err="1"/>
              <a:t>Glättung</a:t>
            </a: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 err="1"/>
              <a:t>Skalierung</a:t>
            </a:r>
            <a:r>
              <a:rPr lang="en-GB" dirty="0"/>
              <a:t> </a:t>
            </a:r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A925EDE-30F7-A95B-3150-54C25647F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/>
              <a:t>Main Loop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72960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Rechteck, Muster enthält.&#10;&#10;KI-generierte Inhalte können fehlerhaft sein.">
            <a:extLst>
              <a:ext uri="{FF2B5EF4-FFF2-40B4-BE49-F238E27FC236}">
                <a16:creationId xmlns:a16="http://schemas.microsoft.com/office/drawing/2014/main" id="{D4CF7975-27F8-04F0-CC6A-E1964A6C368C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0375838" y="3310698"/>
            <a:ext cx="8745283" cy="585933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4207CF-239B-5900-A0C7-BE4B995F4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U shaped Pins</a:t>
            </a:r>
          </a:p>
          <a:p>
            <a:pPr marL="457200" indent="-4572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 err="1"/>
              <a:t>Zwischenplatinen</a:t>
            </a:r>
            <a:endParaRPr lang="en-GB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GB" dirty="0"/>
              <a:t>Problem:</a:t>
            </a:r>
          </a:p>
          <a:p>
            <a:pPr marL="457200" indent="-4572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AT" dirty="0"/>
              <a:t>Erste 4 Reihen funktionierten einwandfrei</a:t>
            </a:r>
          </a:p>
          <a:p>
            <a:pPr marL="457200" indent="-4572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Data In, </a:t>
            </a:r>
            <a:r>
              <a:rPr lang="en-GB" dirty="0" err="1"/>
              <a:t>clk</a:t>
            </a:r>
            <a:r>
              <a:rPr lang="en-GB" dirty="0"/>
              <a:t> </a:t>
            </a:r>
            <a:r>
              <a:rPr lang="en-GB" dirty="0" err="1"/>
              <a:t>unerkennbar</a:t>
            </a:r>
            <a:r>
              <a:rPr lang="en-GB" dirty="0"/>
              <a:t> </a:t>
            </a:r>
            <a:r>
              <a:rPr lang="en-GB" dirty="0" err="1"/>
              <a:t>nach</a:t>
            </a:r>
            <a:r>
              <a:rPr lang="en-GB" dirty="0"/>
              <a:t> 1 Reihe</a:t>
            </a:r>
          </a:p>
          <a:p>
            <a:pPr marL="457200" indent="-4572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 err="1"/>
              <a:t>Lösung</a:t>
            </a:r>
            <a:r>
              <a:rPr lang="en-GB" dirty="0"/>
              <a:t> : OPV-</a:t>
            </a:r>
            <a:r>
              <a:rPr lang="en-GB" dirty="0" err="1"/>
              <a:t>schmittrigger</a:t>
            </a:r>
            <a:r>
              <a:rPr lang="en-GB" dirty="0"/>
              <a:t> </a:t>
            </a:r>
            <a:r>
              <a:rPr lang="en-GB" dirty="0" err="1"/>
              <a:t>Schaltung</a:t>
            </a:r>
            <a:endParaRPr lang="en-GB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29BCFFB-C592-0008-CDD8-80730A301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/>
              <a:t>Led Matrix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85217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E7DB2-F7B1-7BF1-0D7B-2941137A2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AFE4DCE-F842-74A0-C865-1527DF20C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Manuel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dirty="0"/>
              <a:t>Bildübertragung auf LED-Matrix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dirty="0"/>
              <a:t>Case und Platinen Designe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dirty="0"/>
              <a:t>Case Fertigung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dirty="0"/>
              <a:t>Dokumentation und </a:t>
            </a:r>
            <a:r>
              <a:rPr lang="de-DE" sz="3200" dirty="0" err="1"/>
              <a:t>Github</a:t>
            </a:r>
            <a:r>
              <a:rPr lang="de-DE" sz="3200" dirty="0"/>
              <a:t> Verwaltung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B011655-2943-A858-7F43-18DC27D5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Manuel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58E66CC-3F3B-A67C-89AB-B1B885F849F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30412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128F7-77D5-E9C2-61C2-99E01B1F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F53F7E-DC6C-0F13-47ED-C85CE327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Main-Rework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Neuer </a:t>
            </a:r>
            <a:r>
              <a:rPr lang="en-US" dirty="0" err="1"/>
              <a:t>Übersichtlicher</a:t>
            </a:r>
            <a:r>
              <a:rPr lang="en-US" dirty="0"/>
              <a:t> Aufbau 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Software 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Simulation/</a:t>
            </a:r>
            <a:r>
              <a:rPr lang="en-US" dirty="0" err="1"/>
              <a:t>Dokumentation</a:t>
            </a:r>
            <a:endParaRPr lang="en-US" dirty="0"/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Setup </a:t>
            </a:r>
            <a:r>
              <a:rPr lang="en-US" dirty="0" err="1"/>
              <a:t>Guid</a:t>
            </a:r>
            <a:endParaRPr lang="en-US" dirty="0"/>
          </a:p>
          <a:p>
            <a:pPr lvl="1">
              <a:spcAft>
                <a:spcPts val="600"/>
              </a:spcAft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READMEs mir </a:t>
            </a:r>
            <a:r>
              <a:rPr lang="en-US" dirty="0" err="1"/>
              <a:t>erklärungen</a:t>
            </a:r>
            <a:r>
              <a:rPr lang="en-US" dirty="0"/>
              <a:t> 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Code-Archive 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Aft>
                <a:spcPts val="600"/>
              </a:spcAft>
            </a:pPr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4E0AC2E-E40F-B5EB-9EA1-6618B605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 err="1"/>
              <a:t>Neustrukturiereung</a:t>
            </a:r>
            <a:r>
              <a:rPr lang="en-GB" dirty="0"/>
              <a:t> </a:t>
            </a:r>
            <a:r>
              <a:rPr lang="en-GB" dirty="0" err="1"/>
              <a:t>Github</a:t>
            </a:r>
            <a:endParaRPr lang="de-AT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49D5B5DC-F66F-F669-39D5-8B91A478A543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3292410" y="2148679"/>
            <a:ext cx="4198596" cy="696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70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93283-DC7B-6C4E-3B20-CAAE397D4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2A9C30-7280-98F4-B688-7F7EAAE03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Initialization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Prüfen</a:t>
            </a:r>
            <a:r>
              <a:rPr lang="en-US" dirty="0"/>
              <a:t> </a:t>
            </a:r>
            <a:r>
              <a:rPr lang="en-US" dirty="0" err="1"/>
              <a:t>ob</a:t>
            </a:r>
            <a:r>
              <a:rPr lang="en-US" dirty="0"/>
              <a:t> Raspberry </a:t>
            </a:r>
            <a:r>
              <a:rPr lang="en-US" dirty="0" err="1"/>
              <a:t>läuft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Bild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zerlegt</a:t>
            </a:r>
            <a:r>
              <a:rPr lang="en-US" dirty="0"/>
              <a:t> 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2. 4. und 6. Matrix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geflippt</a:t>
            </a:r>
            <a:r>
              <a:rPr lang="en-US" dirty="0"/>
              <a:t> 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 PIL-Image </a:t>
            </a:r>
            <a:r>
              <a:rPr lang="en-US" dirty="0" err="1"/>
              <a:t>converten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Anzeigen</a:t>
            </a:r>
            <a:endParaRPr lang="en-US" dirty="0"/>
          </a:p>
          <a:p>
            <a:pPr>
              <a:spcAft>
                <a:spcPts val="600"/>
              </a:spcAft>
            </a:pPr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FCAEF52-D90D-D668-F92E-0CF07831A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 err="1"/>
              <a:t>Programm</a:t>
            </a:r>
            <a:r>
              <a:rPr lang="en-GB" dirty="0"/>
              <a:t> Start</a:t>
            </a:r>
            <a:endParaRPr lang="de-AT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D717FCA4-983C-CFB4-2036-1A693D41FA7C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8777" y="2460625"/>
            <a:ext cx="5039783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88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4EF3-ACD0-4114-728A-B46CA13BA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F5BAFAE-DDBE-748C-F5EA-E1655493A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Stichpunkte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Material der Wahl : Holz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Design </a:t>
            </a:r>
            <a:r>
              <a:rPr lang="en-US" dirty="0" err="1"/>
              <a:t>Finalisiert</a:t>
            </a: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Für </a:t>
            </a:r>
            <a:r>
              <a:rPr lang="en-US" dirty="0" err="1"/>
              <a:t>Optimales</a:t>
            </a:r>
            <a:r>
              <a:rPr lang="en-US" dirty="0"/>
              <a:t> </a:t>
            </a:r>
            <a:r>
              <a:rPr lang="en-US" dirty="0" err="1"/>
              <a:t>gerades</a:t>
            </a:r>
            <a:r>
              <a:rPr lang="en-US" dirty="0"/>
              <a:t> Bild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Opt1: LED-Matrix </a:t>
            </a:r>
            <a:r>
              <a:rPr lang="en-US" dirty="0" err="1"/>
              <a:t>Einzelteile</a:t>
            </a:r>
            <a:r>
              <a:rPr lang="en-US" dirty="0"/>
              <a:t> </a:t>
            </a:r>
            <a:r>
              <a:rPr lang="en-US" dirty="0" err="1"/>
              <a:t>Abschleifen</a:t>
            </a:r>
            <a:endParaRPr lang="en-US" dirty="0"/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Opt2: </a:t>
            </a:r>
            <a:r>
              <a:rPr lang="en-US" dirty="0" err="1"/>
              <a:t>Neuabmessung</a:t>
            </a:r>
            <a:r>
              <a:rPr lang="en-US" dirty="0"/>
              <a:t> der </a:t>
            </a:r>
            <a:r>
              <a:rPr lang="en-US" dirty="0" err="1"/>
              <a:t>Platinen</a:t>
            </a:r>
            <a:endParaRPr lang="en-US" dirty="0"/>
          </a:p>
          <a:p>
            <a:pPr lvl="1">
              <a:spcAft>
                <a:spcPts val="600"/>
              </a:spcAft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Wenn </a:t>
            </a:r>
            <a:r>
              <a:rPr lang="en-US" dirty="0" err="1"/>
              <a:t>Genug</a:t>
            </a:r>
            <a:r>
              <a:rPr lang="en-US" dirty="0"/>
              <a:t> Zeit Case2.0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226DA8B-247A-9B05-05E8-5F0573F8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/>
              <a:t>Case Design</a:t>
            </a:r>
            <a:endParaRPr lang="de-AT" dirty="0"/>
          </a:p>
        </p:txBody>
      </p:sp>
      <p:pic>
        <p:nvPicPr>
          <p:cNvPr id="6" name="Inhaltsplatzhalter 6" descr="Ein Bild, das Rechteck, Muster enthält.&#10;&#10;KI-generierte Inhalte können fehlerhaft sein.">
            <a:extLst>
              <a:ext uri="{FF2B5EF4-FFF2-40B4-BE49-F238E27FC236}">
                <a16:creationId xmlns:a16="http://schemas.microsoft.com/office/drawing/2014/main" id="{15C0448F-A25E-E14E-F89D-5C72D686E4DA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2323111" y="1314961"/>
            <a:ext cx="5611008" cy="37629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7ED326C-55F6-2B6B-458B-59A1C13F3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6147" y="5023470"/>
            <a:ext cx="3816424" cy="497291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46DF89F-22D3-F1C2-965B-2B1FB9F25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4658" y="5023470"/>
            <a:ext cx="4134041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99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D3ABA-42A8-C6F4-B2B0-C6599B158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E5939C-8D9C-51D3-B3DD-95DCA2FF4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Stichpunkte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Erster</a:t>
            </a:r>
            <a:r>
              <a:rPr lang="en-US" dirty="0"/>
              <a:t> simpler Aufbau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Redesign der </a:t>
            </a:r>
            <a:r>
              <a:rPr lang="en-US" dirty="0" err="1"/>
              <a:t>neuen</a:t>
            </a:r>
            <a:r>
              <a:rPr lang="en-US" dirty="0"/>
              <a:t> </a:t>
            </a:r>
            <a:r>
              <a:rPr lang="en-US" dirty="0" err="1"/>
              <a:t>Platinen</a:t>
            </a:r>
            <a:r>
              <a:rPr lang="en-US" dirty="0"/>
              <a:t> für </a:t>
            </a:r>
            <a:r>
              <a:rPr lang="en-US" dirty="0" err="1"/>
              <a:t>neue</a:t>
            </a:r>
            <a:r>
              <a:rPr lang="en-US" dirty="0"/>
              <a:t> </a:t>
            </a:r>
            <a:r>
              <a:rPr lang="en-US" dirty="0" err="1"/>
              <a:t>Bauteile</a:t>
            </a: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Bestellen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CFD916A-375B-86B3-0DE6-0FA89F3B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/>
              <a:t>Design der </a:t>
            </a:r>
            <a:r>
              <a:rPr lang="en-GB" dirty="0" err="1"/>
              <a:t>Platinen</a:t>
            </a:r>
            <a:endParaRPr lang="de-AT" dirty="0"/>
          </a:p>
        </p:txBody>
      </p:sp>
      <p:pic>
        <p:nvPicPr>
          <p:cNvPr id="2" name="Inhaltsplatzhalter 1">
            <a:extLst>
              <a:ext uri="{FF2B5EF4-FFF2-40B4-BE49-F238E27FC236}">
                <a16:creationId xmlns:a16="http://schemas.microsoft.com/office/drawing/2014/main" id="{C0F58BD6-4224-522D-2E6D-7A1DA7015111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0502437" y="2646559"/>
            <a:ext cx="8492464" cy="71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14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F891062-4DE5-980F-9822-DE3F01123C2F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0485A9-E8D5-47BE-EB56-EFFA6744E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Finalen Code für die Bildübertragung</a:t>
            </a:r>
          </a:p>
          <a:p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Verbindungsplatinen bestellen, Testen, und Einbauen </a:t>
            </a:r>
          </a:p>
          <a:p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Case Zusammenbauen und Optimieren</a:t>
            </a:r>
          </a:p>
          <a:p>
            <a:r>
              <a:rPr lang="de-AT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LED-Matrix Stabilisieren und Festigen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699FA7A-28CB-B166-B8BF-EF0E31505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Anstehende Punkte</a:t>
            </a:r>
          </a:p>
        </p:txBody>
      </p:sp>
    </p:spTree>
    <p:extLst>
      <p:ext uri="{BB962C8B-B14F-4D97-AF65-F5344CB8AC3E}">
        <p14:creationId xmlns:p14="http://schemas.microsoft.com/office/powerpoint/2010/main" val="465441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EEB3BDCC-597A-FEB4-8BCF-6D224B7D3737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0988154" y="1884859"/>
            <a:ext cx="8496944" cy="7186786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78C6FE-9A11-F04F-DE6E-6C058D44D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OPV Schmit trigger </a:t>
            </a:r>
            <a:r>
              <a:rPr lang="en-GB" dirty="0" err="1"/>
              <a:t>Schaltung</a:t>
            </a: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OPA354 -&gt; </a:t>
            </a:r>
            <a:r>
              <a:rPr lang="en-GB" dirty="0" err="1"/>
              <a:t>hohe</a:t>
            </a:r>
            <a:r>
              <a:rPr lang="en-GB" dirty="0"/>
              <a:t> </a:t>
            </a:r>
            <a:r>
              <a:rPr lang="en-GB" dirty="0" err="1"/>
              <a:t>Frequenz</a:t>
            </a:r>
            <a:r>
              <a:rPr lang="en-GB" dirty="0"/>
              <a:t> &amp; Slew Rate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Signal (</a:t>
            </a:r>
            <a:r>
              <a:rPr lang="en-GB" dirty="0" err="1"/>
              <a:t>blau</a:t>
            </a:r>
            <a:r>
              <a:rPr lang="en-GB" dirty="0"/>
              <a:t>) </a:t>
            </a:r>
            <a:r>
              <a:rPr lang="en-GB" dirty="0" err="1"/>
              <a:t>wird</a:t>
            </a:r>
            <a:r>
              <a:rPr lang="en-GB" dirty="0"/>
              <a:t> </a:t>
            </a:r>
            <a:r>
              <a:rPr lang="en-GB" dirty="0" err="1"/>
              <a:t>repariert</a:t>
            </a:r>
            <a:endParaRPr lang="en-GB" dirty="0"/>
          </a:p>
          <a:p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817CC6F-DB7F-3797-D3F2-DB9B31936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Led Matrix</a:t>
            </a:r>
            <a:endParaRPr lang="de-AT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2D132EC-A0F5-D82A-0906-DDE41F5E3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31" y="4909195"/>
            <a:ext cx="9576918" cy="594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84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AFEFF8-C8D5-CE39-83AB-9C08C0307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of Concept</a:t>
            </a:r>
            <a:endParaRPr lang="de-AT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F2DEAF0-5030-0AB9-7D02-7F042F24CF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4" name="WhatsApp Video 2026-03-04 at 15.52.23">
            <a:hlinkClick r:id="" action="ppaction://media"/>
            <a:extLst>
              <a:ext uri="{FF2B5EF4-FFF2-40B4-BE49-F238E27FC236}">
                <a16:creationId xmlns:a16="http://schemas.microsoft.com/office/drawing/2014/main" id="{1B1497BF-B7AB-EAC3-8C48-39EA1D1BFE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71730" y="1955160"/>
            <a:ext cx="5112568" cy="903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5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9C0994-73BF-6DDB-5C09-131340C3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Probleme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3D1CAF-6AF6-8017-2556-3FCC1EEA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Anfänglich</a:t>
            </a:r>
            <a:r>
              <a:rPr lang="en-GB" b="1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Eine stabile Silhouette erstellen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Eine Case Idee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AT" b="1" dirty="0"/>
          </a:p>
          <a:p>
            <a:r>
              <a:rPr lang="de-AT" b="1" dirty="0"/>
              <a:t>Zurzeit: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Alle 9 Reihen der Led anzusteuern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Die Finger / Hand präzise anzeigen</a:t>
            </a:r>
            <a:endParaRPr lang="de-AT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890933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308D1-7295-43AD-FE51-AF9697D1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Besonders</a:t>
            </a:r>
            <a:r>
              <a:rPr lang="en-GB" dirty="0"/>
              <a:t> </a:t>
            </a:r>
            <a:r>
              <a:rPr lang="en-GB" dirty="0" err="1"/>
              <a:t>Aufwendig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0FFE43-28B7-84D9-750A-9CAB7F01A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Stabile Silhouette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Parameter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Led Module </a:t>
            </a:r>
            <a:r>
              <a:rPr lang="en-GB" dirty="0" err="1"/>
              <a:t>vorbereiten</a:t>
            </a: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err="1"/>
              <a:t>Bauteile</a:t>
            </a:r>
            <a:r>
              <a:rPr lang="en-GB" dirty="0"/>
              <a:t> </a:t>
            </a:r>
            <a:r>
              <a:rPr lang="en-GB" dirty="0" err="1"/>
              <a:t>besorgen</a:t>
            </a:r>
            <a:r>
              <a:rPr lang="en-GB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0861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62FD61-4DDB-5C5C-0E59-93B24C575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Aus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Unterricht</a:t>
            </a:r>
            <a:r>
              <a:rPr lang="en-GB" dirty="0"/>
              <a:t> </a:t>
            </a:r>
            <a:r>
              <a:rPr lang="en-GB" dirty="0" err="1"/>
              <a:t>gelernt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3E415F-9097-F982-70D6-F2B46AF6C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HWE / DIC: Hardware Debugging (</a:t>
            </a:r>
            <a:r>
              <a:rPr lang="en-GB" dirty="0" err="1"/>
              <a:t>Zwischenplatinen</a:t>
            </a:r>
            <a:r>
              <a:rPr lang="en-GB" dirty="0"/>
              <a:t>, OPV)</a:t>
            </a:r>
          </a:p>
          <a:p>
            <a:endParaRPr lang="en-GB" dirty="0"/>
          </a:p>
          <a:p>
            <a:r>
              <a:rPr lang="en-GB" dirty="0"/>
              <a:t>DIC: Filter </a:t>
            </a:r>
            <a:r>
              <a:rPr lang="en-GB" dirty="0" err="1"/>
              <a:t>wie</a:t>
            </a:r>
            <a:r>
              <a:rPr lang="en-GB" dirty="0"/>
              <a:t> Erode und Dilate </a:t>
            </a:r>
            <a:r>
              <a:rPr lang="en-GB" dirty="0" err="1"/>
              <a:t>anwenden</a:t>
            </a:r>
            <a:r>
              <a:rPr lang="en-GB" dirty="0"/>
              <a:t> (</a:t>
            </a:r>
            <a:r>
              <a:rPr lang="en-GB" dirty="0" err="1"/>
              <a:t>Personenerfassung</a:t>
            </a:r>
            <a:r>
              <a:rPr lang="en-GB" dirty="0"/>
              <a:t>) </a:t>
            </a:r>
          </a:p>
          <a:p>
            <a:endParaRPr lang="en-GB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62080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6D623AB-AB96-1710-0A7B-AEBB022F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de-AT" dirty="0"/>
              <a:t>Zusammenfassung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794161-D942-764E-0805-D9F4894C1A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….wichtigste 3-4 Punkte</a:t>
            </a:r>
          </a:p>
        </p:txBody>
      </p:sp>
    </p:spTree>
    <p:extLst>
      <p:ext uri="{BB962C8B-B14F-4D97-AF65-F5344CB8AC3E}">
        <p14:creationId xmlns:p14="http://schemas.microsoft.com/office/powerpoint/2010/main" val="3176726208"/>
      </p:ext>
    </p:extLst>
  </p:cSld>
  <p:clrMapOvr>
    <a:masterClrMapping/>
  </p:clrMapOvr>
</p:sld>
</file>

<file path=ppt/theme/theme1.xml><?xml version="1.0" encoding="utf-8"?>
<a:theme xmlns:a="http://schemas.openxmlformats.org/drawingml/2006/main" name="ELEKTRONIK &amp; TECHN. INFORMATI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LME-Vorlage-EL-2025-1" id="{685589CC-0A40-7D48-A385-2C962065E78F}" vid="{EA640997-F2BE-2D47-A4D3-504C0DC209D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ELEKTRONIK &amp; TECHN</Template>
  <TotalTime>0</TotalTime>
  <Words>324</Words>
  <Application>Microsoft Office PowerPoint</Application>
  <PresentationFormat>Benutzerdefiniert</PresentationFormat>
  <Paragraphs>142</Paragraphs>
  <Slides>21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Arial</vt:lpstr>
      <vt:lpstr>Calibri</vt:lpstr>
      <vt:lpstr>Helvetica</vt:lpstr>
      <vt:lpstr>Times New Roman</vt:lpstr>
      <vt:lpstr>ELEKTRONIK &amp; TECHN. INFORMATIK</vt:lpstr>
      <vt:lpstr>Black Mirror </vt:lpstr>
      <vt:lpstr>Ziel</vt:lpstr>
      <vt:lpstr>Einführung</vt:lpstr>
      <vt:lpstr>Robert</vt:lpstr>
      <vt:lpstr>Programm Start</vt:lpstr>
      <vt:lpstr>Kalibrierung</vt:lpstr>
      <vt:lpstr>Main Loop</vt:lpstr>
      <vt:lpstr>Main Loop</vt:lpstr>
      <vt:lpstr>Led Matrix</vt:lpstr>
      <vt:lpstr>Manuel</vt:lpstr>
      <vt:lpstr>Neustrukturiereung Github</vt:lpstr>
      <vt:lpstr>Programm Start</vt:lpstr>
      <vt:lpstr>Case Design</vt:lpstr>
      <vt:lpstr>Design der Platinen</vt:lpstr>
      <vt:lpstr>Anstehende Punkte</vt:lpstr>
      <vt:lpstr>Led Matrix</vt:lpstr>
      <vt:lpstr>Proof of Concept</vt:lpstr>
      <vt:lpstr>Probleme</vt:lpstr>
      <vt:lpstr>Besonders Aufwendig</vt:lpstr>
      <vt:lpstr>Aus dem Unterricht gelernt</vt:lpstr>
      <vt:lpstr>Zusammenfassung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Rudolf Schamberger</dc:creator>
  <cp:lastModifiedBy>Milanovici Robert</cp:lastModifiedBy>
  <cp:revision>9</cp:revision>
  <dcterms:created xsi:type="dcterms:W3CDTF">2026-02-26T14:01:20Z</dcterms:created>
  <dcterms:modified xsi:type="dcterms:W3CDTF">2026-03-05T07:39:51Z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2023-11-09T00:00:00Z</vt:filetime>
  </property>
  <property fmtid="{D5CDD505-2E9C-101B-9397-08002B2CF9AE}" pid="3" name="Creator">
    <vt:lpwstr>Adobe InDesign 18.0 (Macintosh)</vt:lpwstr>
  </property>
  <property fmtid="{D5CDD505-2E9C-101B-9397-08002B2CF9AE}" pid="4" name="LastSaved">
    <vt:filetime>2023-11-09T00:00:00Z</vt:filetime>
  </property>
  <property fmtid="{D5CDD505-2E9C-101B-9397-08002B2CF9AE}" pid="5" name="Producer">
    <vt:lpwstr>Adobe PDF Library 17.0</vt:lpwstr>
  </property>
</Properties>
</file>