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3" r:id="rId1"/>
  </p:sldMasterIdLst>
  <p:notesMasterIdLst>
    <p:notesMasterId r:id="rId10"/>
  </p:notesMasterIdLst>
  <p:sldIdLst>
    <p:sldId id="256" r:id="rId2"/>
    <p:sldId id="276" r:id="rId3"/>
    <p:sldId id="274" r:id="rId4"/>
    <p:sldId id="275" r:id="rId5"/>
    <p:sldId id="278" r:id="rId6"/>
    <p:sldId id="280" r:id="rId7"/>
    <p:sldId id="279" r:id="rId8"/>
    <p:sldId id="271" r:id="rId9"/>
  </p:sldIdLst>
  <p:sldSz cx="20104100" cy="11258550"/>
  <p:notesSz cx="20104100" cy="11258550"/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32C"/>
    <a:srgbClr val="7BB7E5"/>
    <a:srgbClr val="DE5528"/>
    <a:srgbClr val="A2CB3E"/>
    <a:srgbClr val="102D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05" autoAdjust="0"/>
    <p:restoredTop sz="94286"/>
  </p:normalViewPr>
  <p:slideViewPr>
    <p:cSldViewPr>
      <p:cViewPr varScale="1">
        <p:scale>
          <a:sx n="48" d="100"/>
          <a:sy n="48" d="100"/>
        </p:scale>
        <p:origin x="830" y="4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6" d="100"/>
          <a:sy n="66" d="100"/>
        </p:scale>
        <p:origin x="61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51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51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2CCA1-4475-43BB-8E25-41D5FBD7FEC8}" type="datetimeFigureOut">
              <a:rPr lang="de-AT" smtClean="0"/>
              <a:t>03.03.2026</a:t>
            </a:fld>
            <a:endParaRPr lang="de-AT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08113"/>
            <a:ext cx="6784975" cy="37988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2009775" y="5418138"/>
            <a:ext cx="16084550" cy="44338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693400"/>
            <a:ext cx="8712200" cy="5651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11387138" y="10693400"/>
            <a:ext cx="8712200" cy="5651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7D3D4C-C2CF-4F6C-98A3-FF8A645ED3C3}" type="slidenum">
              <a:rPr lang="de-AT" smtClean="0"/>
              <a:t>‹Nr.›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324004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png"/><Relationship Id="rId18" Type="http://schemas.openxmlformats.org/officeDocument/2006/relationships/image" Target="../media/image23.svg"/><Relationship Id="rId3" Type="http://schemas.openxmlformats.org/officeDocument/2006/relationships/image" Target="../media/image8.png"/><Relationship Id="rId21" Type="http://schemas.openxmlformats.org/officeDocument/2006/relationships/image" Target="../media/image26.sv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17" Type="http://schemas.openxmlformats.org/officeDocument/2006/relationships/image" Target="../media/image22.png"/><Relationship Id="rId25" Type="http://schemas.openxmlformats.org/officeDocument/2006/relationships/image" Target="../media/image30.svg"/><Relationship Id="rId2" Type="http://schemas.openxmlformats.org/officeDocument/2006/relationships/image" Target="../media/image7.png"/><Relationship Id="rId16" Type="http://schemas.openxmlformats.org/officeDocument/2006/relationships/image" Target="../media/image21.svg"/><Relationship Id="rId20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svg"/><Relationship Id="rId11" Type="http://schemas.openxmlformats.org/officeDocument/2006/relationships/image" Target="../media/image16.png"/><Relationship Id="rId24" Type="http://schemas.openxmlformats.org/officeDocument/2006/relationships/image" Target="../media/image29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23" Type="http://schemas.openxmlformats.org/officeDocument/2006/relationships/image" Target="../media/image28.svg"/><Relationship Id="rId10" Type="http://schemas.openxmlformats.org/officeDocument/2006/relationships/image" Target="../media/image15.svg"/><Relationship Id="rId19" Type="http://schemas.openxmlformats.org/officeDocument/2006/relationships/image" Target="../media/image24.png"/><Relationship Id="rId4" Type="http://schemas.openxmlformats.org/officeDocument/2006/relationships/image" Target="../media/image9.svg"/><Relationship Id="rId9" Type="http://schemas.openxmlformats.org/officeDocument/2006/relationships/image" Target="../media/image14.png"/><Relationship Id="rId14" Type="http://schemas.openxmlformats.org/officeDocument/2006/relationships/image" Target="../media/image19.svg"/><Relationship Id="rId22" Type="http://schemas.openxmlformats.org/officeDocument/2006/relationships/image" Target="../media/image27.png"/></Relationships>
</file>

<file path=ppt/slideLayouts/_rels/slideLayout1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5.png"/><Relationship Id="rId21" Type="http://schemas.openxmlformats.org/officeDocument/2006/relationships/image" Target="../media/image50.svg"/><Relationship Id="rId42" Type="http://schemas.openxmlformats.org/officeDocument/2006/relationships/image" Target="../media/image71.png"/><Relationship Id="rId47" Type="http://schemas.openxmlformats.org/officeDocument/2006/relationships/image" Target="../media/image76.svg"/><Relationship Id="rId63" Type="http://schemas.openxmlformats.org/officeDocument/2006/relationships/image" Target="../media/image92.svg"/><Relationship Id="rId68" Type="http://schemas.openxmlformats.org/officeDocument/2006/relationships/image" Target="../media/image97.png"/><Relationship Id="rId16" Type="http://schemas.openxmlformats.org/officeDocument/2006/relationships/image" Target="../media/image45.png"/><Relationship Id="rId11" Type="http://schemas.openxmlformats.org/officeDocument/2006/relationships/image" Target="../media/image40.svg"/><Relationship Id="rId24" Type="http://schemas.openxmlformats.org/officeDocument/2006/relationships/image" Target="../media/image53.png"/><Relationship Id="rId32" Type="http://schemas.openxmlformats.org/officeDocument/2006/relationships/image" Target="../media/image61.png"/><Relationship Id="rId37" Type="http://schemas.openxmlformats.org/officeDocument/2006/relationships/image" Target="../media/image66.svg"/><Relationship Id="rId40" Type="http://schemas.openxmlformats.org/officeDocument/2006/relationships/image" Target="../media/image69.png"/><Relationship Id="rId45" Type="http://schemas.openxmlformats.org/officeDocument/2006/relationships/image" Target="../media/image74.svg"/><Relationship Id="rId53" Type="http://schemas.openxmlformats.org/officeDocument/2006/relationships/image" Target="../media/image82.svg"/><Relationship Id="rId58" Type="http://schemas.openxmlformats.org/officeDocument/2006/relationships/image" Target="../media/image87.png"/><Relationship Id="rId66" Type="http://schemas.openxmlformats.org/officeDocument/2006/relationships/image" Target="../media/image95.png"/><Relationship Id="rId74" Type="http://schemas.openxmlformats.org/officeDocument/2006/relationships/image" Target="../media/image103.png"/><Relationship Id="rId79" Type="http://schemas.openxmlformats.org/officeDocument/2006/relationships/image" Target="../media/image108.svg"/><Relationship Id="rId5" Type="http://schemas.openxmlformats.org/officeDocument/2006/relationships/image" Target="../media/image34.svg"/><Relationship Id="rId61" Type="http://schemas.openxmlformats.org/officeDocument/2006/relationships/image" Target="../media/image90.svg"/><Relationship Id="rId19" Type="http://schemas.openxmlformats.org/officeDocument/2006/relationships/image" Target="../media/image48.svg"/><Relationship Id="rId14" Type="http://schemas.openxmlformats.org/officeDocument/2006/relationships/image" Target="../media/image43.png"/><Relationship Id="rId22" Type="http://schemas.openxmlformats.org/officeDocument/2006/relationships/image" Target="../media/image51.png"/><Relationship Id="rId27" Type="http://schemas.openxmlformats.org/officeDocument/2006/relationships/image" Target="../media/image56.svg"/><Relationship Id="rId30" Type="http://schemas.openxmlformats.org/officeDocument/2006/relationships/image" Target="../media/image59.png"/><Relationship Id="rId35" Type="http://schemas.openxmlformats.org/officeDocument/2006/relationships/image" Target="../media/image64.svg"/><Relationship Id="rId43" Type="http://schemas.openxmlformats.org/officeDocument/2006/relationships/image" Target="../media/image72.svg"/><Relationship Id="rId48" Type="http://schemas.openxmlformats.org/officeDocument/2006/relationships/image" Target="../media/image77.png"/><Relationship Id="rId56" Type="http://schemas.openxmlformats.org/officeDocument/2006/relationships/image" Target="../media/image85.png"/><Relationship Id="rId64" Type="http://schemas.openxmlformats.org/officeDocument/2006/relationships/image" Target="../media/image93.png"/><Relationship Id="rId69" Type="http://schemas.openxmlformats.org/officeDocument/2006/relationships/image" Target="../media/image98.svg"/><Relationship Id="rId77" Type="http://schemas.openxmlformats.org/officeDocument/2006/relationships/image" Target="../media/image106.svg"/><Relationship Id="rId8" Type="http://schemas.openxmlformats.org/officeDocument/2006/relationships/image" Target="../media/image37.png"/><Relationship Id="rId51" Type="http://schemas.openxmlformats.org/officeDocument/2006/relationships/image" Target="../media/image80.svg"/><Relationship Id="rId72" Type="http://schemas.openxmlformats.org/officeDocument/2006/relationships/image" Target="../media/image101.png"/><Relationship Id="rId3" Type="http://schemas.openxmlformats.org/officeDocument/2006/relationships/image" Target="../media/image32.svg"/><Relationship Id="rId12" Type="http://schemas.openxmlformats.org/officeDocument/2006/relationships/image" Target="../media/image41.png"/><Relationship Id="rId17" Type="http://schemas.openxmlformats.org/officeDocument/2006/relationships/image" Target="../media/image46.svg"/><Relationship Id="rId25" Type="http://schemas.openxmlformats.org/officeDocument/2006/relationships/image" Target="../media/image54.svg"/><Relationship Id="rId33" Type="http://schemas.openxmlformats.org/officeDocument/2006/relationships/image" Target="../media/image62.svg"/><Relationship Id="rId38" Type="http://schemas.openxmlformats.org/officeDocument/2006/relationships/image" Target="../media/image67.png"/><Relationship Id="rId46" Type="http://schemas.openxmlformats.org/officeDocument/2006/relationships/image" Target="../media/image75.png"/><Relationship Id="rId59" Type="http://schemas.openxmlformats.org/officeDocument/2006/relationships/image" Target="../media/image88.svg"/><Relationship Id="rId67" Type="http://schemas.openxmlformats.org/officeDocument/2006/relationships/image" Target="../media/image96.svg"/><Relationship Id="rId20" Type="http://schemas.openxmlformats.org/officeDocument/2006/relationships/image" Target="../media/image49.png"/><Relationship Id="rId41" Type="http://schemas.openxmlformats.org/officeDocument/2006/relationships/image" Target="../media/image70.svg"/><Relationship Id="rId54" Type="http://schemas.openxmlformats.org/officeDocument/2006/relationships/image" Target="../media/image83.png"/><Relationship Id="rId62" Type="http://schemas.openxmlformats.org/officeDocument/2006/relationships/image" Target="../media/image91.png"/><Relationship Id="rId70" Type="http://schemas.openxmlformats.org/officeDocument/2006/relationships/image" Target="../media/image99.png"/><Relationship Id="rId75" Type="http://schemas.openxmlformats.org/officeDocument/2006/relationships/image" Target="../media/image104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5.png"/><Relationship Id="rId15" Type="http://schemas.openxmlformats.org/officeDocument/2006/relationships/image" Target="../media/image44.svg"/><Relationship Id="rId23" Type="http://schemas.openxmlformats.org/officeDocument/2006/relationships/image" Target="../media/image52.svg"/><Relationship Id="rId28" Type="http://schemas.openxmlformats.org/officeDocument/2006/relationships/image" Target="../media/image57.png"/><Relationship Id="rId36" Type="http://schemas.openxmlformats.org/officeDocument/2006/relationships/image" Target="../media/image65.png"/><Relationship Id="rId49" Type="http://schemas.openxmlformats.org/officeDocument/2006/relationships/image" Target="../media/image78.svg"/><Relationship Id="rId57" Type="http://schemas.openxmlformats.org/officeDocument/2006/relationships/image" Target="../media/image86.svg"/><Relationship Id="rId10" Type="http://schemas.openxmlformats.org/officeDocument/2006/relationships/image" Target="../media/image39.png"/><Relationship Id="rId31" Type="http://schemas.openxmlformats.org/officeDocument/2006/relationships/image" Target="../media/image60.svg"/><Relationship Id="rId44" Type="http://schemas.openxmlformats.org/officeDocument/2006/relationships/image" Target="../media/image73.png"/><Relationship Id="rId52" Type="http://schemas.openxmlformats.org/officeDocument/2006/relationships/image" Target="../media/image81.png"/><Relationship Id="rId60" Type="http://schemas.openxmlformats.org/officeDocument/2006/relationships/image" Target="../media/image89.png"/><Relationship Id="rId65" Type="http://schemas.openxmlformats.org/officeDocument/2006/relationships/image" Target="../media/image94.svg"/><Relationship Id="rId73" Type="http://schemas.openxmlformats.org/officeDocument/2006/relationships/image" Target="../media/image102.svg"/><Relationship Id="rId78" Type="http://schemas.openxmlformats.org/officeDocument/2006/relationships/image" Target="../media/image107.png"/><Relationship Id="rId4" Type="http://schemas.openxmlformats.org/officeDocument/2006/relationships/image" Target="../media/image33.png"/><Relationship Id="rId9" Type="http://schemas.openxmlformats.org/officeDocument/2006/relationships/image" Target="../media/image38.svg"/><Relationship Id="rId13" Type="http://schemas.openxmlformats.org/officeDocument/2006/relationships/image" Target="../media/image42.svg"/><Relationship Id="rId18" Type="http://schemas.openxmlformats.org/officeDocument/2006/relationships/image" Target="../media/image47.png"/><Relationship Id="rId39" Type="http://schemas.openxmlformats.org/officeDocument/2006/relationships/image" Target="../media/image68.svg"/><Relationship Id="rId34" Type="http://schemas.openxmlformats.org/officeDocument/2006/relationships/image" Target="../media/image63.png"/><Relationship Id="rId50" Type="http://schemas.openxmlformats.org/officeDocument/2006/relationships/image" Target="../media/image79.png"/><Relationship Id="rId55" Type="http://schemas.openxmlformats.org/officeDocument/2006/relationships/image" Target="../media/image84.svg"/><Relationship Id="rId76" Type="http://schemas.openxmlformats.org/officeDocument/2006/relationships/image" Target="../media/image105.png"/><Relationship Id="rId7" Type="http://schemas.openxmlformats.org/officeDocument/2006/relationships/image" Target="../media/image36.svg"/><Relationship Id="rId71" Type="http://schemas.openxmlformats.org/officeDocument/2006/relationships/image" Target="../media/image100.svg"/><Relationship Id="rId2" Type="http://schemas.openxmlformats.org/officeDocument/2006/relationships/image" Target="../media/image31.png"/><Relationship Id="rId29" Type="http://schemas.openxmlformats.org/officeDocument/2006/relationships/image" Target="../media/image58.svg"/></Relationships>
</file>

<file path=ppt/slideLayouts/_rels/slideLayout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0.svg"/><Relationship Id="rId18" Type="http://schemas.openxmlformats.org/officeDocument/2006/relationships/image" Target="../media/image125.png"/><Relationship Id="rId26" Type="http://schemas.openxmlformats.org/officeDocument/2006/relationships/image" Target="../media/image133.png"/><Relationship Id="rId39" Type="http://schemas.openxmlformats.org/officeDocument/2006/relationships/image" Target="../media/image146.svg"/><Relationship Id="rId21" Type="http://schemas.openxmlformats.org/officeDocument/2006/relationships/image" Target="../media/image128.svg"/><Relationship Id="rId34" Type="http://schemas.openxmlformats.org/officeDocument/2006/relationships/image" Target="../media/image141.png"/><Relationship Id="rId42" Type="http://schemas.openxmlformats.org/officeDocument/2006/relationships/image" Target="../media/image149.png"/><Relationship Id="rId47" Type="http://schemas.openxmlformats.org/officeDocument/2006/relationships/image" Target="../media/image154.svg"/><Relationship Id="rId50" Type="http://schemas.openxmlformats.org/officeDocument/2006/relationships/image" Target="../media/image157.png"/><Relationship Id="rId55" Type="http://schemas.openxmlformats.org/officeDocument/2006/relationships/image" Target="../media/image162.svg"/><Relationship Id="rId63" Type="http://schemas.openxmlformats.org/officeDocument/2006/relationships/image" Target="../media/image58.svg"/><Relationship Id="rId7" Type="http://schemas.openxmlformats.org/officeDocument/2006/relationships/image" Target="../media/image114.svg"/><Relationship Id="rId2" Type="http://schemas.openxmlformats.org/officeDocument/2006/relationships/image" Target="../media/image109.png"/><Relationship Id="rId16" Type="http://schemas.openxmlformats.org/officeDocument/2006/relationships/image" Target="../media/image123.png"/><Relationship Id="rId29" Type="http://schemas.openxmlformats.org/officeDocument/2006/relationships/image" Target="../media/image136.svg"/><Relationship Id="rId11" Type="http://schemas.openxmlformats.org/officeDocument/2006/relationships/image" Target="../media/image118.svg"/><Relationship Id="rId24" Type="http://schemas.openxmlformats.org/officeDocument/2006/relationships/image" Target="../media/image131.png"/><Relationship Id="rId32" Type="http://schemas.openxmlformats.org/officeDocument/2006/relationships/image" Target="../media/image139.png"/><Relationship Id="rId37" Type="http://schemas.openxmlformats.org/officeDocument/2006/relationships/image" Target="../media/image144.svg"/><Relationship Id="rId40" Type="http://schemas.openxmlformats.org/officeDocument/2006/relationships/image" Target="../media/image147.png"/><Relationship Id="rId45" Type="http://schemas.openxmlformats.org/officeDocument/2006/relationships/image" Target="../media/image152.svg"/><Relationship Id="rId53" Type="http://schemas.openxmlformats.org/officeDocument/2006/relationships/image" Target="../media/image160.svg"/><Relationship Id="rId58" Type="http://schemas.openxmlformats.org/officeDocument/2006/relationships/image" Target="../media/image165.png"/><Relationship Id="rId5" Type="http://schemas.openxmlformats.org/officeDocument/2006/relationships/image" Target="../media/image112.svg"/><Relationship Id="rId61" Type="http://schemas.openxmlformats.org/officeDocument/2006/relationships/image" Target="../media/image168.svg"/><Relationship Id="rId19" Type="http://schemas.openxmlformats.org/officeDocument/2006/relationships/image" Target="../media/image126.svg"/><Relationship Id="rId14" Type="http://schemas.openxmlformats.org/officeDocument/2006/relationships/image" Target="../media/image121.png"/><Relationship Id="rId22" Type="http://schemas.openxmlformats.org/officeDocument/2006/relationships/image" Target="../media/image129.png"/><Relationship Id="rId27" Type="http://schemas.openxmlformats.org/officeDocument/2006/relationships/image" Target="../media/image134.svg"/><Relationship Id="rId30" Type="http://schemas.openxmlformats.org/officeDocument/2006/relationships/image" Target="../media/image137.png"/><Relationship Id="rId35" Type="http://schemas.openxmlformats.org/officeDocument/2006/relationships/image" Target="../media/image142.svg"/><Relationship Id="rId43" Type="http://schemas.openxmlformats.org/officeDocument/2006/relationships/image" Target="../media/image150.svg"/><Relationship Id="rId48" Type="http://schemas.openxmlformats.org/officeDocument/2006/relationships/image" Target="../media/image155.png"/><Relationship Id="rId56" Type="http://schemas.openxmlformats.org/officeDocument/2006/relationships/image" Target="../media/image163.png"/><Relationship Id="rId8" Type="http://schemas.openxmlformats.org/officeDocument/2006/relationships/image" Target="../media/image115.png"/><Relationship Id="rId51" Type="http://schemas.openxmlformats.org/officeDocument/2006/relationships/image" Target="../media/image158.svg"/><Relationship Id="rId3" Type="http://schemas.openxmlformats.org/officeDocument/2006/relationships/image" Target="../media/image110.svg"/><Relationship Id="rId12" Type="http://schemas.openxmlformats.org/officeDocument/2006/relationships/image" Target="../media/image119.png"/><Relationship Id="rId17" Type="http://schemas.openxmlformats.org/officeDocument/2006/relationships/image" Target="../media/image124.svg"/><Relationship Id="rId25" Type="http://schemas.openxmlformats.org/officeDocument/2006/relationships/image" Target="../media/image132.svg"/><Relationship Id="rId33" Type="http://schemas.openxmlformats.org/officeDocument/2006/relationships/image" Target="../media/image140.svg"/><Relationship Id="rId38" Type="http://schemas.openxmlformats.org/officeDocument/2006/relationships/image" Target="../media/image145.png"/><Relationship Id="rId46" Type="http://schemas.openxmlformats.org/officeDocument/2006/relationships/image" Target="../media/image153.png"/><Relationship Id="rId59" Type="http://schemas.openxmlformats.org/officeDocument/2006/relationships/image" Target="../media/image166.svg"/><Relationship Id="rId20" Type="http://schemas.openxmlformats.org/officeDocument/2006/relationships/image" Target="../media/image127.png"/><Relationship Id="rId41" Type="http://schemas.openxmlformats.org/officeDocument/2006/relationships/image" Target="../media/image148.svg"/><Relationship Id="rId54" Type="http://schemas.openxmlformats.org/officeDocument/2006/relationships/image" Target="../media/image161.png"/><Relationship Id="rId62" Type="http://schemas.openxmlformats.org/officeDocument/2006/relationships/image" Target="../media/image5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3.png"/><Relationship Id="rId15" Type="http://schemas.openxmlformats.org/officeDocument/2006/relationships/image" Target="../media/image122.svg"/><Relationship Id="rId23" Type="http://schemas.openxmlformats.org/officeDocument/2006/relationships/image" Target="../media/image130.svg"/><Relationship Id="rId28" Type="http://schemas.openxmlformats.org/officeDocument/2006/relationships/image" Target="../media/image135.png"/><Relationship Id="rId36" Type="http://schemas.openxmlformats.org/officeDocument/2006/relationships/image" Target="../media/image143.png"/><Relationship Id="rId49" Type="http://schemas.openxmlformats.org/officeDocument/2006/relationships/image" Target="../media/image156.svg"/><Relationship Id="rId57" Type="http://schemas.openxmlformats.org/officeDocument/2006/relationships/image" Target="../media/image164.svg"/><Relationship Id="rId10" Type="http://schemas.openxmlformats.org/officeDocument/2006/relationships/image" Target="../media/image117.png"/><Relationship Id="rId31" Type="http://schemas.openxmlformats.org/officeDocument/2006/relationships/image" Target="../media/image138.svg"/><Relationship Id="rId44" Type="http://schemas.openxmlformats.org/officeDocument/2006/relationships/image" Target="../media/image151.png"/><Relationship Id="rId52" Type="http://schemas.openxmlformats.org/officeDocument/2006/relationships/image" Target="../media/image159.png"/><Relationship Id="rId60" Type="http://schemas.openxmlformats.org/officeDocument/2006/relationships/image" Target="../media/image167.png"/><Relationship Id="rId4" Type="http://schemas.openxmlformats.org/officeDocument/2006/relationships/image" Target="../media/image111.png"/><Relationship Id="rId9" Type="http://schemas.openxmlformats.org/officeDocument/2006/relationships/image" Target="../media/image116.svg"/></Relationships>
</file>

<file path=ppt/slideLayouts/_rels/slideLayout1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93.png"/><Relationship Id="rId117" Type="http://schemas.openxmlformats.org/officeDocument/2006/relationships/image" Target="../media/image284.svg"/><Relationship Id="rId21" Type="http://schemas.openxmlformats.org/officeDocument/2006/relationships/image" Target="../media/image188.svg"/><Relationship Id="rId42" Type="http://schemas.openxmlformats.org/officeDocument/2006/relationships/image" Target="../media/image209.png"/><Relationship Id="rId47" Type="http://schemas.openxmlformats.org/officeDocument/2006/relationships/image" Target="../media/image214.svg"/><Relationship Id="rId63" Type="http://schemas.openxmlformats.org/officeDocument/2006/relationships/image" Target="../media/image230.svg"/><Relationship Id="rId68" Type="http://schemas.openxmlformats.org/officeDocument/2006/relationships/image" Target="../media/image235.png"/><Relationship Id="rId84" Type="http://schemas.openxmlformats.org/officeDocument/2006/relationships/image" Target="../media/image251.png"/><Relationship Id="rId89" Type="http://schemas.openxmlformats.org/officeDocument/2006/relationships/image" Target="../media/image256.svg"/><Relationship Id="rId112" Type="http://schemas.openxmlformats.org/officeDocument/2006/relationships/image" Target="../media/image279.png"/><Relationship Id="rId16" Type="http://schemas.openxmlformats.org/officeDocument/2006/relationships/image" Target="../media/image183.png"/><Relationship Id="rId107" Type="http://schemas.openxmlformats.org/officeDocument/2006/relationships/image" Target="../media/image274.svg"/><Relationship Id="rId11" Type="http://schemas.openxmlformats.org/officeDocument/2006/relationships/image" Target="../media/image178.svg"/><Relationship Id="rId32" Type="http://schemas.openxmlformats.org/officeDocument/2006/relationships/image" Target="../media/image199.png"/><Relationship Id="rId37" Type="http://schemas.openxmlformats.org/officeDocument/2006/relationships/image" Target="../media/image204.svg"/><Relationship Id="rId53" Type="http://schemas.openxmlformats.org/officeDocument/2006/relationships/image" Target="../media/image220.svg"/><Relationship Id="rId58" Type="http://schemas.openxmlformats.org/officeDocument/2006/relationships/image" Target="../media/image225.png"/><Relationship Id="rId74" Type="http://schemas.openxmlformats.org/officeDocument/2006/relationships/image" Target="../media/image241.png"/><Relationship Id="rId79" Type="http://schemas.openxmlformats.org/officeDocument/2006/relationships/image" Target="../media/image246.svg"/><Relationship Id="rId102" Type="http://schemas.openxmlformats.org/officeDocument/2006/relationships/image" Target="../media/image269.png"/><Relationship Id="rId5" Type="http://schemas.openxmlformats.org/officeDocument/2006/relationships/image" Target="../media/image172.svg"/><Relationship Id="rId90" Type="http://schemas.openxmlformats.org/officeDocument/2006/relationships/image" Target="../media/image257.png"/><Relationship Id="rId95" Type="http://schemas.openxmlformats.org/officeDocument/2006/relationships/image" Target="../media/image262.svg"/><Relationship Id="rId22" Type="http://schemas.openxmlformats.org/officeDocument/2006/relationships/image" Target="../media/image189.png"/><Relationship Id="rId27" Type="http://schemas.openxmlformats.org/officeDocument/2006/relationships/image" Target="../media/image194.svg"/><Relationship Id="rId43" Type="http://schemas.openxmlformats.org/officeDocument/2006/relationships/image" Target="../media/image210.svg"/><Relationship Id="rId48" Type="http://schemas.openxmlformats.org/officeDocument/2006/relationships/image" Target="../media/image215.png"/><Relationship Id="rId64" Type="http://schemas.openxmlformats.org/officeDocument/2006/relationships/image" Target="../media/image231.png"/><Relationship Id="rId69" Type="http://schemas.openxmlformats.org/officeDocument/2006/relationships/image" Target="../media/image236.svg"/><Relationship Id="rId113" Type="http://schemas.openxmlformats.org/officeDocument/2006/relationships/image" Target="../media/image280.svg"/><Relationship Id="rId118" Type="http://schemas.openxmlformats.org/officeDocument/2006/relationships/image" Target="../media/image285.png"/><Relationship Id="rId80" Type="http://schemas.openxmlformats.org/officeDocument/2006/relationships/image" Target="../media/image247.png"/><Relationship Id="rId85" Type="http://schemas.openxmlformats.org/officeDocument/2006/relationships/image" Target="../media/image252.svg"/><Relationship Id="rId12" Type="http://schemas.openxmlformats.org/officeDocument/2006/relationships/image" Target="../media/image179.png"/><Relationship Id="rId17" Type="http://schemas.openxmlformats.org/officeDocument/2006/relationships/image" Target="../media/image184.svg"/><Relationship Id="rId33" Type="http://schemas.openxmlformats.org/officeDocument/2006/relationships/image" Target="../media/image200.svg"/><Relationship Id="rId38" Type="http://schemas.openxmlformats.org/officeDocument/2006/relationships/image" Target="../media/image205.png"/><Relationship Id="rId59" Type="http://schemas.openxmlformats.org/officeDocument/2006/relationships/image" Target="../media/image226.svg"/><Relationship Id="rId103" Type="http://schemas.openxmlformats.org/officeDocument/2006/relationships/image" Target="../media/image270.svg"/><Relationship Id="rId108" Type="http://schemas.openxmlformats.org/officeDocument/2006/relationships/image" Target="../media/image275.png"/><Relationship Id="rId54" Type="http://schemas.openxmlformats.org/officeDocument/2006/relationships/image" Target="../media/image221.png"/><Relationship Id="rId70" Type="http://schemas.openxmlformats.org/officeDocument/2006/relationships/image" Target="../media/image237.png"/><Relationship Id="rId75" Type="http://schemas.openxmlformats.org/officeDocument/2006/relationships/image" Target="../media/image242.svg"/><Relationship Id="rId91" Type="http://schemas.openxmlformats.org/officeDocument/2006/relationships/image" Target="../media/image258.svg"/><Relationship Id="rId96" Type="http://schemas.openxmlformats.org/officeDocument/2006/relationships/image" Target="../media/image26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3.png"/><Relationship Id="rId23" Type="http://schemas.openxmlformats.org/officeDocument/2006/relationships/image" Target="../media/image190.svg"/><Relationship Id="rId28" Type="http://schemas.openxmlformats.org/officeDocument/2006/relationships/image" Target="../media/image195.png"/><Relationship Id="rId49" Type="http://schemas.openxmlformats.org/officeDocument/2006/relationships/image" Target="../media/image216.svg"/><Relationship Id="rId114" Type="http://schemas.openxmlformats.org/officeDocument/2006/relationships/image" Target="../media/image281.png"/><Relationship Id="rId119" Type="http://schemas.openxmlformats.org/officeDocument/2006/relationships/image" Target="../media/image286.svg"/><Relationship Id="rId10" Type="http://schemas.openxmlformats.org/officeDocument/2006/relationships/image" Target="../media/image177.png"/><Relationship Id="rId31" Type="http://schemas.openxmlformats.org/officeDocument/2006/relationships/image" Target="../media/image198.svg"/><Relationship Id="rId44" Type="http://schemas.openxmlformats.org/officeDocument/2006/relationships/image" Target="../media/image211.png"/><Relationship Id="rId52" Type="http://schemas.openxmlformats.org/officeDocument/2006/relationships/image" Target="../media/image219.png"/><Relationship Id="rId60" Type="http://schemas.openxmlformats.org/officeDocument/2006/relationships/image" Target="../media/image227.png"/><Relationship Id="rId65" Type="http://schemas.openxmlformats.org/officeDocument/2006/relationships/image" Target="../media/image232.svg"/><Relationship Id="rId73" Type="http://schemas.openxmlformats.org/officeDocument/2006/relationships/image" Target="../media/image240.svg"/><Relationship Id="rId78" Type="http://schemas.openxmlformats.org/officeDocument/2006/relationships/image" Target="../media/image245.png"/><Relationship Id="rId81" Type="http://schemas.openxmlformats.org/officeDocument/2006/relationships/image" Target="../media/image248.svg"/><Relationship Id="rId86" Type="http://schemas.openxmlformats.org/officeDocument/2006/relationships/image" Target="../media/image253.png"/><Relationship Id="rId94" Type="http://schemas.openxmlformats.org/officeDocument/2006/relationships/image" Target="../media/image261.png"/><Relationship Id="rId99" Type="http://schemas.openxmlformats.org/officeDocument/2006/relationships/image" Target="../media/image266.svg"/><Relationship Id="rId101" Type="http://schemas.openxmlformats.org/officeDocument/2006/relationships/image" Target="../media/image268.svg"/><Relationship Id="rId4" Type="http://schemas.openxmlformats.org/officeDocument/2006/relationships/image" Target="../media/image171.png"/><Relationship Id="rId9" Type="http://schemas.openxmlformats.org/officeDocument/2006/relationships/image" Target="../media/image176.svg"/><Relationship Id="rId13" Type="http://schemas.openxmlformats.org/officeDocument/2006/relationships/image" Target="../media/image180.svg"/><Relationship Id="rId18" Type="http://schemas.openxmlformats.org/officeDocument/2006/relationships/image" Target="../media/image185.png"/><Relationship Id="rId39" Type="http://schemas.openxmlformats.org/officeDocument/2006/relationships/image" Target="../media/image206.svg"/><Relationship Id="rId109" Type="http://schemas.openxmlformats.org/officeDocument/2006/relationships/image" Target="../media/image276.svg"/><Relationship Id="rId34" Type="http://schemas.openxmlformats.org/officeDocument/2006/relationships/image" Target="../media/image201.png"/><Relationship Id="rId50" Type="http://schemas.openxmlformats.org/officeDocument/2006/relationships/image" Target="../media/image217.png"/><Relationship Id="rId55" Type="http://schemas.openxmlformats.org/officeDocument/2006/relationships/image" Target="../media/image222.svg"/><Relationship Id="rId76" Type="http://schemas.openxmlformats.org/officeDocument/2006/relationships/image" Target="../media/image243.png"/><Relationship Id="rId97" Type="http://schemas.openxmlformats.org/officeDocument/2006/relationships/image" Target="../media/image264.svg"/><Relationship Id="rId104" Type="http://schemas.openxmlformats.org/officeDocument/2006/relationships/image" Target="../media/image271.png"/><Relationship Id="rId7" Type="http://schemas.openxmlformats.org/officeDocument/2006/relationships/image" Target="../media/image174.svg"/><Relationship Id="rId71" Type="http://schemas.openxmlformats.org/officeDocument/2006/relationships/image" Target="../media/image238.svg"/><Relationship Id="rId92" Type="http://schemas.openxmlformats.org/officeDocument/2006/relationships/image" Target="../media/image259.png"/><Relationship Id="rId2" Type="http://schemas.openxmlformats.org/officeDocument/2006/relationships/image" Target="../media/image169.png"/><Relationship Id="rId29" Type="http://schemas.openxmlformats.org/officeDocument/2006/relationships/image" Target="../media/image196.svg"/><Relationship Id="rId24" Type="http://schemas.openxmlformats.org/officeDocument/2006/relationships/image" Target="../media/image191.png"/><Relationship Id="rId40" Type="http://schemas.openxmlformats.org/officeDocument/2006/relationships/image" Target="../media/image207.png"/><Relationship Id="rId45" Type="http://schemas.openxmlformats.org/officeDocument/2006/relationships/image" Target="../media/image212.svg"/><Relationship Id="rId66" Type="http://schemas.openxmlformats.org/officeDocument/2006/relationships/image" Target="../media/image233.png"/><Relationship Id="rId87" Type="http://schemas.openxmlformats.org/officeDocument/2006/relationships/image" Target="../media/image254.svg"/><Relationship Id="rId110" Type="http://schemas.openxmlformats.org/officeDocument/2006/relationships/image" Target="../media/image277.png"/><Relationship Id="rId115" Type="http://schemas.openxmlformats.org/officeDocument/2006/relationships/image" Target="../media/image282.svg"/><Relationship Id="rId61" Type="http://schemas.openxmlformats.org/officeDocument/2006/relationships/image" Target="../media/image228.svg"/><Relationship Id="rId82" Type="http://schemas.openxmlformats.org/officeDocument/2006/relationships/image" Target="../media/image249.png"/><Relationship Id="rId19" Type="http://schemas.openxmlformats.org/officeDocument/2006/relationships/image" Target="../media/image186.svg"/><Relationship Id="rId14" Type="http://schemas.openxmlformats.org/officeDocument/2006/relationships/image" Target="../media/image181.png"/><Relationship Id="rId30" Type="http://schemas.openxmlformats.org/officeDocument/2006/relationships/image" Target="../media/image197.png"/><Relationship Id="rId35" Type="http://schemas.openxmlformats.org/officeDocument/2006/relationships/image" Target="../media/image202.svg"/><Relationship Id="rId56" Type="http://schemas.openxmlformats.org/officeDocument/2006/relationships/image" Target="../media/image223.png"/><Relationship Id="rId77" Type="http://schemas.openxmlformats.org/officeDocument/2006/relationships/image" Target="../media/image244.svg"/><Relationship Id="rId100" Type="http://schemas.openxmlformats.org/officeDocument/2006/relationships/image" Target="../media/image267.png"/><Relationship Id="rId105" Type="http://schemas.openxmlformats.org/officeDocument/2006/relationships/image" Target="../media/image272.svg"/><Relationship Id="rId8" Type="http://schemas.openxmlformats.org/officeDocument/2006/relationships/image" Target="../media/image175.png"/><Relationship Id="rId51" Type="http://schemas.openxmlformats.org/officeDocument/2006/relationships/image" Target="../media/image218.svg"/><Relationship Id="rId72" Type="http://schemas.openxmlformats.org/officeDocument/2006/relationships/image" Target="../media/image239.png"/><Relationship Id="rId93" Type="http://schemas.openxmlformats.org/officeDocument/2006/relationships/image" Target="../media/image260.svg"/><Relationship Id="rId98" Type="http://schemas.openxmlformats.org/officeDocument/2006/relationships/image" Target="../media/image265.png"/><Relationship Id="rId3" Type="http://schemas.openxmlformats.org/officeDocument/2006/relationships/image" Target="../media/image170.svg"/><Relationship Id="rId25" Type="http://schemas.openxmlformats.org/officeDocument/2006/relationships/image" Target="../media/image192.svg"/><Relationship Id="rId46" Type="http://schemas.openxmlformats.org/officeDocument/2006/relationships/image" Target="../media/image213.png"/><Relationship Id="rId67" Type="http://schemas.openxmlformats.org/officeDocument/2006/relationships/image" Target="../media/image234.svg"/><Relationship Id="rId116" Type="http://schemas.openxmlformats.org/officeDocument/2006/relationships/image" Target="../media/image283.png"/><Relationship Id="rId20" Type="http://schemas.openxmlformats.org/officeDocument/2006/relationships/image" Target="../media/image187.png"/><Relationship Id="rId41" Type="http://schemas.openxmlformats.org/officeDocument/2006/relationships/image" Target="../media/image208.svg"/><Relationship Id="rId62" Type="http://schemas.openxmlformats.org/officeDocument/2006/relationships/image" Target="../media/image229.png"/><Relationship Id="rId83" Type="http://schemas.openxmlformats.org/officeDocument/2006/relationships/image" Target="../media/image250.svg"/><Relationship Id="rId88" Type="http://schemas.openxmlformats.org/officeDocument/2006/relationships/image" Target="../media/image255.png"/><Relationship Id="rId111" Type="http://schemas.openxmlformats.org/officeDocument/2006/relationships/image" Target="../media/image278.svg"/><Relationship Id="rId15" Type="http://schemas.openxmlformats.org/officeDocument/2006/relationships/image" Target="../media/image182.svg"/><Relationship Id="rId36" Type="http://schemas.openxmlformats.org/officeDocument/2006/relationships/image" Target="../media/image203.png"/><Relationship Id="rId57" Type="http://schemas.openxmlformats.org/officeDocument/2006/relationships/image" Target="../media/image224.svg"/><Relationship Id="rId106" Type="http://schemas.openxmlformats.org/officeDocument/2006/relationships/image" Target="../media/image273.png"/></Relationships>
</file>

<file path=ppt/slideLayouts/_rels/slideLayout1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11.png"/><Relationship Id="rId21" Type="http://schemas.openxmlformats.org/officeDocument/2006/relationships/image" Target="../media/image306.svg"/><Relationship Id="rId42" Type="http://schemas.openxmlformats.org/officeDocument/2006/relationships/image" Target="../media/image327.png"/><Relationship Id="rId47" Type="http://schemas.openxmlformats.org/officeDocument/2006/relationships/image" Target="../media/image332.svg"/><Relationship Id="rId63" Type="http://schemas.openxmlformats.org/officeDocument/2006/relationships/image" Target="../media/image348.svg"/><Relationship Id="rId68" Type="http://schemas.openxmlformats.org/officeDocument/2006/relationships/image" Target="../media/image353.png"/><Relationship Id="rId2" Type="http://schemas.openxmlformats.org/officeDocument/2006/relationships/image" Target="../media/image287.png"/><Relationship Id="rId16" Type="http://schemas.openxmlformats.org/officeDocument/2006/relationships/image" Target="../media/image301.png"/><Relationship Id="rId29" Type="http://schemas.openxmlformats.org/officeDocument/2006/relationships/image" Target="../media/image314.svg"/><Relationship Id="rId11" Type="http://schemas.openxmlformats.org/officeDocument/2006/relationships/image" Target="../media/image296.svg"/><Relationship Id="rId24" Type="http://schemas.openxmlformats.org/officeDocument/2006/relationships/image" Target="../media/image309.png"/><Relationship Id="rId32" Type="http://schemas.openxmlformats.org/officeDocument/2006/relationships/image" Target="../media/image317.png"/><Relationship Id="rId37" Type="http://schemas.openxmlformats.org/officeDocument/2006/relationships/image" Target="../media/image322.svg"/><Relationship Id="rId40" Type="http://schemas.openxmlformats.org/officeDocument/2006/relationships/image" Target="../media/image325.png"/><Relationship Id="rId45" Type="http://schemas.openxmlformats.org/officeDocument/2006/relationships/image" Target="../media/image330.svg"/><Relationship Id="rId53" Type="http://schemas.openxmlformats.org/officeDocument/2006/relationships/image" Target="../media/image338.svg"/><Relationship Id="rId58" Type="http://schemas.openxmlformats.org/officeDocument/2006/relationships/image" Target="../media/image343.png"/><Relationship Id="rId66" Type="http://schemas.openxmlformats.org/officeDocument/2006/relationships/image" Target="../media/image351.png"/><Relationship Id="rId5" Type="http://schemas.openxmlformats.org/officeDocument/2006/relationships/image" Target="../media/image290.svg"/><Relationship Id="rId61" Type="http://schemas.openxmlformats.org/officeDocument/2006/relationships/image" Target="../media/image346.svg"/><Relationship Id="rId19" Type="http://schemas.openxmlformats.org/officeDocument/2006/relationships/image" Target="../media/image304.svg"/><Relationship Id="rId14" Type="http://schemas.openxmlformats.org/officeDocument/2006/relationships/image" Target="../media/image299.png"/><Relationship Id="rId22" Type="http://schemas.openxmlformats.org/officeDocument/2006/relationships/image" Target="../media/image307.png"/><Relationship Id="rId27" Type="http://schemas.openxmlformats.org/officeDocument/2006/relationships/image" Target="../media/image312.svg"/><Relationship Id="rId30" Type="http://schemas.openxmlformats.org/officeDocument/2006/relationships/image" Target="../media/image315.png"/><Relationship Id="rId35" Type="http://schemas.openxmlformats.org/officeDocument/2006/relationships/image" Target="../media/image320.svg"/><Relationship Id="rId43" Type="http://schemas.openxmlformats.org/officeDocument/2006/relationships/image" Target="../media/image328.svg"/><Relationship Id="rId48" Type="http://schemas.openxmlformats.org/officeDocument/2006/relationships/image" Target="../media/image333.png"/><Relationship Id="rId56" Type="http://schemas.openxmlformats.org/officeDocument/2006/relationships/image" Target="../media/image341.png"/><Relationship Id="rId64" Type="http://schemas.openxmlformats.org/officeDocument/2006/relationships/image" Target="../media/image349.png"/><Relationship Id="rId69" Type="http://schemas.openxmlformats.org/officeDocument/2006/relationships/image" Target="../media/image354.svg"/><Relationship Id="rId8" Type="http://schemas.openxmlformats.org/officeDocument/2006/relationships/image" Target="../media/image293.png"/><Relationship Id="rId51" Type="http://schemas.openxmlformats.org/officeDocument/2006/relationships/image" Target="../media/image336.svg"/><Relationship Id="rId72" Type="http://schemas.openxmlformats.org/officeDocument/2006/relationships/image" Target="../media/image357.png"/><Relationship Id="rId3" Type="http://schemas.openxmlformats.org/officeDocument/2006/relationships/image" Target="../media/image288.svg"/><Relationship Id="rId12" Type="http://schemas.openxmlformats.org/officeDocument/2006/relationships/image" Target="../media/image297.png"/><Relationship Id="rId17" Type="http://schemas.openxmlformats.org/officeDocument/2006/relationships/image" Target="../media/image302.svg"/><Relationship Id="rId25" Type="http://schemas.openxmlformats.org/officeDocument/2006/relationships/image" Target="../media/image310.svg"/><Relationship Id="rId33" Type="http://schemas.openxmlformats.org/officeDocument/2006/relationships/image" Target="../media/image318.svg"/><Relationship Id="rId38" Type="http://schemas.openxmlformats.org/officeDocument/2006/relationships/image" Target="../media/image323.png"/><Relationship Id="rId46" Type="http://schemas.openxmlformats.org/officeDocument/2006/relationships/image" Target="../media/image331.png"/><Relationship Id="rId59" Type="http://schemas.openxmlformats.org/officeDocument/2006/relationships/image" Target="../media/image344.svg"/><Relationship Id="rId67" Type="http://schemas.openxmlformats.org/officeDocument/2006/relationships/image" Target="../media/image352.svg"/><Relationship Id="rId20" Type="http://schemas.openxmlformats.org/officeDocument/2006/relationships/image" Target="../media/image305.png"/><Relationship Id="rId41" Type="http://schemas.openxmlformats.org/officeDocument/2006/relationships/image" Target="../media/image326.svg"/><Relationship Id="rId54" Type="http://schemas.openxmlformats.org/officeDocument/2006/relationships/image" Target="../media/image339.png"/><Relationship Id="rId62" Type="http://schemas.openxmlformats.org/officeDocument/2006/relationships/image" Target="../media/image347.png"/><Relationship Id="rId70" Type="http://schemas.openxmlformats.org/officeDocument/2006/relationships/image" Target="../media/image35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91.png"/><Relationship Id="rId15" Type="http://schemas.openxmlformats.org/officeDocument/2006/relationships/image" Target="../media/image300.svg"/><Relationship Id="rId23" Type="http://schemas.openxmlformats.org/officeDocument/2006/relationships/image" Target="../media/image308.svg"/><Relationship Id="rId28" Type="http://schemas.openxmlformats.org/officeDocument/2006/relationships/image" Target="../media/image313.png"/><Relationship Id="rId36" Type="http://schemas.openxmlformats.org/officeDocument/2006/relationships/image" Target="../media/image321.png"/><Relationship Id="rId49" Type="http://schemas.openxmlformats.org/officeDocument/2006/relationships/image" Target="../media/image334.svg"/><Relationship Id="rId57" Type="http://schemas.openxmlformats.org/officeDocument/2006/relationships/image" Target="../media/image342.svg"/><Relationship Id="rId10" Type="http://schemas.openxmlformats.org/officeDocument/2006/relationships/image" Target="../media/image295.png"/><Relationship Id="rId31" Type="http://schemas.openxmlformats.org/officeDocument/2006/relationships/image" Target="../media/image316.svg"/><Relationship Id="rId44" Type="http://schemas.openxmlformats.org/officeDocument/2006/relationships/image" Target="../media/image329.png"/><Relationship Id="rId52" Type="http://schemas.openxmlformats.org/officeDocument/2006/relationships/image" Target="../media/image337.png"/><Relationship Id="rId60" Type="http://schemas.openxmlformats.org/officeDocument/2006/relationships/image" Target="../media/image345.png"/><Relationship Id="rId65" Type="http://schemas.openxmlformats.org/officeDocument/2006/relationships/image" Target="../media/image350.svg"/><Relationship Id="rId73" Type="http://schemas.openxmlformats.org/officeDocument/2006/relationships/image" Target="../media/image358.svg"/><Relationship Id="rId4" Type="http://schemas.openxmlformats.org/officeDocument/2006/relationships/image" Target="../media/image289.png"/><Relationship Id="rId9" Type="http://schemas.openxmlformats.org/officeDocument/2006/relationships/image" Target="../media/image294.svg"/><Relationship Id="rId13" Type="http://schemas.openxmlformats.org/officeDocument/2006/relationships/image" Target="../media/image298.svg"/><Relationship Id="rId18" Type="http://schemas.openxmlformats.org/officeDocument/2006/relationships/image" Target="../media/image303.png"/><Relationship Id="rId39" Type="http://schemas.openxmlformats.org/officeDocument/2006/relationships/image" Target="../media/image324.svg"/><Relationship Id="rId34" Type="http://schemas.openxmlformats.org/officeDocument/2006/relationships/image" Target="../media/image319.png"/><Relationship Id="rId50" Type="http://schemas.openxmlformats.org/officeDocument/2006/relationships/image" Target="../media/image335.png"/><Relationship Id="rId55" Type="http://schemas.openxmlformats.org/officeDocument/2006/relationships/image" Target="../media/image340.svg"/><Relationship Id="rId7" Type="http://schemas.openxmlformats.org/officeDocument/2006/relationships/image" Target="../media/image292.svg"/><Relationship Id="rId71" Type="http://schemas.openxmlformats.org/officeDocument/2006/relationships/image" Target="../media/image35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307554-629F-92AA-241C-2C80B9C548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36651" y="3571875"/>
            <a:ext cx="17145000" cy="1295400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9000">
                <a:solidFill>
                  <a:schemeClr val="bg1"/>
                </a:solidFill>
                <a:latin typeface="+mj-lt"/>
                <a:cs typeface="Leelawadee UI" panose="020B0502040204020203" pitchFamily="34" charset="-34"/>
              </a:defRPr>
            </a:lvl1pPr>
          </a:lstStyle>
          <a:p>
            <a:r>
              <a:rPr lang="de-DE" dirty="0"/>
              <a:t>TITEL DER PRÄSENTATION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F0FF1A4-E5E8-E342-E9AA-1F2E73A3F3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50925" y="8351775"/>
            <a:ext cx="17400038" cy="914400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2400">
                <a:solidFill>
                  <a:schemeClr val="bg1"/>
                </a:solidFill>
                <a:latin typeface="+mj-lt"/>
                <a:cs typeface="Leelawadee UI" panose="020B0502040204020203" pitchFamily="34" charset="-34"/>
              </a:defRPr>
            </a:lvl1pPr>
          </a:lstStyle>
          <a:p>
            <a:pPr lvl="0"/>
            <a:r>
              <a:rPr lang="de-DE" dirty="0"/>
              <a:t>Optionaler Zusatztext</a:t>
            </a: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17D468CC-9790-084A-EDB7-023C3234FB3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36880" y="1092771"/>
            <a:ext cx="4782722" cy="1307908"/>
            <a:chOff x="375183" y="375193"/>
            <a:chExt cx="3730981" cy="1020294"/>
          </a:xfrm>
        </p:grpSpPr>
        <p:sp>
          <p:nvSpPr>
            <p:cNvPr id="29" name="bg object 17">
              <a:extLst>
                <a:ext uri="{FF2B5EF4-FFF2-40B4-BE49-F238E27FC236}">
                  <a16:creationId xmlns:a16="http://schemas.microsoft.com/office/drawing/2014/main" id="{FC35E129-5680-464E-18BB-7B1E63378A1B}"/>
                </a:ext>
              </a:extLst>
            </p:cNvPr>
            <p:cNvSpPr/>
            <p:nvPr/>
          </p:nvSpPr>
          <p:spPr>
            <a:xfrm>
              <a:off x="1681107" y="393541"/>
              <a:ext cx="899794" cy="184785"/>
            </a:xfrm>
            <a:custGeom>
              <a:avLst/>
              <a:gdLst/>
              <a:ahLst/>
              <a:cxnLst/>
              <a:rect l="l" t="t" r="r" b="b"/>
              <a:pathLst>
                <a:path w="899794" h="184784">
                  <a:moveTo>
                    <a:pt x="26659" y="38749"/>
                  </a:moveTo>
                  <a:lnTo>
                    <a:pt x="0" y="38749"/>
                  </a:lnTo>
                  <a:lnTo>
                    <a:pt x="0" y="182250"/>
                  </a:lnTo>
                  <a:lnTo>
                    <a:pt x="26659" y="182250"/>
                  </a:lnTo>
                  <a:lnTo>
                    <a:pt x="26659" y="120739"/>
                  </a:lnTo>
                  <a:lnTo>
                    <a:pt x="127513" y="120739"/>
                  </a:lnTo>
                  <a:lnTo>
                    <a:pt x="127513" y="97987"/>
                  </a:lnTo>
                  <a:lnTo>
                    <a:pt x="26659" y="97987"/>
                  </a:lnTo>
                  <a:lnTo>
                    <a:pt x="26659" y="38749"/>
                  </a:lnTo>
                  <a:close/>
                </a:path>
                <a:path w="899794" h="184784">
                  <a:moveTo>
                    <a:pt x="127513" y="120739"/>
                  </a:moveTo>
                  <a:lnTo>
                    <a:pt x="100864" y="120739"/>
                  </a:lnTo>
                  <a:lnTo>
                    <a:pt x="100864" y="182250"/>
                  </a:lnTo>
                  <a:lnTo>
                    <a:pt x="127513" y="182250"/>
                  </a:lnTo>
                  <a:lnTo>
                    <a:pt x="127513" y="120739"/>
                  </a:lnTo>
                  <a:close/>
                </a:path>
                <a:path w="899794" h="184784">
                  <a:moveTo>
                    <a:pt x="127513" y="38749"/>
                  </a:moveTo>
                  <a:lnTo>
                    <a:pt x="100864" y="38749"/>
                  </a:lnTo>
                  <a:lnTo>
                    <a:pt x="100864" y="97987"/>
                  </a:lnTo>
                  <a:lnTo>
                    <a:pt x="127513" y="97987"/>
                  </a:lnTo>
                  <a:lnTo>
                    <a:pt x="127513" y="38749"/>
                  </a:lnTo>
                  <a:close/>
                </a:path>
                <a:path w="899794" h="184784">
                  <a:moveTo>
                    <a:pt x="233088" y="36695"/>
                  </a:moveTo>
                  <a:lnTo>
                    <a:pt x="193526" y="46232"/>
                  </a:lnTo>
                  <a:lnTo>
                    <a:pt x="165845" y="72672"/>
                  </a:lnTo>
                  <a:lnTo>
                    <a:pt x="155798" y="110494"/>
                  </a:lnTo>
                  <a:lnTo>
                    <a:pt x="156442" y="120784"/>
                  </a:lnTo>
                  <a:lnTo>
                    <a:pt x="171400" y="156373"/>
                  </a:lnTo>
                  <a:lnTo>
                    <a:pt x="202607" y="178933"/>
                  </a:lnTo>
                  <a:lnTo>
                    <a:pt x="233088" y="184292"/>
                  </a:lnTo>
                  <a:lnTo>
                    <a:pt x="243785" y="183696"/>
                  </a:lnTo>
                  <a:lnTo>
                    <a:pt x="281002" y="169537"/>
                  </a:lnTo>
                  <a:lnTo>
                    <a:pt x="290662" y="160926"/>
                  </a:lnTo>
                  <a:lnTo>
                    <a:pt x="233088" y="160926"/>
                  </a:lnTo>
                  <a:lnTo>
                    <a:pt x="226092" y="160523"/>
                  </a:lnTo>
                  <a:lnTo>
                    <a:pt x="192806" y="141895"/>
                  </a:lnTo>
                  <a:lnTo>
                    <a:pt x="182656" y="110494"/>
                  </a:lnTo>
                  <a:lnTo>
                    <a:pt x="183066" y="103492"/>
                  </a:lnTo>
                  <a:lnTo>
                    <a:pt x="201822" y="70072"/>
                  </a:lnTo>
                  <a:lnTo>
                    <a:pt x="233088" y="60072"/>
                  </a:lnTo>
                  <a:lnTo>
                    <a:pt x="290667" y="60072"/>
                  </a:lnTo>
                  <a:lnTo>
                    <a:pt x="288385" y="57579"/>
                  </a:lnTo>
                  <a:lnTo>
                    <a:pt x="253944" y="39080"/>
                  </a:lnTo>
                  <a:lnTo>
                    <a:pt x="243785" y="37291"/>
                  </a:lnTo>
                  <a:lnTo>
                    <a:pt x="233088" y="36695"/>
                  </a:lnTo>
                  <a:close/>
                </a:path>
                <a:path w="899794" h="184784">
                  <a:moveTo>
                    <a:pt x="290667" y="60072"/>
                  </a:moveTo>
                  <a:lnTo>
                    <a:pt x="233088" y="60072"/>
                  </a:lnTo>
                  <a:lnTo>
                    <a:pt x="240080" y="60475"/>
                  </a:lnTo>
                  <a:lnTo>
                    <a:pt x="246716" y="61684"/>
                  </a:lnTo>
                  <a:lnTo>
                    <a:pt x="279845" y="90587"/>
                  </a:lnTo>
                  <a:lnTo>
                    <a:pt x="283510" y="110494"/>
                  </a:lnTo>
                  <a:lnTo>
                    <a:pt x="283101" y="117497"/>
                  </a:lnTo>
                  <a:lnTo>
                    <a:pt x="264346" y="150916"/>
                  </a:lnTo>
                  <a:lnTo>
                    <a:pt x="233088" y="160926"/>
                  </a:lnTo>
                  <a:lnTo>
                    <a:pt x="290662" y="160926"/>
                  </a:lnTo>
                  <a:lnTo>
                    <a:pt x="309745" y="120701"/>
                  </a:lnTo>
                  <a:lnTo>
                    <a:pt x="310368" y="110494"/>
                  </a:lnTo>
                  <a:lnTo>
                    <a:pt x="309740" y="100209"/>
                  </a:lnTo>
                  <a:lnTo>
                    <a:pt x="307857" y="90460"/>
                  </a:lnTo>
                  <a:lnTo>
                    <a:pt x="304718" y="81246"/>
                  </a:lnTo>
                  <a:lnTo>
                    <a:pt x="300321" y="72568"/>
                  </a:lnTo>
                  <a:lnTo>
                    <a:pt x="294828" y="64619"/>
                  </a:lnTo>
                  <a:lnTo>
                    <a:pt x="290667" y="60072"/>
                  </a:lnTo>
                  <a:close/>
                </a:path>
                <a:path w="899794" h="184784">
                  <a:moveTo>
                    <a:pt x="216757" y="0"/>
                  </a:moveTo>
                  <a:lnTo>
                    <a:pt x="209649" y="0"/>
                  </a:lnTo>
                  <a:lnTo>
                    <a:pt x="206710" y="1167"/>
                  </a:lnTo>
                  <a:lnTo>
                    <a:pt x="202062" y="5815"/>
                  </a:lnTo>
                  <a:lnTo>
                    <a:pt x="200905" y="8817"/>
                  </a:lnTo>
                  <a:lnTo>
                    <a:pt x="200905" y="16060"/>
                  </a:lnTo>
                  <a:lnTo>
                    <a:pt x="202062" y="18999"/>
                  </a:lnTo>
                  <a:lnTo>
                    <a:pt x="206710" y="23647"/>
                  </a:lnTo>
                  <a:lnTo>
                    <a:pt x="209649" y="24804"/>
                  </a:lnTo>
                  <a:lnTo>
                    <a:pt x="216757" y="24804"/>
                  </a:lnTo>
                  <a:lnTo>
                    <a:pt x="219686" y="23647"/>
                  </a:lnTo>
                  <a:lnTo>
                    <a:pt x="224334" y="18999"/>
                  </a:lnTo>
                  <a:lnTo>
                    <a:pt x="225501" y="16060"/>
                  </a:lnTo>
                  <a:lnTo>
                    <a:pt x="225501" y="8817"/>
                  </a:lnTo>
                  <a:lnTo>
                    <a:pt x="224334" y="5815"/>
                  </a:lnTo>
                  <a:lnTo>
                    <a:pt x="219686" y="1167"/>
                  </a:lnTo>
                  <a:lnTo>
                    <a:pt x="216757" y="0"/>
                  </a:lnTo>
                  <a:close/>
                </a:path>
                <a:path w="899794" h="184784">
                  <a:moveTo>
                    <a:pt x="256527" y="0"/>
                  </a:moveTo>
                  <a:lnTo>
                    <a:pt x="249420" y="0"/>
                  </a:lnTo>
                  <a:lnTo>
                    <a:pt x="246481" y="1167"/>
                  </a:lnTo>
                  <a:lnTo>
                    <a:pt x="241832" y="5815"/>
                  </a:lnTo>
                  <a:lnTo>
                    <a:pt x="240676" y="8817"/>
                  </a:lnTo>
                  <a:lnTo>
                    <a:pt x="240676" y="16060"/>
                  </a:lnTo>
                  <a:lnTo>
                    <a:pt x="241832" y="18999"/>
                  </a:lnTo>
                  <a:lnTo>
                    <a:pt x="246481" y="23647"/>
                  </a:lnTo>
                  <a:lnTo>
                    <a:pt x="249420" y="24804"/>
                  </a:lnTo>
                  <a:lnTo>
                    <a:pt x="256527" y="24804"/>
                  </a:lnTo>
                  <a:lnTo>
                    <a:pt x="259456" y="23647"/>
                  </a:lnTo>
                  <a:lnTo>
                    <a:pt x="264104" y="18999"/>
                  </a:lnTo>
                  <a:lnTo>
                    <a:pt x="265271" y="16060"/>
                  </a:lnTo>
                  <a:lnTo>
                    <a:pt x="265271" y="8817"/>
                  </a:lnTo>
                  <a:lnTo>
                    <a:pt x="264104" y="5815"/>
                  </a:lnTo>
                  <a:lnTo>
                    <a:pt x="259456" y="1167"/>
                  </a:lnTo>
                  <a:lnTo>
                    <a:pt x="256527" y="0"/>
                  </a:lnTo>
                  <a:close/>
                </a:path>
                <a:path w="899794" h="184784">
                  <a:moveTo>
                    <a:pt x="365313" y="38749"/>
                  </a:moveTo>
                  <a:lnTo>
                    <a:pt x="338653" y="38749"/>
                  </a:lnTo>
                  <a:lnTo>
                    <a:pt x="338653" y="182250"/>
                  </a:lnTo>
                  <a:lnTo>
                    <a:pt x="365313" y="182250"/>
                  </a:lnTo>
                  <a:lnTo>
                    <a:pt x="365313" y="120739"/>
                  </a:lnTo>
                  <a:lnTo>
                    <a:pt x="466167" y="120739"/>
                  </a:lnTo>
                  <a:lnTo>
                    <a:pt x="466167" y="97987"/>
                  </a:lnTo>
                  <a:lnTo>
                    <a:pt x="365313" y="97987"/>
                  </a:lnTo>
                  <a:lnTo>
                    <a:pt x="365313" y="38749"/>
                  </a:lnTo>
                  <a:close/>
                </a:path>
                <a:path w="899794" h="184784">
                  <a:moveTo>
                    <a:pt x="466167" y="120739"/>
                  </a:moveTo>
                  <a:lnTo>
                    <a:pt x="439517" y="120739"/>
                  </a:lnTo>
                  <a:lnTo>
                    <a:pt x="439517" y="182250"/>
                  </a:lnTo>
                  <a:lnTo>
                    <a:pt x="466167" y="182250"/>
                  </a:lnTo>
                  <a:lnTo>
                    <a:pt x="466167" y="120739"/>
                  </a:lnTo>
                  <a:close/>
                </a:path>
                <a:path w="899794" h="184784">
                  <a:moveTo>
                    <a:pt x="466167" y="38749"/>
                  </a:moveTo>
                  <a:lnTo>
                    <a:pt x="439517" y="38749"/>
                  </a:lnTo>
                  <a:lnTo>
                    <a:pt x="439517" y="97987"/>
                  </a:lnTo>
                  <a:lnTo>
                    <a:pt x="466167" y="97987"/>
                  </a:lnTo>
                  <a:lnTo>
                    <a:pt x="466167" y="38749"/>
                  </a:lnTo>
                  <a:close/>
                </a:path>
                <a:path w="899794" h="184784">
                  <a:moveTo>
                    <a:pt x="609470" y="38749"/>
                  </a:moveTo>
                  <a:lnTo>
                    <a:pt x="504707" y="38749"/>
                  </a:lnTo>
                  <a:lnTo>
                    <a:pt x="504707" y="182250"/>
                  </a:lnTo>
                  <a:lnTo>
                    <a:pt x="612336" y="182250"/>
                  </a:lnTo>
                  <a:lnTo>
                    <a:pt x="612336" y="159905"/>
                  </a:lnTo>
                  <a:lnTo>
                    <a:pt x="531356" y="159905"/>
                  </a:lnTo>
                  <a:lnTo>
                    <a:pt x="531356" y="120343"/>
                  </a:lnTo>
                  <a:lnTo>
                    <a:pt x="600642" y="120343"/>
                  </a:lnTo>
                  <a:lnTo>
                    <a:pt x="600642" y="98404"/>
                  </a:lnTo>
                  <a:lnTo>
                    <a:pt x="531356" y="98404"/>
                  </a:lnTo>
                  <a:lnTo>
                    <a:pt x="531356" y="61093"/>
                  </a:lnTo>
                  <a:lnTo>
                    <a:pt x="609470" y="61093"/>
                  </a:lnTo>
                  <a:lnTo>
                    <a:pt x="609470" y="38749"/>
                  </a:lnTo>
                  <a:close/>
                </a:path>
                <a:path w="899794" h="184784">
                  <a:moveTo>
                    <a:pt x="701090" y="38749"/>
                  </a:moveTo>
                  <a:lnTo>
                    <a:pt x="642059" y="38749"/>
                  </a:lnTo>
                  <a:lnTo>
                    <a:pt x="642059" y="182250"/>
                  </a:lnTo>
                  <a:lnTo>
                    <a:pt x="668698" y="182250"/>
                  </a:lnTo>
                  <a:lnTo>
                    <a:pt x="668698" y="140426"/>
                  </a:lnTo>
                  <a:lnTo>
                    <a:pt x="703560" y="140426"/>
                  </a:lnTo>
                  <a:lnTo>
                    <a:pt x="705404" y="140363"/>
                  </a:lnTo>
                  <a:lnTo>
                    <a:pt x="706634" y="140218"/>
                  </a:lnTo>
                  <a:lnTo>
                    <a:pt x="735219" y="140218"/>
                  </a:lnTo>
                  <a:lnTo>
                    <a:pt x="731637" y="135100"/>
                  </a:lnTo>
                  <a:lnTo>
                    <a:pt x="738587" y="131854"/>
                  </a:lnTo>
                  <a:lnTo>
                    <a:pt x="744681" y="127869"/>
                  </a:lnTo>
                  <a:lnTo>
                    <a:pt x="749917" y="123142"/>
                  </a:lnTo>
                  <a:lnTo>
                    <a:pt x="753643" y="118488"/>
                  </a:lnTo>
                  <a:lnTo>
                    <a:pt x="668698" y="118488"/>
                  </a:lnTo>
                  <a:lnTo>
                    <a:pt x="668698" y="61291"/>
                  </a:lnTo>
                  <a:lnTo>
                    <a:pt x="753874" y="61291"/>
                  </a:lnTo>
                  <a:lnTo>
                    <a:pt x="750713" y="57116"/>
                  </a:lnTo>
                  <a:lnTo>
                    <a:pt x="710120" y="39133"/>
                  </a:lnTo>
                  <a:lnTo>
                    <a:pt x="701090" y="38749"/>
                  </a:lnTo>
                  <a:close/>
                </a:path>
                <a:path w="899794" h="184784">
                  <a:moveTo>
                    <a:pt x="735219" y="140218"/>
                  </a:moveTo>
                  <a:lnTo>
                    <a:pt x="706634" y="140218"/>
                  </a:lnTo>
                  <a:lnTo>
                    <a:pt x="735951" y="182250"/>
                  </a:lnTo>
                  <a:lnTo>
                    <a:pt x="764643" y="182250"/>
                  </a:lnTo>
                  <a:lnTo>
                    <a:pt x="735219" y="140218"/>
                  </a:lnTo>
                  <a:close/>
                </a:path>
                <a:path w="899794" h="184784">
                  <a:moveTo>
                    <a:pt x="753874" y="61291"/>
                  </a:moveTo>
                  <a:lnTo>
                    <a:pt x="699870" y="61291"/>
                  </a:lnTo>
                  <a:lnTo>
                    <a:pt x="708054" y="61754"/>
                  </a:lnTo>
                  <a:lnTo>
                    <a:pt x="715188" y="63141"/>
                  </a:lnTo>
                  <a:lnTo>
                    <a:pt x="721271" y="65451"/>
                  </a:lnTo>
                  <a:lnTo>
                    <a:pt x="726301" y="68681"/>
                  </a:lnTo>
                  <a:lnTo>
                    <a:pt x="732324" y="73600"/>
                  </a:lnTo>
                  <a:lnTo>
                    <a:pt x="735326" y="80635"/>
                  </a:lnTo>
                  <a:lnTo>
                    <a:pt x="735326" y="98946"/>
                  </a:lnTo>
                  <a:lnTo>
                    <a:pt x="699870" y="118488"/>
                  </a:lnTo>
                  <a:lnTo>
                    <a:pt x="753643" y="118488"/>
                  </a:lnTo>
                  <a:lnTo>
                    <a:pt x="762184" y="89796"/>
                  </a:lnTo>
                  <a:lnTo>
                    <a:pt x="761722" y="82171"/>
                  </a:lnTo>
                  <a:lnTo>
                    <a:pt x="760339" y="75084"/>
                  </a:lnTo>
                  <a:lnTo>
                    <a:pt x="758033" y="68534"/>
                  </a:lnTo>
                  <a:lnTo>
                    <a:pt x="754805" y="62521"/>
                  </a:lnTo>
                  <a:lnTo>
                    <a:pt x="753874" y="61291"/>
                  </a:lnTo>
                  <a:close/>
                </a:path>
                <a:path w="899794" h="184784">
                  <a:moveTo>
                    <a:pt x="896659" y="38749"/>
                  </a:moveTo>
                  <a:lnTo>
                    <a:pt x="791907" y="38749"/>
                  </a:lnTo>
                  <a:lnTo>
                    <a:pt x="791907" y="182250"/>
                  </a:lnTo>
                  <a:lnTo>
                    <a:pt x="899525" y="182250"/>
                  </a:lnTo>
                  <a:lnTo>
                    <a:pt x="899525" y="159905"/>
                  </a:lnTo>
                  <a:lnTo>
                    <a:pt x="818556" y="159905"/>
                  </a:lnTo>
                  <a:lnTo>
                    <a:pt x="818556" y="120343"/>
                  </a:lnTo>
                  <a:lnTo>
                    <a:pt x="887852" y="120343"/>
                  </a:lnTo>
                  <a:lnTo>
                    <a:pt x="887852" y="98404"/>
                  </a:lnTo>
                  <a:lnTo>
                    <a:pt x="818556" y="98404"/>
                  </a:lnTo>
                  <a:lnTo>
                    <a:pt x="818556" y="61093"/>
                  </a:lnTo>
                  <a:lnTo>
                    <a:pt x="896659" y="61093"/>
                  </a:lnTo>
                  <a:lnTo>
                    <a:pt x="896659" y="38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0" name="bg object 18">
              <a:extLst>
                <a:ext uri="{FF2B5EF4-FFF2-40B4-BE49-F238E27FC236}">
                  <a16:creationId xmlns:a16="http://schemas.microsoft.com/office/drawing/2014/main" id="{F56B068E-7449-B56A-25BE-AE563EA43607}"/>
                </a:ext>
              </a:extLst>
            </p:cNvPr>
            <p:cNvSpPr/>
            <p:nvPr/>
          </p:nvSpPr>
          <p:spPr>
            <a:xfrm>
              <a:off x="1662657" y="686490"/>
              <a:ext cx="1377950" cy="147955"/>
            </a:xfrm>
            <a:custGeom>
              <a:avLst/>
              <a:gdLst/>
              <a:ahLst/>
              <a:cxnLst/>
              <a:rect l="l" t="t" r="r" b="b"/>
              <a:pathLst>
                <a:path w="1377950" h="147955">
                  <a:moveTo>
                    <a:pt x="74215" y="24595"/>
                  </a:moveTo>
                  <a:lnTo>
                    <a:pt x="47566" y="24595"/>
                  </a:lnTo>
                  <a:lnTo>
                    <a:pt x="47566" y="145543"/>
                  </a:lnTo>
                  <a:lnTo>
                    <a:pt x="74215" y="145543"/>
                  </a:lnTo>
                  <a:lnTo>
                    <a:pt x="74215" y="24595"/>
                  </a:lnTo>
                  <a:close/>
                </a:path>
                <a:path w="1377950" h="147955">
                  <a:moveTo>
                    <a:pt x="121771" y="2042"/>
                  </a:moveTo>
                  <a:lnTo>
                    <a:pt x="0" y="2042"/>
                  </a:lnTo>
                  <a:lnTo>
                    <a:pt x="0" y="24595"/>
                  </a:lnTo>
                  <a:lnTo>
                    <a:pt x="121771" y="24595"/>
                  </a:lnTo>
                  <a:lnTo>
                    <a:pt x="121771" y="2042"/>
                  </a:lnTo>
                  <a:close/>
                </a:path>
                <a:path w="1377950" h="147955">
                  <a:moveTo>
                    <a:pt x="246616" y="2042"/>
                  </a:moveTo>
                  <a:lnTo>
                    <a:pt x="141864" y="2042"/>
                  </a:lnTo>
                  <a:lnTo>
                    <a:pt x="141864" y="145543"/>
                  </a:lnTo>
                  <a:lnTo>
                    <a:pt x="249482" y="145543"/>
                  </a:lnTo>
                  <a:lnTo>
                    <a:pt x="249482" y="123198"/>
                  </a:lnTo>
                  <a:lnTo>
                    <a:pt x="168513" y="123198"/>
                  </a:lnTo>
                  <a:lnTo>
                    <a:pt x="168513" y="83636"/>
                  </a:lnTo>
                  <a:lnTo>
                    <a:pt x="237799" y="83636"/>
                  </a:lnTo>
                  <a:lnTo>
                    <a:pt x="237799" y="61698"/>
                  </a:lnTo>
                  <a:lnTo>
                    <a:pt x="168513" y="61698"/>
                  </a:lnTo>
                  <a:lnTo>
                    <a:pt x="168513" y="24387"/>
                  </a:lnTo>
                  <a:lnTo>
                    <a:pt x="246616" y="24387"/>
                  </a:lnTo>
                  <a:lnTo>
                    <a:pt x="246616" y="2042"/>
                  </a:lnTo>
                  <a:close/>
                </a:path>
                <a:path w="1377950" h="147955">
                  <a:moveTo>
                    <a:pt x="345834" y="0"/>
                  </a:moveTo>
                  <a:lnTo>
                    <a:pt x="306506" y="9568"/>
                  </a:lnTo>
                  <a:lnTo>
                    <a:pt x="274611" y="44545"/>
                  </a:lnTo>
                  <a:lnTo>
                    <a:pt x="268961" y="73798"/>
                  </a:lnTo>
                  <a:lnTo>
                    <a:pt x="269582" y="84084"/>
                  </a:lnTo>
                  <a:lnTo>
                    <a:pt x="284345" y="119673"/>
                  </a:lnTo>
                  <a:lnTo>
                    <a:pt x="315400" y="142232"/>
                  </a:lnTo>
                  <a:lnTo>
                    <a:pt x="345625" y="147596"/>
                  </a:lnTo>
                  <a:lnTo>
                    <a:pt x="354257" y="147212"/>
                  </a:lnTo>
                  <a:lnTo>
                    <a:pt x="391421" y="133911"/>
                  </a:lnTo>
                  <a:lnTo>
                    <a:pt x="402039" y="124220"/>
                  </a:lnTo>
                  <a:lnTo>
                    <a:pt x="347064" y="124220"/>
                  </a:lnTo>
                  <a:lnTo>
                    <a:pt x="339876" y="123817"/>
                  </a:lnTo>
                  <a:lnTo>
                    <a:pt x="305976" y="105257"/>
                  </a:lnTo>
                  <a:lnTo>
                    <a:pt x="295818" y="73798"/>
                  </a:lnTo>
                  <a:lnTo>
                    <a:pt x="296227" y="66712"/>
                  </a:lnTo>
                  <a:lnTo>
                    <a:pt x="315098" y="33361"/>
                  </a:lnTo>
                  <a:lnTo>
                    <a:pt x="347064" y="23366"/>
                  </a:lnTo>
                  <a:lnTo>
                    <a:pt x="402030" y="23366"/>
                  </a:lnTo>
                  <a:lnTo>
                    <a:pt x="397316" y="18486"/>
                  </a:lnTo>
                  <a:lnTo>
                    <a:pt x="362695" y="1534"/>
                  </a:lnTo>
                  <a:lnTo>
                    <a:pt x="354458" y="383"/>
                  </a:lnTo>
                  <a:lnTo>
                    <a:pt x="345834" y="0"/>
                  </a:lnTo>
                  <a:close/>
                </a:path>
                <a:path w="1377950" h="147955">
                  <a:moveTo>
                    <a:pt x="385396" y="107211"/>
                  </a:moveTo>
                  <a:lnTo>
                    <a:pt x="377155" y="114652"/>
                  </a:lnTo>
                  <a:lnTo>
                    <a:pt x="368020" y="119968"/>
                  </a:lnTo>
                  <a:lnTo>
                    <a:pt x="357989" y="123157"/>
                  </a:lnTo>
                  <a:lnTo>
                    <a:pt x="347064" y="124220"/>
                  </a:lnTo>
                  <a:lnTo>
                    <a:pt x="402039" y="124220"/>
                  </a:lnTo>
                  <a:lnTo>
                    <a:pt x="402623" y="123615"/>
                  </a:lnTo>
                  <a:lnTo>
                    <a:pt x="385396" y="107211"/>
                  </a:lnTo>
                  <a:close/>
                </a:path>
                <a:path w="1377950" h="147955">
                  <a:moveTo>
                    <a:pt x="402030" y="23366"/>
                  </a:moveTo>
                  <a:lnTo>
                    <a:pt x="347064" y="23366"/>
                  </a:lnTo>
                  <a:lnTo>
                    <a:pt x="357989" y="24417"/>
                  </a:lnTo>
                  <a:lnTo>
                    <a:pt x="368020" y="27570"/>
                  </a:lnTo>
                  <a:lnTo>
                    <a:pt x="377155" y="32823"/>
                  </a:lnTo>
                  <a:lnTo>
                    <a:pt x="385396" y="40176"/>
                  </a:lnTo>
                  <a:lnTo>
                    <a:pt x="402623" y="23981"/>
                  </a:lnTo>
                  <a:lnTo>
                    <a:pt x="402030" y="23366"/>
                  </a:lnTo>
                  <a:close/>
                </a:path>
                <a:path w="1377950" h="147955">
                  <a:moveTo>
                    <a:pt x="454890" y="2042"/>
                  </a:moveTo>
                  <a:lnTo>
                    <a:pt x="428241" y="2042"/>
                  </a:lnTo>
                  <a:lnTo>
                    <a:pt x="428241" y="145543"/>
                  </a:lnTo>
                  <a:lnTo>
                    <a:pt x="454890" y="145543"/>
                  </a:lnTo>
                  <a:lnTo>
                    <a:pt x="454890" y="84043"/>
                  </a:lnTo>
                  <a:lnTo>
                    <a:pt x="555754" y="84043"/>
                  </a:lnTo>
                  <a:lnTo>
                    <a:pt x="555754" y="61291"/>
                  </a:lnTo>
                  <a:lnTo>
                    <a:pt x="454890" y="61291"/>
                  </a:lnTo>
                  <a:lnTo>
                    <a:pt x="454890" y="2042"/>
                  </a:lnTo>
                  <a:close/>
                </a:path>
                <a:path w="1377950" h="147955">
                  <a:moveTo>
                    <a:pt x="555754" y="84043"/>
                  </a:moveTo>
                  <a:lnTo>
                    <a:pt x="529095" y="84043"/>
                  </a:lnTo>
                  <a:lnTo>
                    <a:pt x="529095" y="145543"/>
                  </a:lnTo>
                  <a:lnTo>
                    <a:pt x="555754" y="145543"/>
                  </a:lnTo>
                  <a:lnTo>
                    <a:pt x="555754" y="84043"/>
                  </a:lnTo>
                  <a:close/>
                </a:path>
                <a:path w="1377950" h="147955">
                  <a:moveTo>
                    <a:pt x="555754" y="2042"/>
                  </a:moveTo>
                  <a:lnTo>
                    <a:pt x="529095" y="2042"/>
                  </a:lnTo>
                  <a:lnTo>
                    <a:pt x="529095" y="61291"/>
                  </a:lnTo>
                  <a:lnTo>
                    <a:pt x="555754" y="61291"/>
                  </a:lnTo>
                  <a:lnTo>
                    <a:pt x="555754" y="2042"/>
                  </a:lnTo>
                  <a:close/>
                </a:path>
                <a:path w="1377950" h="147955">
                  <a:moveTo>
                    <a:pt x="616223" y="2042"/>
                  </a:moveTo>
                  <a:lnTo>
                    <a:pt x="594295" y="2042"/>
                  </a:lnTo>
                  <a:lnTo>
                    <a:pt x="594295" y="145543"/>
                  </a:lnTo>
                  <a:lnTo>
                    <a:pt x="620725" y="145543"/>
                  </a:lnTo>
                  <a:lnTo>
                    <a:pt x="620725" y="48379"/>
                  </a:lnTo>
                  <a:lnTo>
                    <a:pt x="653952" y="48379"/>
                  </a:lnTo>
                  <a:lnTo>
                    <a:pt x="616223" y="2042"/>
                  </a:lnTo>
                  <a:close/>
                </a:path>
                <a:path w="1377950" h="147955">
                  <a:moveTo>
                    <a:pt x="653952" y="48379"/>
                  </a:moveTo>
                  <a:lnTo>
                    <a:pt x="620725" y="48379"/>
                  </a:lnTo>
                  <a:lnTo>
                    <a:pt x="699860" y="145543"/>
                  </a:lnTo>
                  <a:lnTo>
                    <a:pt x="721798" y="145543"/>
                  </a:lnTo>
                  <a:lnTo>
                    <a:pt x="721798" y="99217"/>
                  </a:lnTo>
                  <a:lnTo>
                    <a:pt x="695347" y="99217"/>
                  </a:lnTo>
                  <a:lnTo>
                    <a:pt x="653952" y="48379"/>
                  </a:lnTo>
                  <a:close/>
                </a:path>
                <a:path w="1377950" h="147955">
                  <a:moveTo>
                    <a:pt x="721798" y="2042"/>
                  </a:moveTo>
                  <a:lnTo>
                    <a:pt x="695347" y="2042"/>
                  </a:lnTo>
                  <a:lnTo>
                    <a:pt x="695347" y="99217"/>
                  </a:lnTo>
                  <a:lnTo>
                    <a:pt x="721798" y="99217"/>
                  </a:lnTo>
                  <a:lnTo>
                    <a:pt x="721798" y="2042"/>
                  </a:lnTo>
                  <a:close/>
                </a:path>
                <a:path w="1377950" h="147955">
                  <a:moveTo>
                    <a:pt x="786988" y="2042"/>
                  </a:moveTo>
                  <a:lnTo>
                    <a:pt x="760339" y="2042"/>
                  </a:lnTo>
                  <a:lnTo>
                    <a:pt x="760339" y="145543"/>
                  </a:lnTo>
                  <a:lnTo>
                    <a:pt x="786988" y="145543"/>
                  </a:lnTo>
                  <a:lnTo>
                    <a:pt x="786988" y="2042"/>
                  </a:lnTo>
                  <a:close/>
                </a:path>
                <a:path w="1377950" h="147955">
                  <a:moveTo>
                    <a:pt x="822861" y="109671"/>
                  </a:moveTo>
                  <a:lnTo>
                    <a:pt x="813637" y="130379"/>
                  </a:lnTo>
                  <a:lnTo>
                    <a:pt x="818550" y="134080"/>
                  </a:lnTo>
                  <a:lnTo>
                    <a:pt x="824269" y="137397"/>
                  </a:lnTo>
                  <a:lnTo>
                    <a:pt x="861982" y="147301"/>
                  </a:lnTo>
                  <a:lnTo>
                    <a:pt x="870218" y="147596"/>
                  </a:lnTo>
                  <a:lnTo>
                    <a:pt x="879287" y="147237"/>
                  </a:lnTo>
                  <a:lnTo>
                    <a:pt x="917472" y="132901"/>
                  </a:lnTo>
                  <a:lnTo>
                    <a:pt x="922457" y="125460"/>
                  </a:lnTo>
                  <a:lnTo>
                    <a:pt x="870218" y="125460"/>
                  </a:lnTo>
                  <a:lnTo>
                    <a:pt x="863768" y="125184"/>
                  </a:lnTo>
                  <a:lnTo>
                    <a:pt x="828728" y="114319"/>
                  </a:lnTo>
                  <a:lnTo>
                    <a:pt x="822861" y="109671"/>
                  </a:lnTo>
                  <a:close/>
                </a:path>
                <a:path w="1377950" h="147955">
                  <a:moveTo>
                    <a:pt x="874523" y="0"/>
                  </a:moveTo>
                  <a:lnTo>
                    <a:pt x="833960" y="9567"/>
                  </a:lnTo>
                  <a:lnTo>
                    <a:pt x="816712" y="34913"/>
                  </a:lnTo>
                  <a:lnTo>
                    <a:pt x="816712" y="52266"/>
                  </a:lnTo>
                  <a:lnTo>
                    <a:pt x="846876" y="79434"/>
                  </a:lnTo>
                  <a:lnTo>
                    <a:pt x="875742" y="87190"/>
                  </a:lnTo>
                  <a:lnTo>
                    <a:pt x="881901" y="88899"/>
                  </a:lnTo>
                  <a:lnTo>
                    <a:pt x="890917" y="91911"/>
                  </a:lnTo>
                  <a:lnTo>
                    <a:pt x="894637" y="93985"/>
                  </a:lnTo>
                  <a:lnTo>
                    <a:pt x="900515" y="99311"/>
                  </a:lnTo>
                  <a:lnTo>
                    <a:pt x="901995" y="102698"/>
                  </a:lnTo>
                  <a:lnTo>
                    <a:pt x="901995" y="112401"/>
                  </a:lnTo>
                  <a:lnTo>
                    <a:pt x="899358" y="116914"/>
                  </a:lnTo>
                  <a:lnTo>
                    <a:pt x="888832" y="123751"/>
                  </a:lnTo>
                  <a:lnTo>
                    <a:pt x="880880" y="125460"/>
                  </a:lnTo>
                  <a:lnTo>
                    <a:pt x="922457" y="125460"/>
                  </a:lnTo>
                  <a:lnTo>
                    <a:pt x="926080" y="120051"/>
                  </a:lnTo>
                  <a:lnTo>
                    <a:pt x="928227" y="112881"/>
                  </a:lnTo>
                  <a:lnTo>
                    <a:pt x="928227" y="95663"/>
                  </a:lnTo>
                  <a:lnTo>
                    <a:pt x="897938" y="68638"/>
                  </a:lnTo>
                  <a:lnTo>
                    <a:pt x="869395" y="61021"/>
                  </a:lnTo>
                  <a:lnTo>
                    <a:pt x="863236" y="59311"/>
                  </a:lnTo>
                  <a:lnTo>
                    <a:pt x="854221" y="56299"/>
                  </a:lnTo>
                  <a:lnTo>
                    <a:pt x="850500" y="54246"/>
                  </a:lnTo>
                  <a:lnTo>
                    <a:pt x="844622" y="49056"/>
                  </a:lnTo>
                  <a:lnTo>
                    <a:pt x="843152" y="45711"/>
                  </a:lnTo>
                  <a:lnTo>
                    <a:pt x="843152" y="35737"/>
                  </a:lnTo>
                  <a:lnTo>
                    <a:pt x="845716" y="31026"/>
                  </a:lnTo>
                  <a:lnTo>
                    <a:pt x="855971" y="23918"/>
                  </a:lnTo>
                  <a:lnTo>
                    <a:pt x="863788" y="22136"/>
                  </a:lnTo>
                  <a:lnTo>
                    <a:pt x="918456" y="22136"/>
                  </a:lnTo>
                  <a:lnTo>
                    <a:pt x="922287" y="12704"/>
                  </a:lnTo>
                  <a:lnTo>
                    <a:pt x="881051" y="205"/>
                  </a:lnTo>
                  <a:lnTo>
                    <a:pt x="874523" y="0"/>
                  </a:lnTo>
                  <a:close/>
                </a:path>
                <a:path w="1377950" h="147955">
                  <a:moveTo>
                    <a:pt x="918456" y="22136"/>
                  </a:moveTo>
                  <a:lnTo>
                    <a:pt x="880734" y="22136"/>
                  </a:lnTo>
                  <a:lnTo>
                    <a:pt x="887363" y="23095"/>
                  </a:lnTo>
                  <a:lnTo>
                    <a:pt x="901036" y="26920"/>
                  </a:lnTo>
                  <a:lnTo>
                    <a:pt x="907592" y="29723"/>
                  </a:lnTo>
                  <a:lnTo>
                    <a:pt x="913876" y="33413"/>
                  </a:lnTo>
                  <a:lnTo>
                    <a:pt x="918456" y="22136"/>
                  </a:lnTo>
                  <a:close/>
                </a:path>
                <a:path w="1377950" h="147955">
                  <a:moveTo>
                    <a:pt x="1021296" y="0"/>
                  </a:moveTo>
                  <a:lnTo>
                    <a:pt x="981969" y="9568"/>
                  </a:lnTo>
                  <a:lnTo>
                    <a:pt x="950069" y="44545"/>
                  </a:lnTo>
                  <a:lnTo>
                    <a:pt x="944423" y="73798"/>
                  </a:lnTo>
                  <a:lnTo>
                    <a:pt x="945043" y="84084"/>
                  </a:lnTo>
                  <a:lnTo>
                    <a:pt x="959812" y="119673"/>
                  </a:lnTo>
                  <a:lnTo>
                    <a:pt x="990864" y="142232"/>
                  </a:lnTo>
                  <a:lnTo>
                    <a:pt x="1021088" y="147596"/>
                  </a:lnTo>
                  <a:lnTo>
                    <a:pt x="1029717" y="147212"/>
                  </a:lnTo>
                  <a:lnTo>
                    <a:pt x="1066882" y="133911"/>
                  </a:lnTo>
                  <a:lnTo>
                    <a:pt x="1077491" y="124220"/>
                  </a:lnTo>
                  <a:lnTo>
                    <a:pt x="1022526" y="124220"/>
                  </a:lnTo>
                  <a:lnTo>
                    <a:pt x="1015339" y="123817"/>
                  </a:lnTo>
                  <a:lnTo>
                    <a:pt x="981435" y="105257"/>
                  </a:lnTo>
                  <a:lnTo>
                    <a:pt x="971281" y="73798"/>
                  </a:lnTo>
                  <a:lnTo>
                    <a:pt x="971690" y="66712"/>
                  </a:lnTo>
                  <a:lnTo>
                    <a:pt x="990564" y="33361"/>
                  </a:lnTo>
                  <a:lnTo>
                    <a:pt x="1022526" y="23366"/>
                  </a:lnTo>
                  <a:lnTo>
                    <a:pt x="1077482" y="23366"/>
                  </a:lnTo>
                  <a:lnTo>
                    <a:pt x="1072774" y="18486"/>
                  </a:lnTo>
                  <a:lnTo>
                    <a:pt x="1038155" y="1534"/>
                  </a:lnTo>
                  <a:lnTo>
                    <a:pt x="1029916" y="383"/>
                  </a:lnTo>
                  <a:lnTo>
                    <a:pt x="1021296" y="0"/>
                  </a:lnTo>
                  <a:close/>
                </a:path>
                <a:path w="1377950" h="147955">
                  <a:moveTo>
                    <a:pt x="1060858" y="107211"/>
                  </a:moveTo>
                  <a:lnTo>
                    <a:pt x="1052622" y="114652"/>
                  </a:lnTo>
                  <a:lnTo>
                    <a:pt x="1043486" y="119968"/>
                  </a:lnTo>
                  <a:lnTo>
                    <a:pt x="1033453" y="123157"/>
                  </a:lnTo>
                  <a:lnTo>
                    <a:pt x="1022526" y="124220"/>
                  </a:lnTo>
                  <a:lnTo>
                    <a:pt x="1077491" y="124220"/>
                  </a:lnTo>
                  <a:lnTo>
                    <a:pt x="1078075" y="123615"/>
                  </a:lnTo>
                  <a:lnTo>
                    <a:pt x="1060858" y="107211"/>
                  </a:lnTo>
                  <a:close/>
                </a:path>
                <a:path w="1377950" h="147955">
                  <a:moveTo>
                    <a:pt x="1077482" y="23366"/>
                  </a:moveTo>
                  <a:lnTo>
                    <a:pt x="1022526" y="23366"/>
                  </a:lnTo>
                  <a:lnTo>
                    <a:pt x="1033453" y="24417"/>
                  </a:lnTo>
                  <a:lnTo>
                    <a:pt x="1043486" y="27570"/>
                  </a:lnTo>
                  <a:lnTo>
                    <a:pt x="1052622" y="32823"/>
                  </a:lnTo>
                  <a:lnTo>
                    <a:pt x="1060858" y="40176"/>
                  </a:lnTo>
                  <a:lnTo>
                    <a:pt x="1078075" y="23981"/>
                  </a:lnTo>
                  <a:lnTo>
                    <a:pt x="1077482" y="23366"/>
                  </a:lnTo>
                  <a:close/>
                </a:path>
                <a:path w="1377950" h="147955">
                  <a:moveTo>
                    <a:pt x="1130352" y="2042"/>
                  </a:moveTo>
                  <a:lnTo>
                    <a:pt x="1103703" y="2042"/>
                  </a:lnTo>
                  <a:lnTo>
                    <a:pt x="1103703" y="145543"/>
                  </a:lnTo>
                  <a:lnTo>
                    <a:pt x="1130352" y="145543"/>
                  </a:lnTo>
                  <a:lnTo>
                    <a:pt x="1130352" y="84043"/>
                  </a:lnTo>
                  <a:lnTo>
                    <a:pt x="1231217" y="84043"/>
                  </a:lnTo>
                  <a:lnTo>
                    <a:pt x="1231217" y="61291"/>
                  </a:lnTo>
                  <a:lnTo>
                    <a:pt x="1130352" y="61291"/>
                  </a:lnTo>
                  <a:lnTo>
                    <a:pt x="1130352" y="2042"/>
                  </a:lnTo>
                  <a:close/>
                </a:path>
                <a:path w="1377950" h="147955">
                  <a:moveTo>
                    <a:pt x="1231217" y="84043"/>
                  </a:moveTo>
                  <a:lnTo>
                    <a:pt x="1204557" y="84043"/>
                  </a:lnTo>
                  <a:lnTo>
                    <a:pt x="1204557" y="145543"/>
                  </a:lnTo>
                  <a:lnTo>
                    <a:pt x="1231217" y="145543"/>
                  </a:lnTo>
                  <a:lnTo>
                    <a:pt x="1231217" y="84043"/>
                  </a:lnTo>
                  <a:close/>
                </a:path>
                <a:path w="1377950" h="147955">
                  <a:moveTo>
                    <a:pt x="1231217" y="2042"/>
                  </a:moveTo>
                  <a:lnTo>
                    <a:pt x="1204557" y="2042"/>
                  </a:lnTo>
                  <a:lnTo>
                    <a:pt x="1204557" y="61291"/>
                  </a:lnTo>
                  <a:lnTo>
                    <a:pt x="1231217" y="61291"/>
                  </a:lnTo>
                  <a:lnTo>
                    <a:pt x="1231217" y="2042"/>
                  </a:lnTo>
                  <a:close/>
                </a:path>
                <a:path w="1377950" h="147955">
                  <a:moveTo>
                    <a:pt x="1374499" y="2042"/>
                  </a:moveTo>
                  <a:lnTo>
                    <a:pt x="1269747" y="2042"/>
                  </a:lnTo>
                  <a:lnTo>
                    <a:pt x="1269747" y="145543"/>
                  </a:lnTo>
                  <a:lnTo>
                    <a:pt x="1377375" y="145543"/>
                  </a:lnTo>
                  <a:lnTo>
                    <a:pt x="1377375" y="123198"/>
                  </a:lnTo>
                  <a:lnTo>
                    <a:pt x="1296407" y="123198"/>
                  </a:lnTo>
                  <a:lnTo>
                    <a:pt x="1296407" y="83636"/>
                  </a:lnTo>
                  <a:lnTo>
                    <a:pt x="1365692" y="83636"/>
                  </a:lnTo>
                  <a:lnTo>
                    <a:pt x="1365692" y="61698"/>
                  </a:lnTo>
                  <a:lnTo>
                    <a:pt x="1296407" y="61698"/>
                  </a:lnTo>
                  <a:lnTo>
                    <a:pt x="1296407" y="24387"/>
                  </a:lnTo>
                  <a:lnTo>
                    <a:pt x="1374499" y="24387"/>
                  </a:lnTo>
                  <a:lnTo>
                    <a:pt x="1374499" y="204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1" name="bg object 19">
              <a:extLst>
                <a:ext uri="{FF2B5EF4-FFF2-40B4-BE49-F238E27FC236}">
                  <a16:creationId xmlns:a16="http://schemas.microsoft.com/office/drawing/2014/main" id="{43EEE3B4-79DD-F09E-60E8-D6BA5E49E7B3}"/>
                </a:ext>
              </a:extLst>
            </p:cNvPr>
            <p:cNvSpPr/>
            <p:nvPr/>
          </p:nvSpPr>
          <p:spPr>
            <a:xfrm>
              <a:off x="1681099" y="942733"/>
              <a:ext cx="2425065" cy="147955"/>
            </a:xfrm>
            <a:custGeom>
              <a:avLst/>
              <a:gdLst/>
              <a:ahLst/>
              <a:cxnLst/>
              <a:rect l="l" t="t" r="r" b="b"/>
              <a:pathLst>
                <a:path w="2425065" h="147955">
                  <a:moveTo>
                    <a:pt x="127508" y="97599"/>
                  </a:moveTo>
                  <a:lnTo>
                    <a:pt x="125183" y="90030"/>
                  </a:lnTo>
                  <a:lnTo>
                    <a:pt x="120002" y="83248"/>
                  </a:lnTo>
                  <a:lnTo>
                    <a:pt x="115900" y="77863"/>
                  </a:lnTo>
                  <a:lnTo>
                    <a:pt x="109613" y="73533"/>
                  </a:lnTo>
                  <a:lnTo>
                    <a:pt x="101676" y="70942"/>
                  </a:lnTo>
                  <a:lnTo>
                    <a:pt x="107429" y="67919"/>
                  </a:lnTo>
                  <a:lnTo>
                    <a:pt x="111937" y="63677"/>
                  </a:lnTo>
                  <a:lnTo>
                    <a:pt x="112636" y="62522"/>
                  </a:lnTo>
                  <a:lnTo>
                    <a:pt x="118491" y="52768"/>
                  </a:lnTo>
                  <a:lnTo>
                    <a:pt x="120142" y="46469"/>
                  </a:lnTo>
                  <a:lnTo>
                    <a:pt x="120142" y="39370"/>
                  </a:lnTo>
                  <a:lnTo>
                    <a:pt x="119278" y="31127"/>
                  </a:lnTo>
                  <a:lnTo>
                    <a:pt x="116700" y="23812"/>
                  </a:lnTo>
                  <a:lnTo>
                    <a:pt x="116128" y="22974"/>
                  </a:lnTo>
                  <a:lnTo>
                    <a:pt x="112407" y="17437"/>
                  </a:lnTo>
                  <a:lnTo>
                    <a:pt x="106387" y="11988"/>
                  </a:lnTo>
                  <a:lnTo>
                    <a:pt x="100660" y="8724"/>
                  </a:lnTo>
                  <a:lnTo>
                    <a:pt x="100660" y="103936"/>
                  </a:lnTo>
                  <a:lnTo>
                    <a:pt x="98729" y="112991"/>
                  </a:lnTo>
                  <a:lnTo>
                    <a:pt x="92925" y="119468"/>
                  </a:lnTo>
                  <a:lnTo>
                    <a:pt x="83248" y="123355"/>
                  </a:lnTo>
                  <a:lnTo>
                    <a:pt x="69710" y="124650"/>
                  </a:lnTo>
                  <a:lnTo>
                    <a:pt x="26657" y="124650"/>
                  </a:lnTo>
                  <a:lnTo>
                    <a:pt x="26657" y="83248"/>
                  </a:lnTo>
                  <a:lnTo>
                    <a:pt x="69710" y="83248"/>
                  </a:lnTo>
                  <a:lnTo>
                    <a:pt x="83248" y="84531"/>
                  </a:lnTo>
                  <a:lnTo>
                    <a:pt x="92925" y="88417"/>
                  </a:lnTo>
                  <a:lnTo>
                    <a:pt x="98729" y="94881"/>
                  </a:lnTo>
                  <a:lnTo>
                    <a:pt x="100660" y="103936"/>
                  </a:lnTo>
                  <a:lnTo>
                    <a:pt x="100660" y="8724"/>
                  </a:lnTo>
                  <a:lnTo>
                    <a:pt x="98793" y="7645"/>
                  </a:lnTo>
                  <a:lnTo>
                    <a:pt x="93281" y="5765"/>
                  </a:lnTo>
                  <a:lnTo>
                    <a:pt x="93281" y="36296"/>
                  </a:lnTo>
                  <a:lnTo>
                    <a:pt x="93281" y="49263"/>
                  </a:lnTo>
                  <a:lnTo>
                    <a:pt x="90779" y="54152"/>
                  </a:lnTo>
                  <a:lnTo>
                    <a:pt x="80810" y="60858"/>
                  </a:lnTo>
                  <a:lnTo>
                    <a:pt x="73672" y="62522"/>
                  </a:lnTo>
                  <a:lnTo>
                    <a:pt x="26657" y="62522"/>
                  </a:lnTo>
                  <a:lnTo>
                    <a:pt x="26657" y="22974"/>
                  </a:lnTo>
                  <a:lnTo>
                    <a:pt x="73672" y="22974"/>
                  </a:lnTo>
                  <a:lnTo>
                    <a:pt x="80810" y="24638"/>
                  </a:lnTo>
                  <a:lnTo>
                    <a:pt x="90779" y="31343"/>
                  </a:lnTo>
                  <a:lnTo>
                    <a:pt x="93281" y="36296"/>
                  </a:lnTo>
                  <a:lnTo>
                    <a:pt x="93281" y="5765"/>
                  </a:lnTo>
                  <a:lnTo>
                    <a:pt x="89738" y="4546"/>
                  </a:lnTo>
                  <a:lnTo>
                    <a:pt x="79222" y="2667"/>
                  </a:lnTo>
                  <a:lnTo>
                    <a:pt x="67246" y="2044"/>
                  </a:lnTo>
                  <a:lnTo>
                    <a:pt x="0" y="2044"/>
                  </a:lnTo>
                  <a:lnTo>
                    <a:pt x="0" y="145554"/>
                  </a:lnTo>
                  <a:lnTo>
                    <a:pt x="71348" y="145554"/>
                  </a:lnTo>
                  <a:lnTo>
                    <a:pt x="113169" y="135394"/>
                  </a:lnTo>
                  <a:lnTo>
                    <a:pt x="122897" y="124650"/>
                  </a:lnTo>
                  <a:lnTo>
                    <a:pt x="123926" y="123126"/>
                  </a:lnTo>
                  <a:lnTo>
                    <a:pt x="126606" y="115404"/>
                  </a:lnTo>
                  <a:lnTo>
                    <a:pt x="127508" y="106616"/>
                  </a:lnTo>
                  <a:lnTo>
                    <a:pt x="127508" y="97599"/>
                  </a:lnTo>
                  <a:close/>
                </a:path>
                <a:path w="2425065" h="147955">
                  <a:moveTo>
                    <a:pt x="280441" y="2044"/>
                  </a:moveTo>
                  <a:lnTo>
                    <a:pt x="254203" y="2044"/>
                  </a:lnTo>
                  <a:lnTo>
                    <a:pt x="254076" y="83032"/>
                  </a:lnTo>
                  <a:lnTo>
                    <a:pt x="251929" y="100482"/>
                  </a:lnTo>
                  <a:lnTo>
                    <a:pt x="245122" y="113665"/>
                  </a:lnTo>
                  <a:lnTo>
                    <a:pt x="233794" y="121589"/>
                  </a:lnTo>
                  <a:lnTo>
                    <a:pt x="217919" y="124218"/>
                  </a:lnTo>
                  <a:lnTo>
                    <a:pt x="201955" y="121589"/>
                  </a:lnTo>
                  <a:lnTo>
                    <a:pt x="190550" y="113665"/>
                  </a:lnTo>
                  <a:lnTo>
                    <a:pt x="183705" y="100482"/>
                  </a:lnTo>
                  <a:lnTo>
                    <a:pt x="181432" y="82003"/>
                  </a:lnTo>
                  <a:lnTo>
                    <a:pt x="181432" y="2044"/>
                  </a:lnTo>
                  <a:lnTo>
                    <a:pt x="154774" y="2044"/>
                  </a:lnTo>
                  <a:lnTo>
                    <a:pt x="154774" y="83032"/>
                  </a:lnTo>
                  <a:lnTo>
                    <a:pt x="155816" y="97713"/>
                  </a:lnTo>
                  <a:lnTo>
                    <a:pt x="180505" y="138201"/>
                  </a:lnTo>
                  <a:lnTo>
                    <a:pt x="217703" y="147599"/>
                  </a:lnTo>
                  <a:lnTo>
                    <a:pt x="231749" y="146558"/>
                  </a:lnTo>
                  <a:lnTo>
                    <a:pt x="269138" y="124218"/>
                  </a:lnTo>
                  <a:lnTo>
                    <a:pt x="280441" y="83032"/>
                  </a:lnTo>
                  <a:lnTo>
                    <a:pt x="280441" y="2044"/>
                  </a:lnTo>
                  <a:close/>
                </a:path>
                <a:path w="2425065" h="147955">
                  <a:moveTo>
                    <a:pt x="445249" y="2044"/>
                  </a:moveTo>
                  <a:lnTo>
                    <a:pt x="418807" y="2044"/>
                  </a:lnTo>
                  <a:lnTo>
                    <a:pt x="418807" y="99212"/>
                  </a:lnTo>
                  <a:lnTo>
                    <a:pt x="377418" y="48387"/>
                  </a:lnTo>
                  <a:lnTo>
                    <a:pt x="339674" y="2044"/>
                  </a:lnTo>
                  <a:lnTo>
                    <a:pt x="317754" y="2044"/>
                  </a:lnTo>
                  <a:lnTo>
                    <a:pt x="317754" y="145554"/>
                  </a:lnTo>
                  <a:lnTo>
                    <a:pt x="344195" y="145554"/>
                  </a:lnTo>
                  <a:lnTo>
                    <a:pt x="344195" y="48387"/>
                  </a:lnTo>
                  <a:lnTo>
                    <a:pt x="423316" y="145554"/>
                  </a:lnTo>
                  <a:lnTo>
                    <a:pt x="445249" y="145554"/>
                  </a:lnTo>
                  <a:lnTo>
                    <a:pt x="445249" y="99212"/>
                  </a:lnTo>
                  <a:lnTo>
                    <a:pt x="445249" y="2044"/>
                  </a:lnTo>
                  <a:close/>
                </a:path>
                <a:path w="2425065" h="147955">
                  <a:moveTo>
                    <a:pt x="624827" y="73799"/>
                  </a:moveTo>
                  <a:lnTo>
                    <a:pt x="614997" y="36195"/>
                  </a:lnTo>
                  <a:lnTo>
                    <a:pt x="597979" y="17678"/>
                  </a:lnTo>
                  <a:lnTo>
                    <a:pt x="597979" y="73799"/>
                  </a:lnTo>
                  <a:lnTo>
                    <a:pt x="597573" y="80962"/>
                  </a:lnTo>
                  <a:lnTo>
                    <a:pt x="573074" y="116954"/>
                  </a:lnTo>
                  <a:lnTo>
                    <a:pt x="545299" y="122999"/>
                  </a:lnTo>
                  <a:lnTo>
                    <a:pt x="510438" y="122999"/>
                  </a:lnTo>
                  <a:lnTo>
                    <a:pt x="510438" y="24625"/>
                  </a:lnTo>
                  <a:lnTo>
                    <a:pt x="545299" y="24625"/>
                  </a:lnTo>
                  <a:lnTo>
                    <a:pt x="587209" y="40424"/>
                  </a:lnTo>
                  <a:lnTo>
                    <a:pt x="597979" y="73799"/>
                  </a:lnTo>
                  <a:lnTo>
                    <a:pt x="597979" y="17678"/>
                  </a:lnTo>
                  <a:lnTo>
                    <a:pt x="557682" y="2603"/>
                  </a:lnTo>
                  <a:lnTo>
                    <a:pt x="546519" y="2044"/>
                  </a:lnTo>
                  <a:lnTo>
                    <a:pt x="483793" y="2044"/>
                  </a:lnTo>
                  <a:lnTo>
                    <a:pt x="483793" y="145554"/>
                  </a:lnTo>
                  <a:lnTo>
                    <a:pt x="546519" y="145554"/>
                  </a:lnTo>
                  <a:lnTo>
                    <a:pt x="587311" y="136639"/>
                  </a:lnTo>
                  <a:lnTo>
                    <a:pt x="619302" y="102958"/>
                  </a:lnTo>
                  <a:lnTo>
                    <a:pt x="624217" y="84150"/>
                  </a:lnTo>
                  <a:lnTo>
                    <a:pt x="624827" y="73799"/>
                  </a:lnTo>
                  <a:close/>
                </a:path>
                <a:path w="2425065" h="147955">
                  <a:moveTo>
                    <a:pt x="760742" y="123215"/>
                  </a:moveTo>
                  <a:lnTo>
                    <a:pt x="679767" y="123215"/>
                  </a:lnTo>
                  <a:lnTo>
                    <a:pt x="679767" y="83642"/>
                  </a:lnTo>
                  <a:lnTo>
                    <a:pt x="749071" y="83642"/>
                  </a:lnTo>
                  <a:lnTo>
                    <a:pt x="749071" y="61696"/>
                  </a:lnTo>
                  <a:lnTo>
                    <a:pt x="679767" y="61696"/>
                  </a:lnTo>
                  <a:lnTo>
                    <a:pt x="679767" y="24396"/>
                  </a:lnTo>
                  <a:lnTo>
                    <a:pt x="757872" y="24396"/>
                  </a:lnTo>
                  <a:lnTo>
                    <a:pt x="757872" y="2044"/>
                  </a:lnTo>
                  <a:lnTo>
                    <a:pt x="653122" y="2044"/>
                  </a:lnTo>
                  <a:lnTo>
                    <a:pt x="653122" y="145554"/>
                  </a:lnTo>
                  <a:lnTo>
                    <a:pt x="760742" y="145554"/>
                  </a:lnTo>
                  <a:lnTo>
                    <a:pt x="760742" y="123215"/>
                  </a:lnTo>
                  <a:close/>
                </a:path>
                <a:path w="2425065" h="147955">
                  <a:moveTo>
                    <a:pt x="892975" y="95681"/>
                  </a:moveTo>
                  <a:lnTo>
                    <a:pt x="862685" y="68643"/>
                  </a:lnTo>
                  <a:lnTo>
                    <a:pt x="834136" y="61036"/>
                  </a:lnTo>
                  <a:lnTo>
                    <a:pt x="827976" y="59321"/>
                  </a:lnTo>
                  <a:lnTo>
                    <a:pt x="818972" y="56311"/>
                  </a:lnTo>
                  <a:lnTo>
                    <a:pt x="815238" y="54267"/>
                  </a:lnTo>
                  <a:lnTo>
                    <a:pt x="809371" y="49060"/>
                  </a:lnTo>
                  <a:lnTo>
                    <a:pt x="807885" y="45720"/>
                  </a:lnTo>
                  <a:lnTo>
                    <a:pt x="807885" y="35737"/>
                  </a:lnTo>
                  <a:lnTo>
                    <a:pt x="810450" y="31026"/>
                  </a:lnTo>
                  <a:lnTo>
                    <a:pt x="820712" y="23926"/>
                  </a:lnTo>
                  <a:lnTo>
                    <a:pt x="828535" y="22148"/>
                  </a:lnTo>
                  <a:lnTo>
                    <a:pt x="845464" y="22148"/>
                  </a:lnTo>
                  <a:lnTo>
                    <a:pt x="852093" y="23101"/>
                  </a:lnTo>
                  <a:lnTo>
                    <a:pt x="865771" y="26936"/>
                  </a:lnTo>
                  <a:lnTo>
                    <a:pt x="872324" y="29743"/>
                  </a:lnTo>
                  <a:lnTo>
                    <a:pt x="878624" y="33426"/>
                  </a:lnTo>
                  <a:lnTo>
                    <a:pt x="883196" y="22148"/>
                  </a:lnTo>
                  <a:lnTo>
                    <a:pt x="845794" y="203"/>
                  </a:lnTo>
                  <a:lnTo>
                    <a:pt x="839254" y="0"/>
                  </a:lnTo>
                  <a:lnTo>
                    <a:pt x="830199" y="368"/>
                  </a:lnTo>
                  <a:lnTo>
                    <a:pt x="792213" y="14732"/>
                  </a:lnTo>
                  <a:lnTo>
                    <a:pt x="781456" y="34912"/>
                  </a:lnTo>
                  <a:lnTo>
                    <a:pt x="781456" y="52285"/>
                  </a:lnTo>
                  <a:lnTo>
                    <a:pt x="811618" y="79451"/>
                  </a:lnTo>
                  <a:lnTo>
                    <a:pt x="840486" y="87210"/>
                  </a:lnTo>
                  <a:lnTo>
                    <a:pt x="846632" y="88912"/>
                  </a:lnTo>
                  <a:lnTo>
                    <a:pt x="855662" y="91922"/>
                  </a:lnTo>
                  <a:lnTo>
                    <a:pt x="859383" y="93992"/>
                  </a:lnTo>
                  <a:lnTo>
                    <a:pt x="865263" y="99326"/>
                  </a:lnTo>
                  <a:lnTo>
                    <a:pt x="866736" y="102717"/>
                  </a:lnTo>
                  <a:lnTo>
                    <a:pt x="866736" y="112407"/>
                  </a:lnTo>
                  <a:lnTo>
                    <a:pt x="864095" y="116916"/>
                  </a:lnTo>
                  <a:lnTo>
                    <a:pt x="853579" y="123761"/>
                  </a:lnTo>
                  <a:lnTo>
                    <a:pt x="845616" y="125476"/>
                  </a:lnTo>
                  <a:lnTo>
                    <a:pt x="834948" y="125476"/>
                  </a:lnTo>
                  <a:lnTo>
                    <a:pt x="793470" y="114325"/>
                  </a:lnTo>
                  <a:lnTo>
                    <a:pt x="787603" y="109689"/>
                  </a:lnTo>
                  <a:lnTo>
                    <a:pt x="778370" y="130378"/>
                  </a:lnTo>
                  <a:lnTo>
                    <a:pt x="818629" y="146431"/>
                  </a:lnTo>
                  <a:lnTo>
                    <a:pt x="834948" y="147599"/>
                  </a:lnTo>
                  <a:lnTo>
                    <a:pt x="844029" y="147243"/>
                  </a:lnTo>
                  <a:lnTo>
                    <a:pt x="882205" y="132918"/>
                  </a:lnTo>
                  <a:lnTo>
                    <a:pt x="892975" y="112890"/>
                  </a:lnTo>
                  <a:lnTo>
                    <a:pt x="892975" y="95681"/>
                  </a:lnTo>
                  <a:close/>
                </a:path>
                <a:path w="2425065" h="147955">
                  <a:moveTo>
                    <a:pt x="1021105" y="122999"/>
                  </a:moveTo>
                  <a:lnTo>
                    <a:pt x="946061" y="122999"/>
                  </a:lnTo>
                  <a:lnTo>
                    <a:pt x="946061" y="2044"/>
                  </a:lnTo>
                  <a:lnTo>
                    <a:pt x="919416" y="2044"/>
                  </a:lnTo>
                  <a:lnTo>
                    <a:pt x="919416" y="145554"/>
                  </a:lnTo>
                  <a:lnTo>
                    <a:pt x="1021105" y="145554"/>
                  </a:lnTo>
                  <a:lnTo>
                    <a:pt x="1021105" y="122999"/>
                  </a:lnTo>
                  <a:close/>
                </a:path>
                <a:path w="2425065" h="147955">
                  <a:moveTo>
                    <a:pt x="1149832" y="123215"/>
                  </a:moveTo>
                  <a:lnTo>
                    <a:pt x="1068857" y="123215"/>
                  </a:lnTo>
                  <a:lnTo>
                    <a:pt x="1068857" y="83642"/>
                  </a:lnTo>
                  <a:lnTo>
                    <a:pt x="1138148" y="83642"/>
                  </a:lnTo>
                  <a:lnTo>
                    <a:pt x="1138148" y="61696"/>
                  </a:lnTo>
                  <a:lnTo>
                    <a:pt x="1068857" y="61696"/>
                  </a:lnTo>
                  <a:lnTo>
                    <a:pt x="1068857" y="24396"/>
                  </a:lnTo>
                  <a:lnTo>
                    <a:pt x="1146975" y="24396"/>
                  </a:lnTo>
                  <a:lnTo>
                    <a:pt x="1146975" y="2044"/>
                  </a:lnTo>
                  <a:lnTo>
                    <a:pt x="1042200" y="2044"/>
                  </a:lnTo>
                  <a:lnTo>
                    <a:pt x="1042200" y="145554"/>
                  </a:lnTo>
                  <a:lnTo>
                    <a:pt x="1149832" y="145554"/>
                  </a:lnTo>
                  <a:lnTo>
                    <a:pt x="1149832" y="123215"/>
                  </a:lnTo>
                  <a:close/>
                </a:path>
                <a:path w="2425065" h="147955">
                  <a:moveTo>
                    <a:pt x="1307071" y="2044"/>
                  </a:moveTo>
                  <a:lnTo>
                    <a:pt x="1280414" y="2044"/>
                  </a:lnTo>
                  <a:lnTo>
                    <a:pt x="1280414" y="61302"/>
                  </a:lnTo>
                  <a:lnTo>
                    <a:pt x="1206195" y="61302"/>
                  </a:lnTo>
                  <a:lnTo>
                    <a:pt x="1206195" y="2044"/>
                  </a:lnTo>
                  <a:lnTo>
                    <a:pt x="1179563" y="2044"/>
                  </a:lnTo>
                  <a:lnTo>
                    <a:pt x="1179563" y="145554"/>
                  </a:lnTo>
                  <a:lnTo>
                    <a:pt x="1206195" y="145554"/>
                  </a:lnTo>
                  <a:lnTo>
                    <a:pt x="1206195" y="84074"/>
                  </a:lnTo>
                  <a:lnTo>
                    <a:pt x="1280414" y="84074"/>
                  </a:lnTo>
                  <a:lnTo>
                    <a:pt x="1280414" y="145554"/>
                  </a:lnTo>
                  <a:lnTo>
                    <a:pt x="1307071" y="145554"/>
                  </a:lnTo>
                  <a:lnTo>
                    <a:pt x="1307071" y="84074"/>
                  </a:lnTo>
                  <a:lnTo>
                    <a:pt x="1307071" y="61302"/>
                  </a:lnTo>
                  <a:lnTo>
                    <a:pt x="1307071" y="2044"/>
                  </a:lnTo>
                  <a:close/>
                </a:path>
                <a:path w="2425065" h="147955">
                  <a:moveTo>
                    <a:pt x="1468196" y="145554"/>
                  </a:moveTo>
                  <a:lnTo>
                    <a:pt x="1438770" y="103530"/>
                  </a:lnTo>
                  <a:lnTo>
                    <a:pt x="1435188" y="98425"/>
                  </a:lnTo>
                  <a:lnTo>
                    <a:pt x="1442135" y="95173"/>
                  </a:lnTo>
                  <a:lnTo>
                    <a:pt x="1448231" y="91186"/>
                  </a:lnTo>
                  <a:lnTo>
                    <a:pt x="1453464" y="86448"/>
                  </a:lnTo>
                  <a:lnTo>
                    <a:pt x="1457172" y="81800"/>
                  </a:lnTo>
                  <a:lnTo>
                    <a:pt x="1457833" y="80987"/>
                  </a:lnTo>
                  <a:lnTo>
                    <a:pt x="1461287" y="74853"/>
                  </a:lnTo>
                  <a:lnTo>
                    <a:pt x="1463763" y="68173"/>
                  </a:lnTo>
                  <a:lnTo>
                    <a:pt x="1465237" y="60921"/>
                  </a:lnTo>
                  <a:lnTo>
                    <a:pt x="1465732" y="53098"/>
                  </a:lnTo>
                  <a:lnTo>
                    <a:pt x="1465275" y="45478"/>
                  </a:lnTo>
                  <a:lnTo>
                    <a:pt x="1463890" y="38392"/>
                  </a:lnTo>
                  <a:lnTo>
                    <a:pt x="1461579" y="31851"/>
                  </a:lnTo>
                  <a:lnTo>
                    <a:pt x="1458353" y="25844"/>
                  </a:lnTo>
                  <a:lnTo>
                    <a:pt x="1457426" y="24625"/>
                  </a:lnTo>
                  <a:lnTo>
                    <a:pt x="1454251" y="20434"/>
                  </a:lnTo>
                  <a:lnTo>
                    <a:pt x="1449362" y="15697"/>
                  </a:lnTo>
                  <a:lnTo>
                    <a:pt x="1443647" y="11620"/>
                  </a:lnTo>
                  <a:lnTo>
                    <a:pt x="1438884" y="9131"/>
                  </a:lnTo>
                  <a:lnTo>
                    <a:pt x="1438884" y="43942"/>
                  </a:lnTo>
                  <a:lnTo>
                    <a:pt x="1438884" y="62255"/>
                  </a:lnTo>
                  <a:lnTo>
                    <a:pt x="1403413" y="81800"/>
                  </a:lnTo>
                  <a:lnTo>
                    <a:pt x="1372260" y="81800"/>
                  </a:lnTo>
                  <a:lnTo>
                    <a:pt x="1372260" y="24625"/>
                  </a:lnTo>
                  <a:lnTo>
                    <a:pt x="1403413" y="24625"/>
                  </a:lnTo>
                  <a:lnTo>
                    <a:pt x="1438884" y="43942"/>
                  </a:lnTo>
                  <a:lnTo>
                    <a:pt x="1438884" y="9131"/>
                  </a:lnTo>
                  <a:lnTo>
                    <a:pt x="1404645" y="2044"/>
                  </a:lnTo>
                  <a:lnTo>
                    <a:pt x="1345603" y="2044"/>
                  </a:lnTo>
                  <a:lnTo>
                    <a:pt x="1345603" y="145554"/>
                  </a:lnTo>
                  <a:lnTo>
                    <a:pt x="1372260" y="145554"/>
                  </a:lnTo>
                  <a:lnTo>
                    <a:pt x="1372260" y="103746"/>
                  </a:lnTo>
                  <a:lnTo>
                    <a:pt x="1407109" y="103746"/>
                  </a:lnTo>
                  <a:lnTo>
                    <a:pt x="1408950" y="103657"/>
                  </a:lnTo>
                  <a:lnTo>
                    <a:pt x="1410182" y="103530"/>
                  </a:lnTo>
                  <a:lnTo>
                    <a:pt x="1439494" y="145554"/>
                  </a:lnTo>
                  <a:lnTo>
                    <a:pt x="1468196" y="145554"/>
                  </a:lnTo>
                  <a:close/>
                </a:path>
                <a:path w="2425065" h="147955">
                  <a:moveTo>
                    <a:pt x="1630743" y="145554"/>
                  </a:moveTo>
                  <a:lnTo>
                    <a:pt x="1615757" y="112344"/>
                  </a:lnTo>
                  <a:lnTo>
                    <a:pt x="1606321" y="91440"/>
                  </a:lnTo>
                  <a:lnTo>
                    <a:pt x="1579714" y="32473"/>
                  </a:lnTo>
                  <a:lnTo>
                    <a:pt x="1579714" y="91440"/>
                  </a:lnTo>
                  <a:lnTo>
                    <a:pt x="1525803" y="91440"/>
                  </a:lnTo>
                  <a:lnTo>
                    <a:pt x="1552651" y="28702"/>
                  </a:lnTo>
                  <a:lnTo>
                    <a:pt x="1579714" y="91440"/>
                  </a:lnTo>
                  <a:lnTo>
                    <a:pt x="1579714" y="32473"/>
                  </a:lnTo>
                  <a:lnTo>
                    <a:pt x="1578013" y="28702"/>
                  </a:lnTo>
                  <a:lnTo>
                    <a:pt x="1565973" y="2044"/>
                  </a:lnTo>
                  <a:lnTo>
                    <a:pt x="1539735" y="2044"/>
                  </a:lnTo>
                  <a:lnTo>
                    <a:pt x="1475155" y="145554"/>
                  </a:lnTo>
                  <a:lnTo>
                    <a:pt x="1502625" y="145554"/>
                  </a:lnTo>
                  <a:lnTo>
                    <a:pt x="1516773" y="112344"/>
                  </a:lnTo>
                  <a:lnTo>
                    <a:pt x="1588516" y="112344"/>
                  </a:lnTo>
                  <a:lnTo>
                    <a:pt x="1602867" y="145554"/>
                  </a:lnTo>
                  <a:lnTo>
                    <a:pt x="1630743" y="145554"/>
                  </a:lnTo>
                  <a:close/>
                </a:path>
                <a:path w="2425065" h="147955">
                  <a:moveTo>
                    <a:pt x="1776501" y="2044"/>
                  </a:moveTo>
                  <a:lnTo>
                    <a:pt x="1750072" y="2044"/>
                  </a:lnTo>
                  <a:lnTo>
                    <a:pt x="1750072" y="99212"/>
                  </a:lnTo>
                  <a:lnTo>
                    <a:pt x="1708670" y="48387"/>
                  </a:lnTo>
                  <a:lnTo>
                    <a:pt x="1670939" y="2044"/>
                  </a:lnTo>
                  <a:lnTo>
                    <a:pt x="1648993" y="2044"/>
                  </a:lnTo>
                  <a:lnTo>
                    <a:pt x="1648993" y="145554"/>
                  </a:lnTo>
                  <a:lnTo>
                    <a:pt x="1675447" y="145554"/>
                  </a:lnTo>
                  <a:lnTo>
                    <a:pt x="1675447" y="48387"/>
                  </a:lnTo>
                  <a:lnTo>
                    <a:pt x="1754568" y="145554"/>
                  </a:lnTo>
                  <a:lnTo>
                    <a:pt x="1776501" y="145554"/>
                  </a:lnTo>
                  <a:lnTo>
                    <a:pt x="1776501" y="99212"/>
                  </a:lnTo>
                  <a:lnTo>
                    <a:pt x="1776501" y="2044"/>
                  </a:lnTo>
                  <a:close/>
                </a:path>
                <a:path w="2425065" h="147955">
                  <a:moveTo>
                    <a:pt x="1917547" y="95681"/>
                  </a:moveTo>
                  <a:lnTo>
                    <a:pt x="1887258" y="68643"/>
                  </a:lnTo>
                  <a:lnTo>
                    <a:pt x="1858708" y="61036"/>
                  </a:lnTo>
                  <a:lnTo>
                    <a:pt x="1852561" y="59321"/>
                  </a:lnTo>
                  <a:lnTo>
                    <a:pt x="1843532" y="56311"/>
                  </a:lnTo>
                  <a:lnTo>
                    <a:pt x="1839810" y="54267"/>
                  </a:lnTo>
                  <a:lnTo>
                    <a:pt x="1833943" y="49060"/>
                  </a:lnTo>
                  <a:lnTo>
                    <a:pt x="1832470" y="45720"/>
                  </a:lnTo>
                  <a:lnTo>
                    <a:pt x="1832470" y="35737"/>
                  </a:lnTo>
                  <a:lnTo>
                    <a:pt x="1835035" y="31026"/>
                  </a:lnTo>
                  <a:lnTo>
                    <a:pt x="1845284" y="23926"/>
                  </a:lnTo>
                  <a:lnTo>
                    <a:pt x="1853107" y="22148"/>
                  </a:lnTo>
                  <a:lnTo>
                    <a:pt x="1870062" y="22148"/>
                  </a:lnTo>
                  <a:lnTo>
                    <a:pt x="1876679" y="23101"/>
                  </a:lnTo>
                  <a:lnTo>
                    <a:pt x="1890356" y="26936"/>
                  </a:lnTo>
                  <a:lnTo>
                    <a:pt x="1896910" y="29743"/>
                  </a:lnTo>
                  <a:lnTo>
                    <a:pt x="1903196" y="33426"/>
                  </a:lnTo>
                  <a:lnTo>
                    <a:pt x="1907768" y="22148"/>
                  </a:lnTo>
                  <a:lnTo>
                    <a:pt x="1870367" y="203"/>
                  </a:lnTo>
                  <a:lnTo>
                    <a:pt x="1863839" y="0"/>
                  </a:lnTo>
                  <a:lnTo>
                    <a:pt x="1854771" y="368"/>
                  </a:lnTo>
                  <a:lnTo>
                    <a:pt x="1816785" y="14732"/>
                  </a:lnTo>
                  <a:lnTo>
                    <a:pt x="1806028" y="34912"/>
                  </a:lnTo>
                  <a:lnTo>
                    <a:pt x="1806028" y="52285"/>
                  </a:lnTo>
                  <a:lnTo>
                    <a:pt x="1836191" y="79451"/>
                  </a:lnTo>
                  <a:lnTo>
                    <a:pt x="1865058" y="87210"/>
                  </a:lnTo>
                  <a:lnTo>
                    <a:pt x="1871218" y="88912"/>
                  </a:lnTo>
                  <a:lnTo>
                    <a:pt x="1880235" y="91922"/>
                  </a:lnTo>
                  <a:lnTo>
                    <a:pt x="1883956" y="93992"/>
                  </a:lnTo>
                  <a:lnTo>
                    <a:pt x="1889836" y="99326"/>
                  </a:lnTo>
                  <a:lnTo>
                    <a:pt x="1891309" y="102717"/>
                  </a:lnTo>
                  <a:lnTo>
                    <a:pt x="1891309" y="112407"/>
                  </a:lnTo>
                  <a:lnTo>
                    <a:pt x="1888680" y="116916"/>
                  </a:lnTo>
                  <a:lnTo>
                    <a:pt x="1878152" y="123761"/>
                  </a:lnTo>
                  <a:lnTo>
                    <a:pt x="1870202" y="125476"/>
                  </a:lnTo>
                  <a:lnTo>
                    <a:pt x="1859534" y="125476"/>
                  </a:lnTo>
                  <a:lnTo>
                    <a:pt x="1818043" y="114325"/>
                  </a:lnTo>
                  <a:lnTo>
                    <a:pt x="1812175" y="109689"/>
                  </a:lnTo>
                  <a:lnTo>
                    <a:pt x="1802955" y="130378"/>
                  </a:lnTo>
                  <a:lnTo>
                    <a:pt x="1843201" y="146431"/>
                  </a:lnTo>
                  <a:lnTo>
                    <a:pt x="1859534" y="147599"/>
                  </a:lnTo>
                  <a:lnTo>
                    <a:pt x="1868601" y="147243"/>
                  </a:lnTo>
                  <a:lnTo>
                    <a:pt x="1906790" y="132918"/>
                  </a:lnTo>
                  <a:lnTo>
                    <a:pt x="1911756" y="125476"/>
                  </a:lnTo>
                  <a:lnTo>
                    <a:pt x="1915401" y="120078"/>
                  </a:lnTo>
                  <a:lnTo>
                    <a:pt x="1917547" y="112890"/>
                  </a:lnTo>
                  <a:lnTo>
                    <a:pt x="1917547" y="95681"/>
                  </a:lnTo>
                  <a:close/>
                </a:path>
                <a:path w="2425065" h="147955">
                  <a:moveTo>
                    <a:pt x="2045271" y="2044"/>
                  </a:moveTo>
                  <a:lnTo>
                    <a:pt x="1923503" y="2044"/>
                  </a:lnTo>
                  <a:lnTo>
                    <a:pt x="1923503" y="24612"/>
                  </a:lnTo>
                  <a:lnTo>
                    <a:pt x="1971065" y="24612"/>
                  </a:lnTo>
                  <a:lnTo>
                    <a:pt x="1971065" y="145554"/>
                  </a:lnTo>
                  <a:lnTo>
                    <a:pt x="1997722" y="145554"/>
                  </a:lnTo>
                  <a:lnTo>
                    <a:pt x="1997722" y="24612"/>
                  </a:lnTo>
                  <a:lnTo>
                    <a:pt x="2045271" y="24612"/>
                  </a:lnTo>
                  <a:lnTo>
                    <a:pt x="2045271" y="2044"/>
                  </a:lnTo>
                  <a:close/>
                </a:path>
                <a:path w="2425065" h="147955">
                  <a:moveTo>
                    <a:pt x="2193480" y="145554"/>
                  </a:moveTo>
                  <a:lnTo>
                    <a:pt x="2178494" y="112344"/>
                  </a:lnTo>
                  <a:lnTo>
                    <a:pt x="2169058" y="91440"/>
                  </a:lnTo>
                  <a:lnTo>
                    <a:pt x="2142439" y="32473"/>
                  </a:lnTo>
                  <a:lnTo>
                    <a:pt x="2142439" y="91440"/>
                  </a:lnTo>
                  <a:lnTo>
                    <a:pt x="2088527" y="91440"/>
                  </a:lnTo>
                  <a:lnTo>
                    <a:pt x="2115375" y="28702"/>
                  </a:lnTo>
                  <a:lnTo>
                    <a:pt x="2142439" y="91440"/>
                  </a:lnTo>
                  <a:lnTo>
                    <a:pt x="2142439" y="32473"/>
                  </a:lnTo>
                  <a:lnTo>
                    <a:pt x="2140737" y="28702"/>
                  </a:lnTo>
                  <a:lnTo>
                    <a:pt x="2128697" y="2044"/>
                  </a:lnTo>
                  <a:lnTo>
                    <a:pt x="2102472" y="2044"/>
                  </a:lnTo>
                  <a:lnTo>
                    <a:pt x="2037892" y="145554"/>
                  </a:lnTo>
                  <a:lnTo>
                    <a:pt x="2065362" y="145554"/>
                  </a:lnTo>
                  <a:lnTo>
                    <a:pt x="2079510" y="112344"/>
                  </a:lnTo>
                  <a:lnTo>
                    <a:pt x="2151253" y="112344"/>
                  </a:lnTo>
                  <a:lnTo>
                    <a:pt x="2165604" y="145554"/>
                  </a:lnTo>
                  <a:lnTo>
                    <a:pt x="2193480" y="145554"/>
                  </a:lnTo>
                  <a:close/>
                </a:path>
                <a:path w="2425065" h="147955">
                  <a:moveTo>
                    <a:pt x="2313406" y="122694"/>
                  </a:moveTo>
                  <a:lnTo>
                    <a:pt x="2238387" y="122694"/>
                  </a:lnTo>
                  <a:lnTo>
                    <a:pt x="2238387" y="2044"/>
                  </a:lnTo>
                  <a:lnTo>
                    <a:pt x="2211730" y="2044"/>
                  </a:lnTo>
                  <a:lnTo>
                    <a:pt x="2211730" y="122694"/>
                  </a:lnTo>
                  <a:lnTo>
                    <a:pt x="2211730" y="145554"/>
                  </a:lnTo>
                  <a:lnTo>
                    <a:pt x="2313406" y="145554"/>
                  </a:lnTo>
                  <a:lnTo>
                    <a:pt x="2313406" y="122694"/>
                  </a:lnTo>
                  <a:close/>
                </a:path>
                <a:path w="2425065" h="147955">
                  <a:moveTo>
                    <a:pt x="2424519" y="2044"/>
                  </a:moveTo>
                  <a:lnTo>
                    <a:pt x="2302751" y="2044"/>
                  </a:lnTo>
                  <a:lnTo>
                    <a:pt x="2302751" y="24612"/>
                  </a:lnTo>
                  <a:lnTo>
                    <a:pt x="2350312" y="24612"/>
                  </a:lnTo>
                  <a:lnTo>
                    <a:pt x="2350312" y="145554"/>
                  </a:lnTo>
                  <a:lnTo>
                    <a:pt x="2376957" y="145554"/>
                  </a:lnTo>
                  <a:lnTo>
                    <a:pt x="2376957" y="24612"/>
                  </a:lnTo>
                  <a:lnTo>
                    <a:pt x="2424519" y="24612"/>
                  </a:lnTo>
                  <a:lnTo>
                    <a:pt x="2424519" y="20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32" name="bg object 20">
              <a:extLst>
                <a:ext uri="{FF2B5EF4-FFF2-40B4-BE49-F238E27FC236}">
                  <a16:creationId xmlns:a16="http://schemas.microsoft.com/office/drawing/2014/main" id="{A9557956-F417-5336-6671-BFF416C11DD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70866" y="1162292"/>
              <a:ext cx="1626431" cy="184282"/>
            </a:xfrm>
            <a:prstGeom prst="rect">
              <a:avLst/>
            </a:prstGeom>
          </p:spPr>
        </p:pic>
        <p:pic>
          <p:nvPicPr>
            <p:cNvPr id="33" name="bg object 21">
              <a:extLst>
                <a:ext uri="{FF2B5EF4-FFF2-40B4-BE49-F238E27FC236}">
                  <a16:creationId xmlns:a16="http://schemas.microsoft.com/office/drawing/2014/main" id="{395430C4-D82E-79AD-37C2-645C8CFAB96F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5193" y="1306787"/>
              <a:ext cx="107763" cy="87034"/>
            </a:xfrm>
            <a:prstGeom prst="rect">
              <a:avLst/>
            </a:prstGeom>
          </p:spPr>
        </p:pic>
        <p:pic>
          <p:nvPicPr>
            <p:cNvPr id="34" name="bg object 22">
              <a:extLst>
                <a:ext uri="{FF2B5EF4-FFF2-40B4-BE49-F238E27FC236}">
                  <a16:creationId xmlns:a16="http://schemas.microsoft.com/office/drawing/2014/main" id="{4CCAFCFF-54B2-5DE0-733F-AF3056E8173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75193" y="1076971"/>
              <a:ext cx="110546" cy="84793"/>
            </a:xfrm>
            <a:prstGeom prst="rect">
              <a:avLst/>
            </a:prstGeom>
          </p:spPr>
        </p:pic>
        <p:sp>
          <p:nvSpPr>
            <p:cNvPr id="35" name="bg object 23">
              <a:extLst>
                <a:ext uri="{FF2B5EF4-FFF2-40B4-BE49-F238E27FC236}">
                  <a16:creationId xmlns:a16="http://schemas.microsoft.com/office/drawing/2014/main" id="{3E8F0EC4-687E-D8E8-1F36-C6344FB84973}"/>
                </a:ext>
              </a:extLst>
            </p:cNvPr>
            <p:cNvSpPr/>
            <p:nvPr/>
          </p:nvSpPr>
          <p:spPr>
            <a:xfrm>
              <a:off x="375183" y="854443"/>
              <a:ext cx="107950" cy="74930"/>
            </a:xfrm>
            <a:custGeom>
              <a:avLst/>
              <a:gdLst/>
              <a:ahLst/>
              <a:cxnLst/>
              <a:rect l="l" t="t" r="r" b="b"/>
              <a:pathLst>
                <a:path w="107950" h="74930">
                  <a:moveTo>
                    <a:pt x="107772" y="0"/>
                  </a:moveTo>
                  <a:lnTo>
                    <a:pt x="88392" y="0"/>
                  </a:lnTo>
                  <a:lnTo>
                    <a:pt x="88392" y="53340"/>
                  </a:lnTo>
                  <a:lnTo>
                    <a:pt x="0" y="53340"/>
                  </a:lnTo>
                  <a:lnTo>
                    <a:pt x="0" y="74930"/>
                  </a:lnTo>
                  <a:lnTo>
                    <a:pt x="107772" y="74930"/>
                  </a:lnTo>
                  <a:lnTo>
                    <a:pt x="107772" y="53340"/>
                  </a:lnTo>
                  <a:lnTo>
                    <a:pt x="10777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36" name="bg object 24">
              <a:extLst>
                <a:ext uri="{FF2B5EF4-FFF2-40B4-BE49-F238E27FC236}">
                  <a16:creationId xmlns:a16="http://schemas.microsoft.com/office/drawing/2014/main" id="{495CE405-00F4-C8C6-0B6F-50310810F23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75193" y="611628"/>
              <a:ext cx="107763" cy="102010"/>
            </a:xfrm>
            <a:prstGeom prst="rect">
              <a:avLst/>
            </a:prstGeom>
          </p:spPr>
        </p:pic>
        <p:pic>
          <p:nvPicPr>
            <p:cNvPr id="37" name="bg object 25">
              <a:extLst>
                <a:ext uri="{FF2B5EF4-FFF2-40B4-BE49-F238E27FC236}">
                  <a16:creationId xmlns:a16="http://schemas.microsoft.com/office/drawing/2014/main" id="{ECB1C0E0-9E0D-5B87-AA33-09AA02E7E70B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75197" y="384057"/>
              <a:ext cx="107763" cy="79947"/>
            </a:xfrm>
            <a:prstGeom prst="rect">
              <a:avLst/>
            </a:prstGeom>
          </p:spPr>
        </p:pic>
        <p:sp>
          <p:nvSpPr>
            <p:cNvPr id="38" name="bg object 26">
              <a:extLst>
                <a:ext uri="{FF2B5EF4-FFF2-40B4-BE49-F238E27FC236}">
                  <a16:creationId xmlns:a16="http://schemas.microsoft.com/office/drawing/2014/main" id="{1FB610C6-C819-9C68-F7BF-06A922FF8282}"/>
                </a:ext>
              </a:extLst>
            </p:cNvPr>
            <p:cNvSpPr/>
            <p:nvPr/>
          </p:nvSpPr>
          <p:spPr>
            <a:xfrm>
              <a:off x="581799" y="375193"/>
              <a:ext cx="12700" cy="233045"/>
            </a:xfrm>
            <a:custGeom>
              <a:avLst/>
              <a:gdLst/>
              <a:ahLst/>
              <a:cxnLst/>
              <a:rect l="l" t="t" r="r" b="b"/>
              <a:pathLst>
                <a:path w="12700" h="233045">
                  <a:moveTo>
                    <a:pt x="12225" y="0"/>
                  </a:moveTo>
                  <a:lnTo>
                    <a:pt x="0" y="0"/>
                  </a:lnTo>
                  <a:lnTo>
                    <a:pt x="0" y="232817"/>
                  </a:lnTo>
                  <a:lnTo>
                    <a:pt x="12225" y="232817"/>
                  </a:lnTo>
                  <a:lnTo>
                    <a:pt x="122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9" name="bg object 27">
              <a:extLst>
                <a:ext uri="{FF2B5EF4-FFF2-40B4-BE49-F238E27FC236}">
                  <a16:creationId xmlns:a16="http://schemas.microsoft.com/office/drawing/2014/main" id="{557C0030-D065-7E00-259F-642DF4E759FF}"/>
                </a:ext>
              </a:extLst>
            </p:cNvPr>
            <p:cNvSpPr/>
            <p:nvPr/>
          </p:nvSpPr>
          <p:spPr>
            <a:xfrm>
              <a:off x="1325245" y="638864"/>
              <a:ext cx="52069" cy="137160"/>
            </a:xfrm>
            <a:custGeom>
              <a:avLst/>
              <a:gdLst/>
              <a:ahLst/>
              <a:cxnLst/>
              <a:rect l="l" t="t" r="r" b="b"/>
              <a:pathLst>
                <a:path w="52069" h="137159">
                  <a:moveTo>
                    <a:pt x="51880" y="0"/>
                  </a:moveTo>
                  <a:lnTo>
                    <a:pt x="0" y="0"/>
                  </a:lnTo>
                  <a:lnTo>
                    <a:pt x="0" y="137101"/>
                  </a:lnTo>
                  <a:lnTo>
                    <a:pt x="20256" y="106758"/>
                  </a:lnTo>
                  <a:lnTo>
                    <a:pt x="35961" y="73494"/>
                  </a:lnTo>
                  <a:lnTo>
                    <a:pt x="46655" y="37759"/>
                  </a:lnTo>
                  <a:lnTo>
                    <a:pt x="518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0" name="bg object 28">
              <a:extLst>
                <a:ext uri="{FF2B5EF4-FFF2-40B4-BE49-F238E27FC236}">
                  <a16:creationId xmlns:a16="http://schemas.microsoft.com/office/drawing/2014/main" id="{CF2570ED-3579-6782-C0FB-DE24669CC65C}"/>
                </a:ext>
              </a:extLst>
            </p:cNvPr>
            <p:cNvSpPr/>
            <p:nvPr/>
          </p:nvSpPr>
          <p:spPr>
            <a:xfrm>
              <a:off x="639025" y="898740"/>
              <a:ext cx="738505" cy="496570"/>
            </a:xfrm>
            <a:custGeom>
              <a:avLst/>
              <a:gdLst/>
              <a:ahLst/>
              <a:cxnLst/>
              <a:rect l="l" t="t" r="r" b="b"/>
              <a:pathLst>
                <a:path w="738505" h="496569">
                  <a:moveTo>
                    <a:pt x="15113" y="263702"/>
                  </a:moveTo>
                  <a:lnTo>
                    <a:pt x="0" y="263702"/>
                  </a:lnTo>
                  <a:lnTo>
                    <a:pt x="0" y="496519"/>
                  </a:lnTo>
                  <a:lnTo>
                    <a:pt x="15113" y="496519"/>
                  </a:lnTo>
                  <a:lnTo>
                    <a:pt x="15113" y="263702"/>
                  </a:lnTo>
                  <a:close/>
                </a:path>
                <a:path w="738505" h="496569">
                  <a:moveTo>
                    <a:pt x="15113" y="38"/>
                  </a:moveTo>
                  <a:lnTo>
                    <a:pt x="0" y="38"/>
                  </a:lnTo>
                  <a:lnTo>
                    <a:pt x="0" y="232854"/>
                  </a:lnTo>
                  <a:lnTo>
                    <a:pt x="15113" y="232854"/>
                  </a:lnTo>
                  <a:lnTo>
                    <a:pt x="15113" y="38"/>
                  </a:lnTo>
                  <a:close/>
                </a:path>
                <a:path w="738505" h="496569">
                  <a:moveTo>
                    <a:pt x="75272" y="263702"/>
                  </a:moveTo>
                  <a:lnTo>
                    <a:pt x="57150" y="263702"/>
                  </a:lnTo>
                  <a:lnTo>
                    <a:pt x="57150" y="496519"/>
                  </a:lnTo>
                  <a:lnTo>
                    <a:pt x="75272" y="496519"/>
                  </a:lnTo>
                  <a:lnTo>
                    <a:pt x="75272" y="263702"/>
                  </a:lnTo>
                  <a:close/>
                </a:path>
                <a:path w="738505" h="496569">
                  <a:moveTo>
                    <a:pt x="75272" y="38"/>
                  </a:moveTo>
                  <a:lnTo>
                    <a:pt x="57150" y="38"/>
                  </a:lnTo>
                  <a:lnTo>
                    <a:pt x="57150" y="232854"/>
                  </a:lnTo>
                  <a:lnTo>
                    <a:pt x="75272" y="232854"/>
                  </a:lnTo>
                  <a:lnTo>
                    <a:pt x="75272" y="38"/>
                  </a:lnTo>
                  <a:close/>
                </a:path>
                <a:path w="738505" h="496569">
                  <a:moveTo>
                    <a:pt x="135407" y="263702"/>
                  </a:moveTo>
                  <a:lnTo>
                    <a:pt x="114338" y="263702"/>
                  </a:lnTo>
                  <a:lnTo>
                    <a:pt x="114338" y="496519"/>
                  </a:lnTo>
                  <a:lnTo>
                    <a:pt x="135407" y="496519"/>
                  </a:lnTo>
                  <a:lnTo>
                    <a:pt x="135407" y="263702"/>
                  </a:lnTo>
                  <a:close/>
                </a:path>
                <a:path w="738505" h="496569">
                  <a:moveTo>
                    <a:pt x="135407" y="38"/>
                  </a:moveTo>
                  <a:lnTo>
                    <a:pt x="114338" y="38"/>
                  </a:lnTo>
                  <a:lnTo>
                    <a:pt x="114338" y="232854"/>
                  </a:lnTo>
                  <a:lnTo>
                    <a:pt x="135407" y="232854"/>
                  </a:lnTo>
                  <a:lnTo>
                    <a:pt x="135407" y="38"/>
                  </a:lnTo>
                  <a:close/>
                </a:path>
                <a:path w="738505" h="496569">
                  <a:moveTo>
                    <a:pt x="195516" y="263702"/>
                  </a:moveTo>
                  <a:lnTo>
                    <a:pt x="171526" y="263702"/>
                  </a:lnTo>
                  <a:lnTo>
                    <a:pt x="171526" y="496519"/>
                  </a:lnTo>
                  <a:lnTo>
                    <a:pt x="195516" y="496519"/>
                  </a:lnTo>
                  <a:lnTo>
                    <a:pt x="195516" y="263702"/>
                  </a:lnTo>
                  <a:close/>
                </a:path>
                <a:path w="738505" h="496569">
                  <a:moveTo>
                    <a:pt x="195516" y="38"/>
                  </a:moveTo>
                  <a:lnTo>
                    <a:pt x="171526" y="38"/>
                  </a:lnTo>
                  <a:lnTo>
                    <a:pt x="171526" y="232854"/>
                  </a:lnTo>
                  <a:lnTo>
                    <a:pt x="195516" y="232854"/>
                  </a:lnTo>
                  <a:lnTo>
                    <a:pt x="195516" y="38"/>
                  </a:lnTo>
                  <a:close/>
                </a:path>
                <a:path w="738505" h="496569">
                  <a:moveTo>
                    <a:pt x="255651" y="263702"/>
                  </a:moveTo>
                  <a:lnTo>
                    <a:pt x="228714" y="263702"/>
                  </a:lnTo>
                  <a:lnTo>
                    <a:pt x="228714" y="496519"/>
                  </a:lnTo>
                  <a:lnTo>
                    <a:pt x="255651" y="496519"/>
                  </a:lnTo>
                  <a:lnTo>
                    <a:pt x="255651" y="263702"/>
                  </a:lnTo>
                  <a:close/>
                </a:path>
                <a:path w="738505" h="496569">
                  <a:moveTo>
                    <a:pt x="255651" y="38"/>
                  </a:moveTo>
                  <a:lnTo>
                    <a:pt x="228714" y="38"/>
                  </a:lnTo>
                  <a:lnTo>
                    <a:pt x="228714" y="232854"/>
                  </a:lnTo>
                  <a:lnTo>
                    <a:pt x="255651" y="232854"/>
                  </a:lnTo>
                  <a:lnTo>
                    <a:pt x="255651" y="38"/>
                  </a:lnTo>
                  <a:close/>
                </a:path>
                <a:path w="738505" h="496569">
                  <a:moveTo>
                    <a:pt x="315798" y="263702"/>
                  </a:moveTo>
                  <a:lnTo>
                    <a:pt x="285877" y="263702"/>
                  </a:lnTo>
                  <a:lnTo>
                    <a:pt x="285877" y="496519"/>
                  </a:lnTo>
                  <a:lnTo>
                    <a:pt x="315798" y="496519"/>
                  </a:lnTo>
                  <a:lnTo>
                    <a:pt x="315798" y="263702"/>
                  </a:lnTo>
                  <a:close/>
                </a:path>
                <a:path w="738505" h="496569">
                  <a:moveTo>
                    <a:pt x="315798" y="38"/>
                  </a:moveTo>
                  <a:lnTo>
                    <a:pt x="285877" y="38"/>
                  </a:lnTo>
                  <a:lnTo>
                    <a:pt x="285877" y="232854"/>
                  </a:lnTo>
                  <a:lnTo>
                    <a:pt x="315798" y="232854"/>
                  </a:lnTo>
                  <a:lnTo>
                    <a:pt x="315798" y="38"/>
                  </a:lnTo>
                  <a:close/>
                </a:path>
                <a:path w="738505" h="496569">
                  <a:moveTo>
                    <a:pt x="375932" y="263702"/>
                  </a:moveTo>
                  <a:lnTo>
                    <a:pt x="343103" y="263702"/>
                  </a:lnTo>
                  <a:lnTo>
                    <a:pt x="343103" y="496519"/>
                  </a:lnTo>
                  <a:lnTo>
                    <a:pt x="375932" y="496519"/>
                  </a:lnTo>
                  <a:lnTo>
                    <a:pt x="375932" y="263702"/>
                  </a:lnTo>
                  <a:close/>
                </a:path>
                <a:path w="738505" h="496569">
                  <a:moveTo>
                    <a:pt x="375932" y="38"/>
                  </a:moveTo>
                  <a:lnTo>
                    <a:pt x="343103" y="38"/>
                  </a:lnTo>
                  <a:lnTo>
                    <a:pt x="343103" y="232854"/>
                  </a:lnTo>
                  <a:lnTo>
                    <a:pt x="375932" y="232854"/>
                  </a:lnTo>
                  <a:lnTo>
                    <a:pt x="375932" y="38"/>
                  </a:lnTo>
                  <a:close/>
                </a:path>
                <a:path w="738505" h="496569">
                  <a:moveTo>
                    <a:pt x="436067" y="263702"/>
                  </a:moveTo>
                  <a:lnTo>
                    <a:pt x="400253" y="263702"/>
                  </a:lnTo>
                  <a:lnTo>
                    <a:pt x="400253" y="496519"/>
                  </a:lnTo>
                  <a:lnTo>
                    <a:pt x="436067" y="496519"/>
                  </a:lnTo>
                  <a:lnTo>
                    <a:pt x="436067" y="263702"/>
                  </a:lnTo>
                  <a:close/>
                </a:path>
                <a:path w="738505" h="496569">
                  <a:moveTo>
                    <a:pt x="436067" y="38"/>
                  </a:moveTo>
                  <a:lnTo>
                    <a:pt x="400253" y="38"/>
                  </a:lnTo>
                  <a:lnTo>
                    <a:pt x="400253" y="232854"/>
                  </a:lnTo>
                  <a:lnTo>
                    <a:pt x="436067" y="232854"/>
                  </a:lnTo>
                  <a:lnTo>
                    <a:pt x="436067" y="38"/>
                  </a:lnTo>
                  <a:close/>
                </a:path>
                <a:path w="738505" h="496569">
                  <a:moveTo>
                    <a:pt x="496176" y="76"/>
                  </a:moveTo>
                  <a:lnTo>
                    <a:pt x="457454" y="0"/>
                  </a:lnTo>
                  <a:lnTo>
                    <a:pt x="457454" y="232854"/>
                  </a:lnTo>
                  <a:lnTo>
                    <a:pt x="496176" y="232854"/>
                  </a:lnTo>
                  <a:lnTo>
                    <a:pt x="496176" y="76"/>
                  </a:lnTo>
                  <a:close/>
                </a:path>
                <a:path w="738505" h="496569">
                  <a:moveTo>
                    <a:pt x="496189" y="263702"/>
                  </a:moveTo>
                  <a:lnTo>
                    <a:pt x="457454" y="263702"/>
                  </a:lnTo>
                  <a:lnTo>
                    <a:pt x="457454" y="496519"/>
                  </a:lnTo>
                  <a:lnTo>
                    <a:pt x="496189" y="496443"/>
                  </a:lnTo>
                  <a:lnTo>
                    <a:pt x="496189" y="263702"/>
                  </a:lnTo>
                  <a:close/>
                </a:path>
                <a:path w="738505" h="496569">
                  <a:moveTo>
                    <a:pt x="556361" y="8928"/>
                  </a:moveTo>
                  <a:lnTo>
                    <a:pt x="546176" y="6350"/>
                  </a:lnTo>
                  <a:lnTo>
                    <a:pt x="535825" y="4203"/>
                  </a:lnTo>
                  <a:lnTo>
                    <a:pt x="525310" y="2489"/>
                  </a:lnTo>
                  <a:lnTo>
                    <a:pt x="514642" y="1219"/>
                  </a:lnTo>
                  <a:lnTo>
                    <a:pt x="514642" y="232803"/>
                  </a:lnTo>
                  <a:lnTo>
                    <a:pt x="556361" y="232803"/>
                  </a:lnTo>
                  <a:lnTo>
                    <a:pt x="556361" y="8928"/>
                  </a:lnTo>
                  <a:close/>
                </a:path>
                <a:path w="738505" h="496569">
                  <a:moveTo>
                    <a:pt x="556374" y="263702"/>
                  </a:moveTo>
                  <a:lnTo>
                    <a:pt x="514642" y="263702"/>
                  </a:lnTo>
                  <a:lnTo>
                    <a:pt x="514642" y="495338"/>
                  </a:lnTo>
                  <a:lnTo>
                    <a:pt x="525310" y="494055"/>
                  </a:lnTo>
                  <a:lnTo>
                    <a:pt x="535825" y="492340"/>
                  </a:lnTo>
                  <a:lnTo>
                    <a:pt x="546176" y="490194"/>
                  </a:lnTo>
                  <a:lnTo>
                    <a:pt x="556374" y="487616"/>
                  </a:lnTo>
                  <a:lnTo>
                    <a:pt x="556374" y="263702"/>
                  </a:lnTo>
                  <a:close/>
                </a:path>
                <a:path w="738505" h="496569">
                  <a:moveTo>
                    <a:pt x="616508" y="263702"/>
                  </a:moveTo>
                  <a:lnTo>
                    <a:pt x="571830" y="263702"/>
                  </a:lnTo>
                  <a:lnTo>
                    <a:pt x="571830" y="482815"/>
                  </a:lnTo>
                  <a:lnTo>
                    <a:pt x="583438" y="478459"/>
                  </a:lnTo>
                  <a:lnTo>
                    <a:pt x="594766" y="473532"/>
                  </a:lnTo>
                  <a:lnTo>
                    <a:pt x="605802" y="468058"/>
                  </a:lnTo>
                  <a:lnTo>
                    <a:pt x="616508" y="462089"/>
                  </a:lnTo>
                  <a:lnTo>
                    <a:pt x="616508" y="263702"/>
                  </a:lnTo>
                  <a:close/>
                </a:path>
                <a:path w="738505" h="496569">
                  <a:moveTo>
                    <a:pt x="616508" y="34429"/>
                  </a:moveTo>
                  <a:lnTo>
                    <a:pt x="605802" y="28473"/>
                  </a:lnTo>
                  <a:lnTo>
                    <a:pt x="594766" y="23025"/>
                  </a:lnTo>
                  <a:lnTo>
                    <a:pt x="583438" y="18097"/>
                  </a:lnTo>
                  <a:lnTo>
                    <a:pt x="571830" y="13741"/>
                  </a:lnTo>
                  <a:lnTo>
                    <a:pt x="571830" y="232854"/>
                  </a:lnTo>
                  <a:lnTo>
                    <a:pt x="616508" y="232854"/>
                  </a:lnTo>
                  <a:lnTo>
                    <a:pt x="616508" y="34429"/>
                  </a:lnTo>
                  <a:close/>
                </a:path>
                <a:path w="738505" h="496569">
                  <a:moveTo>
                    <a:pt x="676605" y="263702"/>
                  </a:moveTo>
                  <a:lnTo>
                    <a:pt x="629018" y="263702"/>
                  </a:lnTo>
                  <a:lnTo>
                    <a:pt x="629018" y="454164"/>
                  </a:lnTo>
                  <a:lnTo>
                    <a:pt x="641908" y="444868"/>
                  </a:lnTo>
                  <a:lnTo>
                    <a:pt x="654177" y="434771"/>
                  </a:lnTo>
                  <a:lnTo>
                    <a:pt x="665759" y="423926"/>
                  </a:lnTo>
                  <a:lnTo>
                    <a:pt x="676605" y="412356"/>
                  </a:lnTo>
                  <a:lnTo>
                    <a:pt x="676605" y="263702"/>
                  </a:lnTo>
                  <a:close/>
                </a:path>
                <a:path w="738505" h="496569">
                  <a:moveTo>
                    <a:pt x="676617" y="84201"/>
                  </a:moveTo>
                  <a:lnTo>
                    <a:pt x="665772" y="72656"/>
                  </a:lnTo>
                  <a:lnTo>
                    <a:pt x="654189" y="61810"/>
                  </a:lnTo>
                  <a:lnTo>
                    <a:pt x="641934" y="51714"/>
                  </a:lnTo>
                  <a:lnTo>
                    <a:pt x="629031" y="42392"/>
                  </a:lnTo>
                  <a:lnTo>
                    <a:pt x="629031" y="232854"/>
                  </a:lnTo>
                  <a:lnTo>
                    <a:pt x="676617" y="232854"/>
                  </a:lnTo>
                  <a:lnTo>
                    <a:pt x="676617" y="84201"/>
                  </a:lnTo>
                  <a:close/>
                </a:path>
                <a:path w="738505" h="496569">
                  <a:moveTo>
                    <a:pt x="738098" y="263702"/>
                  </a:moveTo>
                  <a:lnTo>
                    <a:pt x="686219" y="263702"/>
                  </a:lnTo>
                  <a:lnTo>
                    <a:pt x="686219" y="400761"/>
                  </a:lnTo>
                  <a:lnTo>
                    <a:pt x="706475" y="370446"/>
                  </a:lnTo>
                  <a:lnTo>
                    <a:pt x="722172" y="337197"/>
                  </a:lnTo>
                  <a:lnTo>
                    <a:pt x="732866" y="301472"/>
                  </a:lnTo>
                  <a:lnTo>
                    <a:pt x="738098" y="263702"/>
                  </a:lnTo>
                  <a:close/>
                </a:path>
                <a:path w="738505" h="496569">
                  <a:moveTo>
                    <a:pt x="738098" y="232816"/>
                  </a:moveTo>
                  <a:lnTo>
                    <a:pt x="732853" y="195072"/>
                  </a:lnTo>
                  <a:lnTo>
                    <a:pt x="722160" y="159359"/>
                  </a:lnTo>
                  <a:lnTo>
                    <a:pt x="706462" y="126111"/>
                  </a:lnTo>
                  <a:lnTo>
                    <a:pt x="686219" y="95796"/>
                  </a:lnTo>
                  <a:lnTo>
                    <a:pt x="686219" y="232816"/>
                  </a:lnTo>
                  <a:lnTo>
                    <a:pt x="738098" y="2328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1" name="bg object 29">
              <a:extLst>
                <a:ext uri="{FF2B5EF4-FFF2-40B4-BE49-F238E27FC236}">
                  <a16:creationId xmlns:a16="http://schemas.microsoft.com/office/drawing/2014/main" id="{C5C97B51-AB49-535C-D1B2-56BE8E9DB951}"/>
                </a:ext>
              </a:extLst>
            </p:cNvPr>
            <p:cNvSpPr/>
            <p:nvPr/>
          </p:nvSpPr>
          <p:spPr>
            <a:xfrm>
              <a:off x="581799" y="1162442"/>
              <a:ext cx="12700" cy="233045"/>
            </a:xfrm>
            <a:custGeom>
              <a:avLst/>
              <a:gdLst/>
              <a:ahLst/>
              <a:cxnLst/>
              <a:rect l="l" t="t" r="r" b="b"/>
              <a:pathLst>
                <a:path w="12700" h="233044">
                  <a:moveTo>
                    <a:pt x="12225" y="0"/>
                  </a:moveTo>
                  <a:lnTo>
                    <a:pt x="0" y="0"/>
                  </a:lnTo>
                  <a:lnTo>
                    <a:pt x="0" y="232817"/>
                  </a:lnTo>
                  <a:lnTo>
                    <a:pt x="12225" y="232817"/>
                  </a:lnTo>
                  <a:lnTo>
                    <a:pt x="122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2" name="bg object 30">
              <a:extLst>
                <a:ext uri="{FF2B5EF4-FFF2-40B4-BE49-F238E27FC236}">
                  <a16:creationId xmlns:a16="http://schemas.microsoft.com/office/drawing/2014/main" id="{2125E869-81F9-F690-C633-DAD657DEA8DC}"/>
                </a:ext>
              </a:extLst>
            </p:cNvPr>
            <p:cNvSpPr/>
            <p:nvPr/>
          </p:nvSpPr>
          <p:spPr>
            <a:xfrm>
              <a:off x="639025" y="375196"/>
              <a:ext cx="738505" cy="496570"/>
            </a:xfrm>
            <a:custGeom>
              <a:avLst/>
              <a:gdLst/>
              <a:ahLst/>
              <a:cxnLst/>
              <a:rect l="l" t="t" r="r" b="b"/>
              <a:pathLst>
                <a:path w="738505" h="496569">
                  <a:moveTo>
                    <a:pt x="15113" y="263664"/>
                  </a:moveTo>
                  <a:lnTo>
                    <a:pt x="0" y="263664"/>
                  </a:lnTo>
                  <a:lnTo>
                    <a:pt x="0" y="496493"/>
                  </a:lnTo>
                  <a:lnTo>
                    <a:pt x="15113" y="496493"/>
                  </a:lnTo>
                  <a:lnTo>
                    <a:pt x="15113" y="263664"/>
                  </a:lnTo>
                  <a:close/>
                </a:path>
                <a:path w="738505" h="496569">
                  <a:moveTo>
                    <a:pt x="15113" y="0"/>
                  </a:moveTo>
                  <a:lnTo>
                    <a:pt x="0" y="0"/>
                  </a:lnTo>
                  <a:lnTo>
                    <a:pt x="0" y="232816"/>
                  </a:lnTo>
                  <a:lnTo>
                    <a:pt x="15113" y="232816"/>
                  </a:lnTo>
                  <a:lnTo>
                    <a:pt x="15113" y="0"/>
                  </a:lnTo>
                  <a:close/>
                </a:path>
                <a:path w="738505" h="496569">
                  <a:moveTo>
                    <a:pt x="75272" y="263664"/>
                  </a:moveTo>
                  <a:lnTo>
                    <a:pt x="57150" y="263664"/>
                  </a:lnTo>
                  <a:lnTo>
                    <a:pt x="57150" y="496493"/>
                  </a:lnTo>
                  <a:lnTo>
                    <a:pt x="75272" y="496493"/>
                  </a:lnTo>
                  <a:lnTo>
                    <a:pt x="75272" y="263664"/>
                  </a:lnTo>
                  <a:close/>
                </a:path>
                <a:path w="738505" h="496569">
                  <a:moveTo>
                    <a:pt x="75272" y="0"/>
                  </a:moveTo>
                  <a:lnTo>
                    <a:pt x="57150" y="0"/>
                  </a:lnTo>
                  <a:lnTo>
                    <a:pt x="57150" y="232816"/>
                  </a:lnTo>
                  <a:lnTo>
                    <a:pt x="75272" y="232816"/>
                  </a:lnTo>
                  <a:lnTo>
                    <a:pt x="75272" y="0"/>
                  </a:lnTo>
                  <a:close/>
                </a:path>
                <a:path w="738505" h="496569">
                  <a:moveTo>
                    <a:pt x="135407" y="263664"/>
                  </a:moveTo>
                  <a:lnTo>
                    <a:pt x="114338" y="263664"/>
                  </a:lnTo>
                  <a:lnTo>
                    <a:pt x="114338" y="496493"/>
                  </a:lnTo>
                  <a:lnTo>
                    <a:pt x="135407" y="496493"/>
                  </a:lnTo>
                  <a:lnTo>
                    <a:pt x="135407" y="263664"/>
                  </a:lnTo>
                  <a:close/>
                </a:path>
                <a:path w="738505" h="496569">
                  <a:moveTo>
                    <a:pt x="135407" y="0"/>
                  </a:moveTo>
                  <a:lnTo>
                    <a:pt x="114338" y="0"/>
                  </a:lnTo>
                  <a:lnTo>
                    <a:pt x="114338" y="232816"/>
                  </a:lnTo>
                  <a:lnTo>
                    <a:pt x="135407" y="232816"/>
                  </a:lnTo>
                  <a:lnTo>
                    <a:pt x="135407" y="0"/>
                  </a:lnTo>
                  <a:close/>
                </a:path>
                <a:path w="738505" h="496569">
                  <a:moveTo>
                    <a:pt x="195516" y="263664"/>
                  </a:moveTo>
                  <a:lnTo>
                    <a:pt x="171526" y="263664"/>
                  </a:lnTo>
                  <a:lnTo>
                    <a:pt x="171526" y="496493"/>
                  </a:lnTo>
                  <a:lnTo>
                    <a:pt x="195516" y="496493"/>
                  </a:lnTo>
                  <a:lnTo>
                    <a:pt x="195516" y="263664"/>
                  </a:lnTo>
                  <a:close/>
                </a:path>
                <a:path w="738505" h="496569">
                  <a:moveTo>
                    <a:pt x="195516" y="0"/>
                  </a:moveTo>
                  <a:lnTo>
                    <a:pt x="171526" y="0"/>
                  </a:lnTo>
                  <a:lnTo>
                    <a:pt x="171526" y="232816"/>
                  </a:lnTo>
                  <a:lnTo>
                    <a:pt x="195516" y="232816"/>
                  </a:lnTo>
                  <a:lnTo>
                    <a:pt x="195516" y="0"/>
                  </a:lnTo>
                  <a:close/>
                </a:path>
                <a:path w="738505" h="496569">
                  <a:moveTo>
                    <a:pt x="255651" y="263664"/>
                  </a:moveTo>
                  <a:lnTo>
                    <a:pt x="228714" y="263664"/>
                  </a:lnTo>
                  <a:lnTo>
                    <a:pt x="228714" y="496493"/>
                  </a:lnTo>
                  <a:lnTo>
                    <a:pt x="255651" y="496493"/>
                  </a:lnTo>
                  <a:lnTo>
                    <a:pt x="255651" y="263664"/>
                  </a:lnTo>
                  <a:close/>
                </a:path>
                <a:path w="738505" h="496569">
                  <a:moveTo>
                    <a:pt x="255651" y="0"/>
                  </a:moveTo>
                  <a:lnTo>
                    <a:pt x="228714" y="0"/>
                  </a:lnTo>
                  <a:lnTo>
                    <a:pt x="228714" y="232816"/>
                  </a:lnTo>
                  <a:lnTo>
                    <a:pt x="255651" y="232816"/>
                  </a:lnTo>
                  <a:lnTo>
                    <a:pt x="255651" y="0"/>
                  </a:lnTo>
                  <a:close/>
                </a:path>
                <a:path w="738505" h="496569">
                  <a:moveTo>
                    <a:pt x="315798" y="263664"/>
                  </a:moveTo>
                  <a:lnTo>
                    <a:pt x="285877" y="263664"/>
                  </a:lnTo>
                  <a:lnTo>
                    <a:pt x="285877" y="496493"/>
                  </a:lnTo>
                  <a:lnTo>
                    <a:pt x="315798" y="496493"/>
                  </a:lnTo>
                  <a:lnTo>
                    <a:pt x="315798" y="263664"/>
                  </a:lnTo>
                  <a:close/>
                </a:path>
                <a:path w="738505" h="496569">
                  <a:moveTo>
                    <a:pt x="315798" y="0"/>
                  </a:moveTo>
                  <a:lnTo>
                    <a:pt x="285877" y="0"/>
                  </a:lnTo>
                  <a:lnTo>
                    <a:pt x="285877" y="232816"/>
                  </a:lnTo>
                  <a:lnTo>
                    <a:pt x="315798" y="232816"/>
                  </a:lnTo>
                  <a:lnTo>
                    <a:pt x="315798" y="0"/>
                  </a:lnTo>
                  <a:close/>
                </a:path>
                <a:path w="738505" h="496569">
                  <a:moveTo>
                    <a:pt x="375932" y="263664"/>
                  </a:moveTo>
                  <a:lnTo>
                    <a:pt x="343103" y="263664"/>
                  </a:lnTo>
                  <a:lnTo>
                    <a:pt x="343103" y="496493"/>
                  </a:lnTo>
                  <a:lnTo>
                    <a:pt x="375932" y="496493"/>
                  </a:lnTo>
                  <a:lnTo>
                    <a:pt x="375932" y="263664"/>
                  </a:lnTo>
                  <a:close/>
                </a:path>
                <a:path w="738505" h="496569">
                  <a:moveTo>
                    <a:pt x="375932" y="0"/>
                  </a:moveTo>
                  <a:lnTo>
                    <a:pt x="343103" y="0"/>
                  </a:lnTo>
                  <a:lnTo>
                    <a:pt x="343103" y="232816"/>
                  </a:lnTo>
                  <a:lnTo>
                    <a:pt x="375932" y="232816"/>
                  </a:lnTo>
                  <a:lnTo>
                    <a:pt x="375932" y="0"/>
                  </a:lnTo>
                  <a:close/>
                </a:path>
                <a:path w="738505" h="496569">
                  <a:moveTo>
                    <a:pt x="436067" y="263664"/>
                  </a:moveTo>
                  <a:lnTo>
                    <a:pt x="400253" y="263664"/>
                  </a:lnTo>
                  <a:lnTo>
                    <a:pt x="400253" y="496493"/>
                  </a:lnTo>
                  <a:lnTo>
                    <a:pt x="436067" y="496493"/>
                  </a:lnTo>
                  <a:lnTo>
                    <a:pt x="436067" y="263664"/>
                  </a:lnTo>
                  <a:close/>
                </a:path>
                <a:path w="738505" h="496569">
                  <a:moveTo>
                    <a:pt x="436067" y="0"/>
                  </a:moveTo>
                  <a:lnTo>
                    <a:pt x="400253" y="0"/>
                  </a:lnTo>
                  <a:lnTo>
                    <a:pt x="400253" y="232816"/>
                  </a:lnTo>
                  <a:lnTo>
                    <a:pt x="436067" y="232816"/>
                  </a:lnTo>
                  <a:lnTo>
                    <a:pt x="436067" y="0"/>
                  </a:lnTo>
                  <a:close/>
                </a:path>
                <a:path w="738505" h="496569">
                  <a:moveTo>
                    <a:pt x="496176" y="101"/>
                  </a:moveTo>
                  <a:lnTo>
                    <a:pt x="457454" y="0"/>
                  </a:lnTo>
                  <a:lnTo>
                    <a:pt x="457454" y="232816"/>
                  </a:lnTo>
                  <a:lnTo>
                    <a:pt x="496176" y="232816"/>
                  </a:lnTo>
                  <a:lnTo>
                    <a:pt x="496176" y="101"/>
                  </a:lnTo>
                  <a:close/>
                </a:path>
                <a:path w="738505" h="496569">
                  <a:moveTo>
                    <a:pt x="496189" y="263677"/>
                  </a:moveTo>
                  <a:lnTo>
                    <a:pt x="457454" y="263677"/>
                  </a:lnTo>
                  <a:lnTo>
                    <a:pt x="457454" y="496493"/>
                  </a:lnTo>
                  <a:lnTo>
                    <a:pt x="496189" y="496404"/>
                  </a:lnTo>
                  <a:lnTo>
                    <a:pt x="496189" y="263677"/>
                  </a:lnTo>
                  <a:close/>
                </a:path>
                <a:path w="738505" h="496569">
                  <a:moveTo>
                    <a:pt x="556361" y="8902"/>
                  </a:moveTo>
                  <a:lnTo>
                    <a:pt x="546176" y="6324"/>
                  </a:lnTo>
                  <a:lnTo>
                    <a:pt x="535825" y="4178"/>
                  </a:lnTo>
                  <a:lnTo>
                    <a:pt x="525310" y="2463"/>
                  </a:lnTo>
                  <a:lnTo>
                    <a:pt x="514642" y="1193"/>
                  </a:lnTo>
                  <a:lnTo>
                    <a:pt x="514642" y="232816"/>
                  </a:lnTo>
                  <a:lnTo>
                    <a:pt x="556361" y="232816"/>
                  </a:lnTo>
                  <a:lnTo>
                    <a:pt x="556361" y="8902"/>
                  </a:lnTo>
                  <a:close/>
                </a:path>
                <a:path w="738505" h="496569">
                  <a:moveTo>
                    <a:pt x="556374" y="263677"/>
                  </a:moveTo>
                  <a:lnTo>
                    <a:pt x="514642" y="263677"/>
                  </a:lnTo>
                  <a:lnTo>
                    <a:pt x="514642" y="495312"/>
                  </a:lnTo>
                  <a:lnTo>
                    <a:pt x="525310" y="494042"/>
                  </a:lnTo>
                  <a:lnTo>
                    <a:pt x="535825" y="492340"/>
                  </a:lnTo>
                  <a:lnTo>
                    <a:pt x="546176" y="490207"/>
                  </a:lnTo>
                  <a:lnTo>
                    <a:pt x="556374" y="487641"/>
                  </a:lnTo>
                  <a:lnTo>
                    <a:pt x="556374" y="263677"/>
                  </a:lnTo>
                  <a:close/>
                </a:path>
                <a:path w="738505" h="496569">
                  <a:moveTo>
                    <a:pt x="616508" y="263677"/>
                  </a:moveTo>
                  <a:lnTo>
                    <a:pt x="571830" y="263677"/>
                  </a:lnTo>
                  <a:lnTo>
                    <a:pt x="571830" y="482790"/>
                  </a:lnTo>
                  <a:lnTo>
                    <a:pt x="583438" y="478434"/>
                  </a:lnTo>
                  <a:lnTo>
                    <a:pt x="594766" y="473519"/>
                  </a:lnTo>
                  <a:lnTo>
                    <a:pt x="605802" y="468071"/>
                  </a:lnTo>
                  <a:lnTo>
                    <a:pt x="616508" y="462089"/>
                  </a:lnTo>
                  <a:lnTo>
                    <a:pt x="616508" y="263677"/>
                  </a:lnTo>
                  <a:close/>
                </a:path>
                <a:path w="738505" h="496569">
                  <a:moveTo>
                    <a:pt x="616508" y="34442"/>
                  </a:moveTo>
                  <a:lnTo>
                    <a:pt x="605802" y="28473"/>
                  </a:lnTo>
                  <a:lnTo>
                    <a:pt x="594766" y="23025"/>
                  </a:lnTo>
                  <a:lnTo>
                    <a:pt x="583438" y="18110"/>
                  </a:lnTo>
                  <a:lnTo>
                    <a:pt x="571830" y="13741"/>
                  </a:lnTo>
                  <a:lnTo>
                    <a:pt x="571830" y="232816"/>
                  </a:lnTo>
                  <a:lnTo>
                    <a:pt x="616508" y="232816"/>
                  </a:lnTo>
                  <a:lnTo>
                    <a:pt x="616508" y="34442"/>
                  </a:lnTo>
                  <a:close/>
                </a:path>
                <a:path w="738505" h="496569">
                  <a:moveTo>
                    <a:pt x="676605" y="263677"/>
                  </a:moveTo>
                  <a:lnTo>
                    <a:pt x="629018" y="263677"/>
                  </a:lnTo>
                  <a:lnTo>
                    <a:pt x="629018" y="454177"/>
                  </a:lnTo>
                  <a:lnTo>
                    <a:pt x="641908" y="444855"/>
                  </a:lnTo>
                  <a:lnTo>
                    <a:pt x="654177" y="434759"/>
                  </a:lnTo>
                  <a:lnTo>
                    <a:pt x="665759" y="423900"/>
                  </a:lnTo>
                  <a:lnTo>
                    <a:pt x="676605" y="412318"/>
                  </a:lnTo>
                  <a:lnTo>
                    <a:pt x="676605" y="263677"/>
                  </a:lnTo>
                  <a:close/>
                </a:path>
                <a:path w="738505" h="496569">
                  <a:moveTo>
                    <a:pt x="676617" y="84226"/>
                  </a:moveTo>
                  <a:lnTo>
                    <a:pt x="665772" y="72644"/>
                  </a:lnTo>
                  <a:lnTo>
                    <a:pt x="654189" y="61785"/>
                  </a:lnTo>
                  <a:lnTo>
                    <a:pt x="641934" y="51689"/>
                  </a:lnTo>
                  <a:lnTo>
                    <a:pt x="629031" y="42367"/>
                  </a:lnTo>
                  <a:lnTo>
                    <a:pt x="629031" y="232816"/>
                  </a:lnTo>
                  <a:lnTo>
                    <a:pt x="676617" y="232816"/>
                  </a:lnTo>
                  <a:lnTo>
                    <a:pt x="676617" y="84226"/>
                  </a:lnTo>
                  <a:close/>
                </a:path>
                <a:path w="738505" h="496569">
                  <a:moveTo>
                    <a:pt x="738098" y="232816"/>
                  </a:moveTo>
                  <a:lnTo>
                    <a:pt x="732853" y="195059"/>
                  </a:lnTo>
                  <a:lnTo>
                    <a:pt x="722160" y="159334"/>
                  </a:lnTo>
                  <a:lnTo>
                    <a:pt x="706462" y="126072"/>
                  </a:lnTo>
                  <a:lnTo>
                    <a:pt x="686219" y="95758"/>
                  </a:lnTo>
                  <a:lnTo>
                    <a:pt x="686219" y="232816"/>
                  </a:lnTo>
                  <a:lnTo>
                    <a:pt x="738098" y="2328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3" name="bg object 31">
              <a:extLst>
                <a:ext uri="{FF2B5EF4-FFF2-40B4-BE49-F238E27FC236}">
                  <a16:creationId xmlns:a16="http://schemas.microsoft.com/office/drawing/2014/main" id="{ABE7A761-22B9-9808-CB0F-88AE14619C27}"/>
                </a:ext>
              </a:extLst>
            </p:cNvPr>
            <p:cNvSpPr/>
            <p:nvPr/>
          </p:nvSpPr>
          <p:spPr>
            <a:xfrm>
              <a:off x="581787" y="638860"/>
              <a:ext cx="12700" cy="492759"/>
            </a:xfrm>
            <a:custGeom>
              <a:avLst/>
              <a:gdLst/>
              <a:ahLst/>
              <a:cxnLst/>
              <a:rect l="l" t="t" r="r" b="b"/>
              <a:pathLst>
                <a:path w="12700" h="492759">
                  <a:moveTo>
                    <a:pt x="12230" y="259918"/>
                  </a:moveTo>
                  <a:lnTo>
                    <a:pt x="0" y="259918"/>
                  </a:lnTo>
                  <a:lnTo>
                    <a:pt x="0" y="492734"/>
                  </a:lnTo>
                  <a:lnTo>
                    <a:pt x="12230" y="492734"/>
                  </a:lnTo>
                  <a:lnTo>
                    <a:pt x="12230" y="259918"/>
                  </a:lnTo>
                  <a:close/>
                </a:path>
                <a:path w="12700" h="492759">
                  <a:moveTo>
                    <a:pt x="12230" y="0"/>
                  </a:moveTo>
                  <a:lnTo>
                    <a:pt x="0" y="0"/>
                  </a:lnTo>
                  <a:lnTo>
                    <a:pt x="0" y="232829"/>
                  </a:lnTo>
                  <a:lnTo>
                    <a:pt x="12230" y="232829"/>
                  </a:lnTo>
                  <a:lnTo>
                    <a:pt x="1223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44" name="Textplatzhalter 3">
            <a:extLst>
              <a:ext uri="{FF2B5EF4-FFF2-40B4-BE49-F238E27FC236}">
                <a16:creationId xmlns:a16="http://schemas.microsoft.com/office/drawing/2014/main" id="{D9089E71-C91B-439A-7E0D-91F767E1517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36651" y="5172075"/>
            <a:ext cx="17297399" cy="914400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2800">
                <a:solidFill>
                  <a:schemeClr val="bg1"/>
                </a:solidFill>
                <a:latin typeface="+mj-lt"/>
                <a:cs typeface="Leelawadee UI" panose="020B0502040204020203" pitchFamily="34" charset="-34"/>
              </a:defRPr>
            </a:lvl1pPr>
          </a:lstStyle>
          <a:p>
            <a:pPr lvl="0"/>
            <a:r>
              <a:rPr lang="de-DE" dirty="0"/>
              <a:t>Unterüberschrift der Präsentation</a:t>
            </a:r>
          </a:p>
        </p:txBody>
      </p:sp>
    </p:spTree>
    <p:extLst>
      <p:ext uri="{BB962C8B-B14F-4D97-AF65-F5344CB8AC3E}">
        <p14:creationId xmlns:p14="http://schemas.microsoft.com/office/powerpoint/2010/main" val="4185386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46" userDrawn="1">
          <p15:clr>
            <a:srgbClr val="FBAE40"/>
          </p15:clr>
        </p15:guide>
        <p15:guide id="2" pos="66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Sect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307554-629F-92AA-241C-2C80B9C548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5206" y="4837187"/>
            <a:ext cx="17145000" cy="1295400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9000">
                <a:solidFill>
                  <a:schemeClr val="bg1"/>
                </a:solidFill>
                <a:latin typeface="+mj-lt"/>
                <a:cs typeface="Leelawadee UI" panose="020B0502040204020203" pitchFamily="34" charset="-34"/>
              </a:defRPr>
            </a:lvl1pPr>
          </a:lstStyle>
          <a:p>
            <a:r>
              <a:rPr lang="de-DE" dirty="0"/>
              <a:t>NEUER ABSCHNITT</a:t>
            </a: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17D468CC-9790-084A-EDB7-023C3234FB3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36880" y="1092771"/>
            <a:ext cx="4782722" cy="1307908"/>
            <a:chOff x="375183" y="375193"/>
            <a:chExt cx="3730981" cy="1020294"/>
          </a:xfrm>
        </p:grpSpPr>
        <p:sp>
          <p:nvSpPr>
            <p:cNvPr id="29" name="bg object 17">
              <a:extLst>
                <a:ext uri="{FF2B5EF4-FFF2-40B4-BE49-F238E27FC236}">
                  <a16:creationId xmlns:a16="http://schemas.microsoft.com/office/drawing/2014/main" id="{FC35E129-5680-464E-18BB-7B1E63378A1B}"/>
                </a:ext>
              </a:extLst>
            </p:cNvPr>
            <p:cNvSpPr/>
            <p:nvPr/>
          </p:nvSpPr>
          <p:spPr>
            <a:xfrm>
              <a:off x="1681107" y="393541"/>
              <a:ext cx="899794" cy="184785"/>
            </a:xfrm>
            <a:custGeom>
              <a:avLst/>
              <a:gdLst/>
              <a:ahLst/>
              <a:cxnLst/>
              <a:rect l="l" t="t" r="r" b="b"/>
              <a:pathLst>
                <a:path w="899794" h="184784">
                  <a:moveTo>
                    <a:pt x="26659" y="38749"/>
                  </a:moveTo>
                  <a:lnTo>
                    <a:pt x="0" y="38749"/>
                  </a:lnTo>
                  <a:lnTo>
                    <a:pt x="0" y="182250"/>
                  </a:lnTo>
                  <a:lnTo>
                    <a:pt x="26659" y="182250"/>
                  </a:lnTo>
                  <a:lnTo>
                    <a:pt x="26659" y="120739"/>
                  </a:lnTo>
                  <a:lnTo>
                    <a:pt x="127513" y="120739"/>
                  </a:lnTo>
                  <a:lnTo>
                    <a:pt x="127513" y="97987"/>
                  </a:lnTo>
                  <a:lnTo>
                    <a:pt x="26659" y="97987"/>
                  </a:lnTo>
                  <a:lnTo>
                    <a:pt x="26659" y="38749"/>
                  </a:lnTo>
                  <a:close/>
                </a:path>
                <a:path w="899794" h="184784">
                  <a:moveTo>
                    <a:pt x="127513" y="120739"/>
                  </a:moveTo>
                  <a:lnTo>
                    <a:pt x="100864" y="120739"/>
                  </a:lnTo>
                  <a:lnTo>
                    <a:pt x="100864" y="182250"/>
                  </a:lnTo>
                  <a:lnTo>
                    <a:pt x="127513" y="182250"/>
                  </a:lnTo>
                  <a:lnTo>
                    <a:pt x="127513" y="120739"/>
                  </a:lnTo>
                  <a:close/>
                </a:path>
                <a:path w="899794" h="184784">
                  <a:moveTo>
                    <a:pt x="127513" y="38749"/>
                  </a:moveTo>
                  <a:lnTo>
                    <a:pt x="100864" y="38749"/>
                  </a:lnTo>
                  <a:lnTo>
                    <a:pt x="100864" y="97987"/>
                  </a:lnTo>
                  <a:lnTo>
                    <a:pt x="127513" y="97987"/>
                  </a:lnTo>
                  <a:lnTo>
                    <a:pt x="127513" y="38749"/>
                  </a:lnTo>
                  <a:close/>
                </a:path>
                <a:path w="899794" h="184784">
                  <a:moveTo>
                    <a:pt x="233088" y="36695"/>
                  </a:moveTo>
                  <a:lnTo>
                    <a:pt x="193526" y="46232"/>
                  </a:lnTo>
                  <a:lnTo>
                    <a:pt x="165845" y="72672"/>
                  </a:lnTo>
                  <a:lnTo>
                    <a:pt x="155798" y="110494"/>
                  </a:lnTo>
                  <a:lnTo>
                    <a:pt x="156442" y="120784"/>
                  </a:lnTo>
                  <a:lnTo>
                    <a:pt x="171400" y="156373"/>
                  </a:lnTo>
                  <a:lnTo>
                    <a:pt x="202607" y="178933"/>
                  </a:lnTo>
                  <a:lnTo>
                    <a:pt x="233088" y="184292"/>
                  </a:lnTo>
                  <a:lnTo>
                    <a:pt x="243785" y="183696"/>
                  </a:lnTo>
                  <a:lnTo>
                    <a:pt x="281002" y="169537"/>
                  </a:lnTo>
                  <a:lnTo>
                    <a:pt x="290662" y="160926"/>
                  </a:lnTo>
                  <a:lnTo>
                    <a:pt x="233088" y="160926"/>
                  </a:lnTo>
                  <a:lnTo>
                    <a:pt x="226092" y="160523"/>
                  </a:lnTo>
                  <a:lnTo>
                    <a:pt x="192806" y="141895"/>
                  </a:lnTo>
                  <a:lnTo>
                    <a:pt x="182656" y="110494"/>
                  </a:lnTo>
                  <a:lnTo>
                    <a:pt x="183066" y="103492"/>
                  </a:lnTo>
                  <a:lnTo>
                    <a:pt x="201822" y="70072"/>
                  </a:lnTo>
                  <a:lnTo>
                    <a:pt x="233088" y="60072"/>
                  </a:lnTo>
                  <a:lnTo>
                    <a:pt x="290667" y="60072"/>
                  </a:lnTo>
                  <a:lnTo>
                    <a:pt x="288385" y="57579"/>
                  </a:lnTo>
                  <a:lnTo>
                    <a:pt x="253944" y="39080"/>
                  </a:lnTo>
                  <a:lnTo>
                    <a:pt x="243785" y="37291"/>
                  </a:lnTo>
                  <a:lnTo>
                    <a:pt x="233088" y="36695"/>
                  </a:lnTo>
                  <a:close/>
                </a:path>
                <a:path w="899794" h="184784">
                  <a:moveTo>
                    <a:pt x="290667" y="60072"/>
                  </a:moveTo>
                  <a:lnTo>
                    <a:pt x="233088" y="60072"/>
                  </a:lnTo>
                  <a:lnTo>
                    <a:pt x="240080" y="60475"/>
                  </a:lnTo>
                  <a:lnTo>
                    <a:pt x="246716" y="61684"/>
                  </a:lnTo>
                  <a:lnTo>
                    <a:pt x="279845" y="90587"/>
                  </a:lnTo>
                  <a:lnTo>
                    <a:pt x="283510" y="110494"/>
                  </a:lnTo>
                  <a:lnTo>
                    <a:pt x="283101" y="117497"/>
                  </a:lnTo>
                  <a:lnTo>
                    <a:pt x="264346" y="150916"/>
                  </a:lnTo>
                  <a:lnTo>
                    <a:pt x="233088" y="160926"/>
                  </a:lnTo>
                  <a:lnTo>
                    <a:pt x="290662" y="160926"/>
                  </a:lnTo>
                  <a:lnTo>
                    <a:pt x="309745" y="120701"/>
                  </a:lnTo>
                  <a:lnTo>
                    <a:pt x="310368" y="110494"/>
                  </a:lnTo>
                  <a:lnTo>
                    <a:pt x="309740" y="100209"/>
                  </a:lnTo>
                  <a:lnTo>
                    <a:pt x="307857" y="90460"/>
                  </a:lnTo>
                  <a:lnTo>
                    <a:pt x="304718" y="81246"/>
                  </a:lnTo>
                  <a:lnTo>
                    <a:pt x="300321" y="72568"/>
                  </a:lnTo>
                  <a:lnTo>
                    <a:pt x="294828" y="64619"/>
                  </a:lnTo>
                  <a:lnTo>
                    <a:pt x="290667" y="60072"/>
                  </a:lnTo>
                  <a:close/>
                </a:path>
                <a:path w="899794" h="184784">
                  <a:moveTo>
                    <a:pt x="216757" y="0"/>
                  </a:moveTo>
                  <a:lnTo>
                    <a:pt x="209649" y="0"/>
                  </a:lnTo>
                  <a:lnTo>
                    <a:pt x="206710" y="1167"/>
                  </a:lnTo>
                  <a:lnTo>
                    <a:pt x="202062" y="5815"/>
                  </a:lnTo>
                  <a:lnTo>
                    <a:pt x="200905" y="8817"/>
                  </a:lnTo>
                  <a:lnTo>
                    <a:pt x="200905" y="16060"/>
                  </a:lnTo>
                  <a:lnTo>
                    <a:pt x="202062" y="18999"/>
                  </a:lnTo>
                  <a:lnTo>
                    <a:pt x="206710" y="23647"/>
                  </a:lnTo>
                  <a:lnTo>
                    <a:pt x="209649" y="24804"/>
                  </a:lnTo>
                  <a:lnTo>
                    <a:pt x="216757" y="24804"/>
                  </a:lnTo>
                  <a:lnTo>
                    <a:pt x="219686" y="23647"/>
                  </a:lnTo>
                  <a:lnTo>
                    <a:pt x="224334" y="18999"/>
                  </a:lnTo>
                  <a:lnTo>
                    <a:pt x="225501" y="16060"/>
                  </a:lnTo>
                  <a:lnTo>
                    <a:pt x="225501" y="8817"/>
                  </a:lnTo>
                  <a:lnTo>
                    <a:pt x="224334" y="5815"/>
                  </a:lnTo>
                  <a:lnTo>
                    <a:pt x="219686" y="1167"/>
                  </a:lnTo>
                  <a:lnTo>
                    <a:pt x="216757" y="0"/>
                  </a:lnTo>
                  <a:close/>
                </a:path>
                <a:path w="899794" h="184784">
                  <a:moveTo>
                    <a:pt x="256527" y="0"/>
                  </a:moveTo>
                  <a:lnTo>
                    <a:pt x="249420" y="0"/>
                  </a:lnTo>
                  <a:lnTo>
                    <a:pt x="246481" y="1167"/>
                  </a:lnTo>
                  <a:lnTo>
                    <a:pt x="241832" y="5815"/>
                  </a:lnTo>
                  <a:lnTo>
                    <a:pt x="240676" y="8817"/>
                  </a:lnTo>
                  <a:lnTo>
                    <a:pt x="240676" y="16060"/>
                  </a:lnTo>
                  <a:lnTo>
                    <a:pt x="241832" y="18999"/>
                  </a:lnTo>
                  <a:lnTo>
                    <a:pt x="246481" y="23647"/>
                  </a:lnTo>
                  <a:lnTo>
                    <a:pt x="249420" y="24804"/>
                  </a:lnTo>
                  <a:lnTo>
                    <a:pt x="256527" y="24804"/>
                  </a:lnTo>
                  <a:lnTo>
                    <a:pt x="259456" y="23647"/>
                  </a:lnTo>
                  <a:lnTo>
                    <a:pt x="264104" y="18999"/>
                  </a:lnTo>
                  <a:lnTo>
                    <a:pt x="265271" y="16060"/>
                  </a:lnTo>
                  <a:lnTo>
                    <a:pt x="265271" y="8817"/>
                  </a:lnTo>
                  <a:lnTo>
                    <a:pt x="264104" y="5815"/>
                  </a:lnTo>
                  <a:lnTo>
                    <a:pt x="259456" y="1167"/>
                  </a:lnTo>
                  <a:lnTo>
                    <a:pt x="256527" y="0"/>
                  </a:lnTo>
                  <a:close/>
                </a:path>
                <a:path w="899794" h="184784">
                  <a:moveTo>
                    <a:pt x="365313" y="38749"/>
                  </a:moveTo>
                  <a:lnTo>
                    <a:pt x="338653" y="38749"/>
                  </a:lnTo>
                  <a:lnTo>
                    <a:pt x="338653" y="182250"/>
                  </a:lnTo>
                  <a:lnTo>
                    <a:pt x="365313" y="182250"/>
                  </a:lnTo>
                  <a:lnTo>
                    <a:pt x="365313" y="120739"/>
                  </a:lnTo>
                  <a:lnTo>
                    <a:pt x="466167" y="120739"/>
                  </a:lnTo>
                  <a:lnTo>
                    <a:pt x="466167" y="97987"/>
                  </a:lnTo>
                  <a:lnTo>
                    <a:pt x="365313" y="97987"/>
                  </a:lnTo>
                  <a:lnTo>
                    <a:pt x="365313" y="38749"/>
                  </a:lnTo>
                  <a:close/>
                </a:path>
                <a:path w="899794" h="184784">
                  <a:moveTo>
                    <a:pt x="466167" y="120739"/>
                  </a:moveTo>
                  <a:lnTo>
                    <a:pt x="439517" y="120739"/>
                  </a:lnTo>
                  <a:lnTo>
                    <a:pt x="439517" y="182250"/>
                  </a:lnTo>
                  <a:lnTo>
                    <a:pt x="466167" y="182250"/>
                  </a:lnTo>
                  <a:lnTo>
                    <a:pt x="466167" y="120739"/>
                  </a:lnTo>
                  <a:close/>
                </a:path>
                <a:path w="899794" h="184784">
                  <a:moveTo>
                    <a:pt x="466167" y="38749"/>
                  </a:moveTo>
                  <a:lnTo>
                    <a:pt x="439517" y="38749"/>
                  </a:lnTo>
                  <a:lnTo>
                    <a:pt x="439517" y="97987"/>
                  </a:lnTo>
                  <a:lnTo>
                    <a:pt x="466167" y="97987"/>
                  </a:lnTo>
                  <a:lnTo>
                    <a:pt x="466167" y="38749"/>
                  </a:lnTo>
                  <a:close/>
                </a:path>
                <a:path w="899794" h="184784">
                  <a:moveTo>
                    <a:pt x="609470" y="38749"/>
                  </a:moveTo>
                  <a:lnTo>
                    <a:pt x="504707" y="38749"/>
                  </a:lnTo>
                  <a:lnTo>
                    <a:pt x="504707" y="182250"/>
                  </a:lnTo>
                  <a:lnTo>
                    <a:pt x="612336" y="182250"/>
                  </a:lnTo>
                  <a:lnTo>
                    <a:pt x="612336" y="159905"/>
                  </a:lnTo>
                  <a:lnTo>
                    <a:pt x="531356" y="159905"/>
                  </a:lnTo>
                  <a:lnTo>
                    <a:pt x="531356" y="120343"/>
                  </a:lnTo>
                  <a:lnTo>
                    <a:pt x="600642" y="120343"/>
                  </a:lnTo>
                  <a:lnTo>
                    <a:pt x="600642" y="98404"/>
                  </a:lnTo>
                  <a:lnTo>
                    <a:pt x="531356" y="98404"/>
                  </a:lnTo>
                  <a:lnTo>
                    <a:pt x="531356" y="61093"/>
                  </a:lnTo>
                  <a:lnTo>
                    <a:pt x="609470" y="61093"/>
                  </a:lnTo>
                  <a:lnTo>
                    <a:pt x="609470" y="38749"/>
                  </a:lnTo>
                  <a:close/>
                </a:path>
                <a:path w="899794" h="184784">
                  <a:moveTo>
                    <a:pt x="701090" y="38749"/>
                  </a:moveTo>
                  <a:lnTo>
                    <a:pt x="642059" y="38749"/>
                  </a:lnTo>
                  <a:lnTo>
                    <a:pt x="642059" y="182250"/>
                  </a:lnTo>
                  <a:lnTo>
                    <a:pt x="668698" y="182250"/>
                  </a:lnTo>
                  <a:lnTo>
                    <a:pt x="668698" y="140426"/>
                  </a:lnTo>
                  <a:lnTo>
                    <a:pt x="703560" y="140426"/>
                  </a:lnTo>
                  <a:lnTo>
                    <a:pt x="705404" y="140363"/>
                  </a:lnTo>
                  <a:lnTo>
                    <a:pt x="706634" y="140218"/>
                  </a:lnTo>
                  <a:lnTo>
                    <a:pt x="735219" y="140218"/>
                  </a:lnTo>
                  <a:lnTo>
                    <a:pt x="731637" y="135100"/>
                  </a:lnTo>
                  <a:lnTo>
                    <a:pt x="738587" y="131854"/>
                  </a:lnTo>
                  <a:lnTo>
                    <a:pt x="744681" y="127869"/>
                  </a:lnTo>
                  <a:lnTo>
                    <a:pt x="749917" y="123142"/>
                  </a:lnTo>
                  <a:lnTo>
                    <a:pt x="753643" y="118488"/>
                  </a:lnTo>
                  <a:lnTo>
                    <a:pt x="668698" y="118488"/>
                  </a:lnTo>
                  <a:lnTo>
                    <a:pt x="668698" y="61291"/>
                  </a:lnTo>
                  <a:lnTo>
                    <a:pt x="753874" y="61291"/>
                  </a:lnTo>
                  <a:lnTo>
                    <a:pt x="750713" y="57116"/>
                  </a:lnTo>
                  <a:lnTo>
                    <a:pt x="710120" y="39133"/>
                  </a:lnTo>
                  <a:lnTo>
                    <a:pt x="701090" y="38749"/>
                  </a:lnTo>
                  <a:close/>
                </a:path>
                <a:path w="899794" h="184784">
                  <a:moveTo>
                    <a:pt x="735219" y="140218"/>
                  </a:moveTo>
                  <a:lnTo>
                    <a:pt x="706634" y="140218"/>
                  </a:lnTo>
                  <a:lnTo>
                    <a:pt x="735951" y="182250"/>
                  </a:lnTo>
                  <a:lnTo>
                    <a:pt x="764643" y="182250"/>
                  </a:lnTo>
                  <a:lnTo>
                    <a:pt x="735219" y="140218"/>
                  </a:lnTo>
                  <a:close/>
                </a:path>
                <a:path w="899794" h="184784">
                  <a:moveTo>
                    <a:pt x="753874" y="61291"/>
                  </a:moveTo>
                  <a:lnTo>
                    <a:pt x="699870" y="61291"/>
                  </a:lnTo>
                  <a:lnTo>
                    <a:pt x="708054" y="61754"/>
                  </a:lnTo>
                  <a:lnTo>
                    <a:pt x="715188" y="63141"/>
                  </a:lnTo>
                  <a:lnTo>
                    <a:pt x="721271" y="65451"/>
                  </a:lnTo>
                  <a:lnTo>
                    <a:pt x="726301" y="68681"/>
                  </a:lnTo>
                  <a:lnTo>
                    <a:pt x="732324" y="73600"/>
                  </a:lnTo>
                  <a:lnTo>
                    <a:pt x="735326" y="80635"/>
                  </a:lnTo>
                  <a:lnTo>
                    <a:pt x="735326" y="98946"/>
                  </a:lnTo>
                  <a:lnTo>
                    <a:pt x="699870" y="118488"/>
                  </a:lnTo>
                  <a:lnTo>
                    <a:pt x="753643" y="118488"/>
                  </a:lnTo>
                  <a:lnTo>
                    <a:pt x="762184" y="89796"/>
                  </a:lnTo>
                  <a:lnTo>
                    <a:pt x="761722" y="82171"/>
                  </a:lnTo>
                  <a:lnTo>
                    <a:pt x="760339" y="75084"/>
                  </a:lnTo>
                  <a:lnTo>
                    <a:pt x="758033" y="68534"/>
                  </a:lnTo>
                  <a:lnTo>
                    <a:pt x="754805" y="62521"/>
                  </a:lnTo>
                  <a:lnTo>
                    <a:pt x="753874" y="61291"/>
                  </a:lnTo>
                  <a:close/>
                </a:path>
                <a:path w="899794" h="184784">
                  <a:moveTo>
                    <a:pt x="896659" y="38749"/>
                  </a:moveTo>
                  <a:lnTo>
                    <a:pt x="791907" y="38749"/>
                  </a:lnTo>
                  <a:lnTo>
                    <a:pt x="791907" y="182250"/>
                  </a:lnTo>
                  <a:lnTo>
                    <a:pt x="899525" y="182250"/>
                  </a:lnTo>
                  <a:lnTo>
                    <a:pt x="899525" y="159905"/>
                  </a:lnTo>
                  <a:lnTo>
                    <a:pt x="818556" y="159905"/>
                  </a:lnTo>
                  <a:lnTo>
                    <a:pt x="818556" y="120343"/>
                  </a:lnTo>
                  <a:lnTo>
                    <a:pt x="887852" y="120343"/>
                  </a:lnTo>
                  <a:lnTo>
                    <a:pt x="887852" y="98404"/>
                  </a:lnTo>
                  <a:lnTo>
                    <a:pt x="818556" y="98404"/>
                  </a:lnTo>
                  <a:lnTo>
                    <a:pt x="818556" y="61093"/>
                  </a:lnTo>
                  <a:lnTo>
                    <a:pt x="896659" y="61093"/>
                  </a:lnTo>
                  <a:lnTo>
                    <a:pt x="896659" y="38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0" name="bg object 18">
              <a:extLst>
                <a:ext uri="{FF2B5EF4-FFF2-40B4-BE49-F238E27FC236}">
                  <a16:creationId xmlns:a16="http://schemas.microsoft.com/office/drawing/2014/main" id="{F56B068E-7449-B56A-25BE-AE563EA43607}"/>
                </a:ext>
              </a:extLst>
            </p:cNvPr>
            <p:cNvSpPr/>
            <p:nvPr/>
          </p:nvSpPr>
          <p:spPr>
            <a:xfrm>
              <a:off x="1662657" y="686490"/>
              <a:ext cx="1377950" cy="147955"/>
            </a:xfrm>
            <a:custGeom>
              <a:avLst/>
              <a:gdLst/>
              <a:ahLst/>
              <a:cxnLst/>
              <a:rect l="l" t="t" r="r" b="b"/>
              <a:pathLst>
                <a:path w="1377950" h="147955">
                  <a:moveTo>
                    <a:pt x="74215" y="24595"/>
                  </a:moveTo>
                  <a:lnTo>
                    <a:pt x="47566" y="24595"/>
                  </a:lnTo>
                  <a:lnTo>
                    <a:pt x="47566" y="145543"/>
                  </a:lnTo>
                  <a:lnTo>
                    <a:pt x="74215" y="145543"/>
                  </a:lnTo>
                  <a:lnTo>
                    <a:pt x="74215" y="24595"/>
                  </a:lnTo>
                  <a:close/>
                </a:path>
                <a:path w="1377950" h="147955">
                  <a:moveTo>
                    <a:pt x="121771" y="2042"/>
                  </a:moveTo>
                  <a:lnTo>
                    <a:pt x="0" y="2042"/>
                  </a:lnTo>
                  <a:lnTo>
                    <a:pt x="0" y="24595"/>
                  </a:lnTo>
                  <a:lnTo>
                    <a:pt x="121771" y="24595"/>
                  </a:lnTo>
                  <a:lnTo>
                    <a:pt x="121771" y="2042"/>
                  </a:lnTo>
                  <a:close/>
                </a:path>
                <a:path w="1377950" h="147955">
                  <a:moveTo>
                    <a:pt x="246616" y="2042"/>
                  </a:moveTo>
                  <a:lnTo>
                    <a:pt x="141864" y="2042"/>
                  </a:lnTo>
                  <a:lnTo>
                    <a:pt x="141864" y="145543"/>
                  </a:lnTo>
                  <a:lnTo>
                    <a:pt x="249482" y="145543"/>
                  </a:lnTo>
                  <a:lnTo>
                    <a:pt x="249482" y="123198"/>
                  </a:lnTo>
                  <a:lnTo>
                    <a:pt x="168513" y="123198"/>
                  </a:lnTo>
                  <a:lnTo>
                    <a:pt x="168513" y="83636"/>
                  </a:lnTo>
                  <a:lnTo>
                    <a:pt x="237799" y="83636"/>
                  </a:lnTo>
                  <a:lnTo>
                    <a:pt x="237799" y="61698"/>
                  </a:lnTo>
                  <a:lnTo>
                    <a:pt x="168513" y="61698"/>
                  </a:lnTo>
                  <a:lnTo>
                    <a:pt x="168513" y="24387"/>
                  </a:lnTo>
                  <a:lnTo>
                    <a:pt x="246616" y="24387"/>
                  </a:lnTo>
                  <a:lnTo>
                    <a:pt x="246616" y="2042"/>
                  </a:lnTo>
                  <a:close/>
                </a:path>
                <a:path w="1377950" h="147955">
                  <a:moveTo>
                    <a:pt x="345834" y="0"/>
                  </a:moveTo>
                  <a:lnTo>
                    <a:pt x="306506" y="9568"/>
                  </a:lnTo>
                  <a:lnTo>
                    <a:pt x="274611" y="44545"/>
                  </a:lnTo>
                  <a:lnTo>
                    <a:pt x="268961" y="73798"/>
                  </a:lnTo>
                  <a:lnTo>
                    <a:pt x="269582" y="84084"/>
                  </a:lnTo>
                  <a:lnTo>
                    <a:pt x="284345" y="119673"/>
                  </a:lnTo>
                  <a:lnTo>
                    <a:pt x="315400" y="142232"/>
                  </a:lnTo>
                  <a:lnTo>
                    <a:pt x="345625" y="147596"/>
                  </a:lnTo>
                  <a:lnTo>
                    <a:pt x="354257" y="147212"/>
                  </a:lnTo>
                  <a:lnTo>
                    <a:pt x="391421" y="133911"/>
                  </a:lnTo>
                  <a:lnTo>
                    <a:pt x="402039" y="124220"/>
                  </a:lnTo>
                  <a:lnTo>
                    <a:pt x="347064" y="124220"/>
                  </a:lnTo>
                  <a:lnTo>
                    <a:pt x="339876" y="123817"/>
                  </a:lnTo>
                  <a:lnTo>
                    <a:pt x="305976" y="105257"/>
                  </a:lnTo>
                  <a:lnTo>
                    <a:pt x="295818" y="73798"/>
                  </a:lnTo>
                  <a:lnTo>
                    <a:pt x="296227" y="66712"/>
                  </a:lnTo>
                  <a:lnTo>
                    <a:pt x="315098" y="33361"/>
                  </a:lnTo>
                  <a:lnTo>
                    <a:pt x="347064" y="23366"/>
                  </a:lnTo>
                  <a:lnTo>
                    <a:pt x="402030" y="23366"/>
                  </a:lnTo>
                  <a:lnTo>
                    <a:pt x="397316" y="18486"/>
                  </a:lnTo>
                  <a:lnTo>
                    <a:pt x="362695" y="1534"/>
                  </a:lnTo>
                  <a:lnTo>
                    <a:pt x="354458" y="383"/>
                  </a:lnTo>
                  <a:lnTo>
                    <a:pt x="345834" y="0"/>
                  </a:lnTo>
                  <a:close/>
                </a:path>
                <a:path w="1377950" h="147955">
                  <a:moveTo>
                    <a:pt x="385396" y="107211"/>
                  </a:moveTo>
                  <a:lnTo>
                    <a:pt x="377155" y="114652"/>
                  </a:lnTo>
                  <a:lnTo>
                    <a:pt x="368020" y="119968"/>
                  </a:lnTo>
                  <a:lnTo>
                    <a:pt x="357989" y="123157"/>
                  </a:lnTo>
                  <a:lnTo>
                    <a:pt x="347064" y="124220"/>
                  </a:lnTo>
                  <a:lnTo>
                    <a:pt x="402039" y="124220"/>
                  </a:lnTo>
                  <a:lnTo>
                    <a:pt x="402623" y="123615"/>
                  </a:lnTo>
                  <a:lnTo>
                    <a:pt x="385396" y="107211"/>
                  </a:lnTo>
                  <a:close/>
                </a:path>
                <a:path w="1377950" h="147955">
                  <a:moveTo>
                    <a:pt x="402030" y="23366"/>
                  </a:moveTo>
                  <a:lnTo>
                    <a:pt x="347064" y="23366"/>
                  </a:lnTo>
                  <a:lnTo>
                    <a:pt x="357989" y="24417"/>
                  </a:lnTo>
                  <a:lnTo>
                    <a:pt x="368020" y="27570"/>
                  </a:lnTo>
                  <a:lnTo>
                    <a:pt x="377155" y="32823"/>
                  </a:lnTo>
                  <a:lnTo>
                    <a:pt x="385396" y="40176"/>
                  </a:lnTo>
                  <a:lnTo>
                    <a:pt x="402623" y="23981"/>
                  </a:lnTo>
                  <a:lnTo>
                    <a:pt x="402030" y="23366"/>
                  </a:lnTo>
                  <a:close/>
                </a:path>
                <a:path w="1377950" h="147955">
                  <a:moveTo>
                    <a:pt x="454890" y="2042"/>
                  </a:moveTo>
                  <a:lnTo>
                    <a:pt x="428241" y="2042"/>
                  </a:lnTo>
                  <a:lnTo>
                    <a:pt x="428241" y="145543"/>
                  </a:lnTo>
                  <a:lnTo>
                    <a:pt x="454890" y="145543"/>
                  </a:lnTo>
                  <a:lnTo>
                    <a:pt x="454890" y="84043"/>
                  </a:lnTo>
                  <a:lnTo>
                    <a:pt x="555754" y="84043"/>
                  </a:lnTo>
                  <a:lnTo>
                    <a:pt x="555754" y="61291"/>
                  </a:lnTo>
                  <a:lnTo>
                    <a:pt x="454890" y="61291"/>
                  </a:lnTo>
                  <a:lnTo>
                    <a:pt x="454890" y="2042"/>
                  </a:lnTo>
                  <a:close/>
                </a:path>
                <a:path w="1377950" h="147955">
                  <a:moveTo>
                    <a:pt x="555754" y="84043"/>
                  </a:moveTo>
                  <a:lnTo>
                    <a:pt x="529095" y="84043"/>
                  </a:lnTo>
                  <a:lnTo>
                    <a:pt x="529095" y="145543"/>
                  </a:lnTo>
                  <a:lnTo>
                    <a:pt x="555754" y="145543"/>
                  </a:lnTo>
                  <a:lnTo>
                    <a:pt x="555754" y="84043"/>
                  </a:lnTo>
                  <a:close/>
                </a:path>
                <a:path w="1377950" h="147955">
                  <a:moveTo>
                    <a:pt x="555754" y="2042"/>
                  </a:moveTo>
                  <a:lnTo>
                    <a:pt x="529095" y="2042"/>
                  </a:lnTo>
                  <a:lnTo>
                    <a:pt x="529095" y="61291"/>
                  </a:lnTo>
                  <a:lnTo>
                    <a:pt x="555754" y="61291"/>
                  </a:lnTo>
                  <a:lnTo>
                    <a:pt x="555754" y="2042"/>
                  </a:lnTo>
                  <a:close/>
                </a:path>
                <a:path w="1377950" h="147955">
                  <a:moveTo>
                    <a:pt x="616223" y="2042"/>
                  </a:moveTo>
                  <a:lnTo>
                    <a:pt x="594295" y="2042"/>
                  </a:lnTo>
                  <a:lnTo>
                    <a:pt x="594295" y="145543"/>
                  </a:lnTo>
                  <a:lnTo>
                    <a:pt x="620725" y="145543"/>
                  </a:lnTo>
                  <a:lnTo>
                    <a:pt x="620725" y="48379"/>
                  </a:lnTo>
                  <a:lnTo>
                    <a:pt x="653952" y="48379"/>
                  </a:lnTo>
                  <a:lnTo>
                    <a:pt x="616223" y="2042"/>
                  </a:lnTo>
                  <a:close/>
                </a:path>
                <a:path w="1377950" h="147955">
                  <a:moveTo>
                    <a:pt x="653952" y="48379"/>
                  </a:moveTo>
                  <a:lnTo>
                    <a:pt x="620725" y="48379"/>
                  </a:lnTo>
                  <a:lnTo>
                    <a:pt x="699860" y="145543"/>
                  </a:lnTo>
                  <a:lnTo>
                    <a:pt x="721798" y="145543"/>
                  </a:lnTo>
                  <a:lnTo>
                    <a:pt x="721798" y="99217"/>
                  </a:lnTo>
                  <a:lnTo>
                    <a:pt x="695347" y="99217"/>
                  </a:lnTo>
                  <a:lnTo>
                    <a:pt x="653952" y="48379"/>
                  </a:lnTo>
                  <a:close/>
                </a:path>
                <a:path w="1377950" h="147955">
                  <a:moveTo>
                    <a:pt x="721798" y="2042"/>
                  </a:moveTo>
                  <a:lnTo>
                    <a:pt x="695347" y="2042"/>
                  </a:lnTo>
                  <a:lnTo>
                    <a:pt x="695347" y="99217"/>
                  </a:lnTo>
                  <a:lnTo>
                    <a:pt x="721798" y="99217"/>
                  </a:lnTo>
                  <a:lnTo>
                    <a:pt x="721798" y="2042"/>
                  </a:lnTo>
                  <a:close/>
                </a:path>
                <a:path w="1377950" h="147955">
                  <a:moveTo>
                    <a:pt x="786988" y="2042"/>
                  </a:moveTo>
                  <a:lnTo>
                    <a:pt x="760339" y="2042"/>
                  </a:lnTo>
                  <a:lnTo>
                    <a:pt x="760339" y="145543"/>
                  </a:lnTo>
                  <a:lnTo>
                    <a:pt x="786988" y="145543"/>
                  </a:lnTo>
                  <a:lnTo>
                    <a:pt x="786988" y="2042"/>
                  </a:lnTo>
                  <a:close/>
                </a:path>
                <a:path w="1377950" h="147955">
                  <a:moveTo>
                    <a:pt x="822861" y="109671"/>
                  </a:moveTo>
                  <a:lnTo>
                    <a:pt x="813637" y="130379"/>
                  </a:lnTo>
                  <a:lnTo>
                    <a:pt x="818550" y="134080"/>
                  </a:lnTo>
                  <a:lnTo>
                    <a:pt x="824269" y="137397"/>
                  </a:lnTo>
                  <a:lnTo>
                    <a:pt x="861982" y="147301"/>
                  </a:lnTo>
                  <a:lnTo>
                    <a:pt x="870218" y="147596"/>
                  </a:lnTo>
                  <a:lnTo>
                    <a:pt x="879287" y="147237"/>
                  </a:lnTo>
                  <a:lnTo>
                    <a:pt x="917472" y="132901"/>
                  </a:lnTo>
                  <a:lnTo>
                    <a:pt x="922457" y="125460"/>
                  </a:lnTo>
                  <a:lnTo>
                    <a:pt x="870218" y="125460"/>
                  </a:lnTo>
                  <a:lnTo>
                    <a:pt x="863768" y="125184"/>
                  </a:lnTo>
                  <a:lnTo>
                    <a:pt x="828728" y="114319"/>
                  </a:lnTo>
                  <a:lnTo>
                    <a:pt x="822861" y="109671"/>
                  </a:lnTo>
                  <a:close/>
                </a:path>
                <a:path w="1377950" h="147955">
                  <a:moveTo>
                    <a:pt x="874523" y="0"/>
                  </a:moveTo>
                  <a:lnTo>
                    <a:pt x="833960" y="9567"/>
                  </a:lnTo>
                  <a:lnTo>
                    <a:pt x="816712" y="34913"/>
                  </a:lnTo>
                  <a:lnTo>
                    <a:pt x="816712" y="52266"/>
                  </a:lnTo>
                  <a:lnTo>
                    <a:pt x="846876" y="79434"/>
                  </a:lnTo>
                  <a:lnTo>
                    <a:pt x="875742" y="87190"/>
                  </a:lnTo>
                  <a:lnTo>
                    <a:pt x="881901" y="88899"/>
                  </a:lnTo>
                  <a:lnTo>
                    <a:pt x="890917" y="91911"/>
                  </a:lnTo>
                  <a:lnTo>
                    <a:pt x="894637" y="93985"/>
                  </a:lnTo>
                  <a:lnTo>
                    <a:pt x="900515" y="99311"/>
                  </a:lnTo>
                  <a:lnTo>
                    <a:pt x="901995" y="102698"/>
                  </a:lnTo>
                  <a:lnTo>
                    <a:pt x="901995" y="112401"/>
                  </a:lnTo>
                  <a:lnTo>
                    <a:pt x="899358" y="116914"/>
                  </a:lnTo>
                  <a:lnTo>
                    <a:pt x="888832" y="123751"/>
                  </a:lnTo>
                  <a:lnTo>
                    <a:pt x="880880" y="125460"/>
                  </a:lnTo>
                  <a:lnTo>
                    <a:pt x="922457" y="125460"/>
                  </a:lnTo>
                  <a:lnTo>
                    <a:pt x="926080" y="120051"/>
                  </a:lnTo>
                  <a:lnTo>
                    <a:pt x="928227" y="112881"/>
                  </a:lnTo>
                  <a:lnTo>
                    <a:pt x="928227" y="95663"/>
                  </a:lnTo>
                  <a:lnTo>
                    <a:pt x="897938" y="68638"/>
                  </a:lnTo>
                  <a:lnTo>
                    <a:pt x="869395" y="61021"/>
                  </a:lnTo>
                  <a:lnTo>
                    <a:pt x="863236" y="59311"/>
                  </a:lnTo>
                  <a:lnTo>
                    <a:pt x="854221" y="56299"/>
                  </a:lnTo>
                  <a:lnTo>
                    <a:pt x="850500" y="54246"/>
                  </a:lnTo>
                  <a:lnTo>
                    <a:pt x="844622" y="49056"/>
                  </a:lnTo>
                  <a:lnTo>
                    <a:pt x="843152" y="45711"/>
                  </a:lnTo>
                  <a:lnTo>
                    <a:pt x="843152" y="35737"/>
                  </a:lnTo>
                  <a:lnTo>
                    <a:pt x="845716" y="31026"/>
                  </a:lnTo>
                  <a:lnTo>
                    <a:pt x="855971" y="23918"/>
                  </a:lnTo>
                  <a:lnTo>
                    <a:pt x="863788" y="22136"/>
                  </a:lnTo>
                  <a:lnTo>
                    <a:pt x="918456" y="22136"/>
                  </a:lnTo>
                  <a:lnTo>
                    <a:pt x="922287" y="12704"/>
                  </a:lnTo>
                  <a:lnTo>
                    <a:pt x="881051" y="205"/>
                  </a:lnTo>
                  <a:lnTo>
                    <a:pt x="874523" y="0"/>
                  </a:lnTo>
                  <a:close/>
                </a:path>
                <a:path w="1377950" h="147955">
                  <a:moveTo>
                    <a:pt x="918456" y="22136"/>
                  </a:moveTo>
                  <a:lnTo>
                    <a:pt x="880734" y="22136"/>
                  </a:lnTo>
                  <a:lnTo>
                    <a:pt x="887363" y="23095"/>
                  </a:lnTo>
                  <a:lnTo>
                    <a:pt x="901036" y="26920"/>
                  </a:lnTo>
                  <a:lnTo>
                    <a:pt x="907592" y="29723"/>
                  </a:lnTo>
                  <a:lnTo>
                    <a:pt x="913876" y="33413"/>
                  </a:lnTo>
                  <a:lnTo>
                    <a:pt x="918456" y="22136"/>
                  </a:lnTo>
                  <a:close/>
                </a:path>
                <a:path w="1377950" h="147955">
                  <a:moveTo>
                    <a:pt x="1021296" y="0"/>
                  </a:moveTo>
                  <a:lnTo>
                    <a:pt x="981969" y="9568"/>
                  </a:lnTo>
                  <a:lnTo>
                    <a:pt x="950069" y="44545"/>
                  </a:lnTo>
                  <a:lnTo>
                    <a:pt x="944423" y="73798"/>
                  </a:lnTo>
                  <a:lnTo>
                    <a:pt x="945043" y="84084"/>
                  </a:lnTo>
                  <a:lnTo>
                    <a:pt x="959812" y="119673"/>
                  </a:lnTo>
                  <a:lnTo>
                    <a:pt x="990864" y="142232"/>
                  </a:lnTo>
                  <a:lnTo>
                    <a:pt x="1021088" y="147596"/>
                  </a:lnTo>
                  <a:lnTo>
                    <a:pt x="1029717" y="147212"/>
                  </a:lnTo>
                  <a:lnTo>
                    <a:pt x="1066882" y="133911"/>
                  </a:lnTo>
                  <a:lnTo>
                    <a:pt x="1077491" y="124220"/>
                  </a:lnTo>
                  <a:lnTo>
                    <a:pt x="1022526" y="124220"/>
                  </a:lnTo>
                  <a:lnTo>
                    <a:pt x="1015339" y="123817"/>
                  </a:lnTo>
                  <a:lnTo>
                    <a:pt x="981435" y="105257"/>
                  </a:lnTo>
                  <a:lnTo>
                    <a:pt x="971281" y="73798"/>
                  </a:lnTo>
                  <a:lnTo>
                    <a:pt x="971690" y="66712"/>
                  </a:lnTo>
                  <a:lnTo>
                    <a:pt x="990564" y="33361"/>
                  </a:lnTo>
                  <a:lnTo>
                    <a:pt x="1022526" y="23366"/>
                  </a:lnTo>
                  <a:lnTo>
                    <a:pt x="1077482" y="23366"/>
                  </a:lnTo>
                  <a:lnTo>
                    <a:pt x="1072774" y="18486"/>
                  </a:lnTo>
                  <a:lnTo>
                    <a:pt x="1038155" y="1534"/>
                  </a:lnTo>
                  <a:lnTo>
                    <a:pt x="1029916" y="383"/>
                  </a:lnTo>
                  <a:lnTo>
                    <a:pt x="1021296" y="0"/>
                  </a:lnTo>
                  <a:close/>
                </a:path>
                <a:path w="1377950" h="147955">
                  <a:moveTo>
                    <a:pt x="1060858" y="107211"/>
                  </a:moveTo>
                  <a:lnTo>
                    <a:pt x="1052622" y="114652"/>
                  </a:lnTo>
                  <a:lnTo>
                    <a:pt x="1043486" y="119968"/>
                  </a:lnTo>
                  <a:lnTo>
                    <a:pt x="1033453" y="123157"/>
                  </a:lnTo>
                  <a:lnTo>
                    <a:pt x="1022526" y="124220"/>
                  </a:lnTo>
                  <a:lnTo>
                    <a:pt x="1077491" y="124220"/>
                  </a:lnTo>
                  <a:lnTo>
                    <a:pt x="1078075" y="123615"/>
                  </a:lnTo>
                  <a:lnTo>
                    <a:pt x="1060858" y="107211"/>
                  </a:lnTo>
                  <a:close/>
                </a:path>
                <a:path w="1377950" h="147955">
                  <a:moveTo>
                    <a:pt x="1077482" y="23366"/>
                  </a:moveTo>
                  <a:lnTo>
                    <a:pt x="1022526" y="23366"/>
                  </a:lnTo>
                  <a:lnTo>
                    <a:pt x="1033453" y="24417"/>
                  </a:lnTo>
                  <a:lnTo>
                    <a:pt x="1043486" y="27570"/>
                  </a:lnTo>
                  <a:lnTo>
                    <a:pt x="1052622" y="32823"/>
                  </a:lnTo>
                  <a:lnTo>
                    <a:pt x="1060858" y="40176"/>
                  </a:lnTo>
                  <a:lnTo>
                    <a:pt x="1078075" y="23981"/>
                  </a:lnTo>
                  <a:lnTo>
                    <a:pt x="1077482" y="23366"/>
                  </a:lnTo>
                  <a:close/>
                </a:path>
                <a:path w="1377950" h="147955">
                  <a:moveTo>
                    <a:pt x="1130352" y="2042"/>
                  </a:moveTo>
                  <a:lnTo>
                    <a:pt x="1103703" y="2042"/>
                  </a:lnTo>
                  <a:lnTo>
                    <a:pt x="1103703" y="145543"/>
                  </a:lnTo>
                  <a:lnTo>
                    <a:pt x="1130352" y="145543"/>
                  </a:lnTo>
                  <a:lnTo>
                    <a:pt x="1130352" y="84043"/>
                  </a:lnTo>
                  <a:lnTo>
                    <a:pt x="1231217" y="84043"/>
                  </a:lnTo>
                  <a:lnTo>
                    <a:pt x="1231217" y="61291"/>
                  </a:lnTo>
                  <a:lnTo>
                    <a:pt x="1130352" y="61291"/>
                  </a:lnTo>
                  <a:lnTo>
                    <a:pt x="1130352" y="2042"/>
                  </a:lnTo>
                  <a:close/>
                </a:path>
                <a:path w="1377950" h="147955">
                  <a:moveTo>
                    <a:pt x="1231217" y="84043"/>
                  </a:moveTo>
                  <a:lnTo>
                    <a:pt x="1204557" y="84043"/>
                  </a:lnTo>
                  <a:lnTo>
                    <a:pt x="1204557" y="145543"/>
                  </a:lnTo>
                  <a:lnTo>
                    <a:pt x="1231217" y="145543"/>
                  </a:lnTo>
                  <a:lnTo>
                    <a:pt x="1231217" y="84043"/>
                  </a:lnTo>
                  <a:close/>
                </a:path>
                <a:path w="1377950" h="147955">
                  <a:moveTo>
                    <a:pt x="1231217" y="2042"/>
                  </a:moveTo>
                  <a:lnTo>
                    <a:pt x="1204557" y="2042"/>
                  </a:lnTo>
                  <a:lnTo>
                    <a:pt x="1204557" y="61291"/>
                  </a:lnTo>
                  <a:lnTo>
                    <a:pt x="1231217" y="61291"/>
                  </a:lnTo>
                  <a:lnTo>
                    <a:pt x="1231217" y="2042"/>
                  </a:lnTo>
                  <a:close/>
                </a:path>
                <a:path w="1377950" h="147955">
                  <a:moveTo>
                    <a:pt x="1374499" y="2042"/>
                  </a:moveTo>
                  <a:lnTo>
                    <a:pt x="1269747" y="2042"/>
                  </a:lnTo>
                  <a:lnTo>
                    <a:pt x="1269747" y="145543"/>
                  </a:lnTo>
                  <a:lnTo>
                    <a:pt x="1377375" y="145543"/>
                  </a:lnTo>
                  <a:lnTo>
                    <a:pt x="1377375" y="123198"/>
                  </a:lnTo>
                  <a:lnTo>
                    <a:pt x="1296407" y="123198"/>
                  </a:lnTo>
                  <a:lnTo>
                    <a:pt x="1296407" y="83636"/>
                  </a:lnTo>
                  <a:lnTo>
                    <a:pt x="1365692" y="83636"/>
                  </a:lnTo>
                  <a:lnTo>
                    <a:pt x="1365692" y="61698"/>
                  </a:lnTo>
                  <a:lnTo>
                    <a:pt x="1296407" y="61698"/>
                  </a:lnTo>
                  <a:lnTo>
                    <a:pt x="1296407" y="24387"/>
                  </a:lnTo>
                  <a:lnTo>
                    <a:pt x="1374499" y="24387"/>
                  </a:lnTo>
                  <a:lnTo>
                    <a:pt x="1374499" y="204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1" name="bg object 19">
              <a:extLst>
                <a:ext uri="{FF2B5EF4-FFF2-40B4-BE49-F238E27FC236}">
                  <a16:creationId xmlns:a16="http://schemas.microsoft.com/office/drawing/2014/main" id="{43EEE3B4-79DD-F09E-60E8-D6BA5E49E7B3}"/>
                </a:ext>
              </a:extLst>
            </p:cNvPr>
            <p:cNvSpPr/>
            <p:nvPr/>
          </p:nvSpPr>
          <p:spPr>
            <a:xfrm>
              <a:off x="1681099" y="942733"/>
              <a:ext cx="2425065" cy="147955"/>
            </a:xfrm>
            <a:custGeom>
              <a:avLst/>
              <a:gdLst/>
              <a:ahLst/>
              <a:cxnLst/>
              <a:rect l="l" t="t" r="r" b="b"/>
              <a:pathLst>
                <a:path w="2425065" h="147955">
                  <a:moveTo>
                    <a:pt x="127508" y="97599"/>
                  </a:moveTo>
                  <a:lnTo>
                    <a:pt x="125183" y="90030"/>
                  </a:lnTo>
                  <a:lnTo>
                    <a:pt x="120002" y="83248"/>
                  </a:lnTo>
                  <a:lnTo>
                    <a:pt x="115900" y="77863"/>
                  </a:lnTo>
                  <a:lnTo>
                    <a:pt x="109613" y="73533"/>
                  </a:lnTo>
                  <a:lnTo>
                    <a:pt x="101676" y="70942"/>
                  </a:lnTo>
                  <a:lnTo>
                    <a:pt x="107429" y="67919"/>
                  </a:lnTo>
                  <a:lnTo>
                    <a:pt x="111937" y="63677"/>
                  </a:lnTo>
                  <a:lnTo>
                    <a:pt x="112636" y="62522"/>
                  </a:lnTo>
                  <a:lnTo>
                    <a:pt x="118491" y="52768"/>
                  </a:lnTo>
                  <a:lnTo>
                    <a:pt x="120142" y="46469"/>
                  </a:lnTo>
                  <a:lnTo>
                    <a:pt x="120142" y="39370"/>
                  </a:lnTo>
                  <a:lnTo>
                    <a:pt x="119278" y="31127"/>
                  </a:lnTo>
                  <a:lnTo>
                    <a:pt x="116700" y="23812"/>
                  </a:lnTo>
                  <a:lnTo>
                    <a:pt x="116128" y="22974"/>
                  </a:lnTo>
                  <a:lnTo>
                    <a:pt x="112407" y="17437"/>
                  </a:lnTo>
                  <a:lnTo>
                    <a:pt x="106387" y="11988"/>
                  </a:lnTo>
                  <a:lnTo>
                    <a:pt x="100660" y="8724"/>
                  </a:lnTo>
                  <a:lnTo>
                    <a:pt x="100660" y="103936"/>
                  </a:lnTo>
                  <a:lnTo>
                    <a:pt x="98729" y="112991"/>
                  </a:lnTo>
                  <a:lnTo>
                    <a:pt x="92925" y="119468"/>
                  </a:lnTo>
                  <a:lnTo>
                    <a:pt x="83248" y="123355"/>
                  </a:lnTo>
                  <a:lnTo>
                    <a:pt x="69710" y="124650"/>
                  </a:lnTo>
                  <a:lnTo>
                    <a:pt x="26657" y="124650"/>
                  </a:lnTo>
                  <a:lnTo>
                    <a:pt x="26657" y="83248"/>
                  </a:lnTo>
                  <a:lnTo>
                    <a:pt x="69710" y="83248"/>
                  </a:lnTo>
                  <a:lnTo>
                    <a:pt x="83248" y="84531"/>
                  </a:lnTo>
                  <a:lnTo>
                    <a:pt x="92925" y="88417"/>
                  </a:lnTo>
                  <a:lnTo>
                    <a:pt x="98729" y="94881"/>
                  </a:lnTo>
                  <a:lnTo>
                    <a:pt x="100660" y="103936"/>
                  </a:lnTo>
                  <a:lnTo>
                    <a:pt x="100660" y="8724"/>
                  </a:lnTo>
                  <a:lnTo>
                    <a:pt x="98793" y="7645"/>
                  </a:lnTo>
                  <a:lnTo>
                    <a:pt x="93281" y="5765"/>
                  </a:lnTo>
                  <a:lnTo>
                    <a:pt x="93281" y="36296"/>
                  </a:lnTo>
                  <a:lnTo>
                    <a:pt x="93281" y="49263"/>
                  </a:lnTo>
                  <a:lnTo>
                    <a:pt x="90779" y="54152"/>
                  </a:lnTo>
                  <a:lnTo>
                    <a:pt x="80810" y="60858"/>
                  </a:lnTo>
                  <a:lnTo>
                    <a:pt x="73672" y="62522"/>
                  </a:lnTo>
                  <a:lnTo>
                    <a:pt x="26657" y="62522"/>
                  </a:lnTo>
                  <a:lnTo>
                    <a:pt x="26657" y="22974"/>
                  </a:lnTo>
                  <a:lnTo>
                    <a:pt x="73672" y="22974"/>
                  </a:lnTo>
                  <a:lnTo>
                    <a:pt x="80810" y="24638"/>
                  </a:lnTo>
                  <a:lnTo>
                    <a:pt x="90779" y="31343"/>
                  </a:lnTo>
                  <a:lnTo>
                    <a:pt x="93281" y="36296"/>
                  </a:lnTo>
                  <a:lnTo>
                    <a:pt x="93281" y="5765"/>
                  </a:lnTo>
                  <a:lnTo>
                    <a:pt x="89738" y="4546"/>
                  </a:lnTo>
                  <a:lnTo>
                    <a:pt x="79222" y="2667"/>
                  </a:lnTo>
                  <a:lnTo>
                    <a:pt x="67246" y="2044"/>
                  </a:lnTo>
                  <a:lnTo>
                    <a:pt x="0" y="2044"/>
                  </a:lnTo>
                  <a:lnTo>
                    <a:pt x="0" y="145554"/>
                  </a:lnTo>
                  <a:lnTo>
                    <a:pt x="71348" y="145554"/>
                  </a:lnTo>
                  <a:lnTo>
                    <a:pt x="113169" y="135394"/>
                  </a:lnTo>
                  <a:lnTo>
                    <a:pt x="122897" y="124650"/>
                  </a:lnTo>
                  <a:lnTo>
                    <a:pt x="123926" y="123126"/>
                  </a:lnTo>
                  <a:lnTo>
                    <a:pt x="126606" y="115404"/>
                  </a:lnTo>
                  <a:lnTo>
                    <a:pt x="127508" y="106616"/>
                  </a:lnTo>
                  <a:lnTo>
                    <a:pt x="127508" y="97599"/>
                  </a:lnTo>
                  <a:close/>
                </a:path>
                <a:path w="2425065" h="147955">
                  <a:moveTo>
                    <a:pt x="280441" y="2044"/>
                  </a:moveTo>
                  <a:lnTo>
                    <a:pt x="254203" y="2044"/>
                  </a:lnTo>
                  <a:lnTo>
                    <a:pt x="254076" y="83032"/>
                  </a:lnTo>
                  <a:lnTo>
                    <a:pt x="251929" y="100482"/>
                  </a:lnTo>
                  <a:lnTo>
                    <a:pt x="245122" y="113665"/>
                  </a:lnTo>
                  <a:lnTo>
                    <a:pt x="233794" y="121589"/>
                  </a:lnTo>
                  <a:lnTo>
                    <a:pt x="217919" y="124218"/>
                  </a:lnTo>
                  <a:lnTo>
                    <a:pt x="201955" y="121589"/>
                  </a:lnTo>
                  <a:lnTo>
                    <a:pt x="190550" y="113665"/>
                  </a:lnTo>
                  <a:lnTo>
                    <a:pt x="183705" y="100482"/>
                  </a:lnTo>
                  <a:lnTo>
                    <a:pt x="181432" y="82003"/>
                  </a:lnTo>
                  <a:lnTo>
                    <a:pt x="181432" y="2044"/>
                  </a:lnTo>
                  <a:lnTo>
                    <a:pt x="154774" y="2044"/>
                  </a:lnTo>
                  <a:lnTo>
                    <a:pt x="154774" y="83032"/>
                  </a:lnTo>
                  <a:lnTo>
                    <a:pt x="155816" y="97713"/>
                  </a:lnTo>
                  <a:lnTo>
                    <a:pt x="180505" y="138201"/>
                  </a:lnTo>
                  <a:lnTo>
                    <a:pt x="217703" y="147599"/>
                  </a:lnTo>
                  <a:lnTo>
                    <a:pt x="231749" y="146558"/>
                  </a:lnTo>
                  <a:lnTo>
                    <a:pt x="269138" y="124218"/>
                  </a:lnTo>
                  <a:lnTo>
                    <a:pt x="280441" y="83032"/>
                  </a:lnTo>
                  <a:lnTo>
                    <a:pt x="280441" y="2044"/>
                  </a:lnTo>
                  <a:close/>
                </a:path>
                <a:path w="2425065" h="147955">
                  <a:moveTo>
                    <a:pt x="445249" y="2044"/>
                  </a:moveTo>
                  <a:lnTo>
                    <a:pt x="418807" y="2044"/>
                  </a:lnTo>
                  <a:lnTo>
                    <a:pt x="418807" y="99212"/>
                  </a:lnTo>
                  <a:lnTo>
                    <a:pt x="377418" y="48387"/>
                  </a:lnTo>
                  <a:lnTo>
                    <a:pt x="339674" y="2044"/>
                  </a:lnTo>
                  <a:lnTo>
                    <a:pt x="317754" y="2044"/>
                  </a:lnTo>
                  <a:lnTo>
                    <a:pt x="317754" y="145554"/>
                  </a:lnTo>
                  <a:lnTo>
                    <a:pt x="344195" y="145554"/>
                  </a:lnTo>
                  <a:lnTo>
                    <a:pt x="344195" y="48387"/>
                  </a:lnTo>
                  <a:lnTo>
                    <a:pt x="423316" y="145554"/>
                  </a:lnTo>
                  <a:lnTo>
                    <a:pt x="445249" y="145554"/>
                  </a:lnTo>
                  <a:lnTo>
                    <a:pt x="445249" y="99212"/>
                  </a:lnTo>
                  <a:lnTo>
                    <a:pt x="445249" y="2044"/>
                  </a:lnTo>
                  <a:close/>
                </a:path>
                <a:path w="2425065" h="147955">
                  <a:moveTo>
                    <a:pt x="624827" y="73799"/>
                  </a:moveTo>
                  <a:lnTo>
                    <a:pt x="614997" y="36195"/>
                  </a:lnTo>
                  <a:lnTo>
                    <a:pt x="597979" y="17678"/>
                  </a:lnTo>
                  <a:lnTo>
                    <a:pt x="597979" y="73799"/>
                  </a:lnTo>
                  <a:lnTo>
                    <a:pt x="597573" y="80962"/>
                  </a:lnTo>
                  <a:lnTo>
                    <a:pt x="573074" y="116954"/>
                  </a:lnTo>
                  <a:lnTo>
                    <a:pt x="545299" y="122999"/>
                  </a:lnTo>
                  <a:lnTo>
                    <a:pt x="510438" y="122999"/>
                  </a:lnTo>
                  <a:lnTo>
                    <a:pt x="510438" y="24625"/>
                  </a:lnTo>
                  <a:lnTo>
                    <a:pt x="545299" y="24625"/>
                  </a:lnTo>
                  <a:lnTo>
                    <a:pt x="587209" y="40424"/>
                  </a:lnTo>
                  <a:lnTo>
                    <a:pt x="597979" y="73799"/>
                  </a:lnTo>
                  <a:lnTo>
                    <a:pt x="597979" y="17678"/>
                  </a:lnTo>
                  <a:lnTo>
                    <a:pt x="557682" y="2603"/>
                  </a:lnTo>
                  <a:lnTo>
                    <a:pt x="546519" y="2044"/>
                  </a:lnTo>
                  <a:lnTo>
                    <a:pt x="483793" y="2044"/>
                  </a:lnTo>
                  <a:lnTo>
                    <a:pt x="483793" y="145554"/>
                  </a:lnTo>
                  <a:lnTo>
                    <a:pt x="546519" y="145554"/>
                  </a:lnTo>
                  <a:lnTo>
                    <a:pt x="587311" y="136639"/>
                  </a:lnTo>
                  <a:lnTo>
                    <a:pt x="619302" y="102958"/>
                  </a:lnTo>
                  <a:lnTo>
                    <a:pt x="624217" y="84150"/>
                  </a:lnTo>
                  <a:lnTo>
                    <a:pt x="624827" y="73799"/>
                  </a:lnTo>
                  <a:close/>
                </a:path>
                <a:path w="2425065" h="147955">
                  <a:moveTo>
                    <a:pt x="760742" y="123215"/>
                  </a:moveTo>
                  <a:lnTo>
                    <a:pt x="679767" y="123215"/>
                  </a:lnTo>
                  <a:lnTo>
                    <a:pt x="679767" y="83642"/>
                  </a:lnTo>
                  <a:lnTo>
                    <a:pt x="749071" y="83642"/>
                  </a:lnTo>
                  <a:lnTo>
                    <a:pt x="749071" y="61696"/>
                  </a:lnTo>
                  <a:lnTo>
                    <a:pt x="679767" y="61696"/>
                  </a:lnTo>
                  <a:lnTo>
                    <a:pt x="679767" y="24396"/>
                  </a:lnTo>
                  <a:lnTo>
                    <a:pt x="757872" y="24396"/>
                  </a:lnTo>
                  <a:lnTo>
                    <a:pt x="757872" y="2044"/>
                  </a:lnTo>
                  <a:lnTo>
                    <a:pt x="653122" y="2044"/>
                  </a:lnTo>
                  <a:lnTo>
                    <a:pt x="653122" y="145554"/>
                  </a:lnTo>
                  <a:lnTo>
                    <a:pt x="760742" y="145554"/>
                  </a:lnTo>
                  <a:lnTo>
                    <a:pt x="760742" y="123215"/>
                  </a:lnTo>
                  <a:close/>
                </a:path>
                <a:path w="2425065" h="147955">
                  <a:moveTo>
                    <a:pt x="892975" y="95681"/>
                  </a:moveTo>
                  <a:lnTo>
                    <a:pt x="862685" y="68643"/>
                  </a:lnTo>
                  <a:lnTo>
                    <a:pt x="834136" y="61036"/>
                  </a:lnTo>
                  <a:lnTo>
                    <a:pt x="827976" y="59321"/>
                  </a:lnTo>
                  <a:lnTo>
                    <a:pt x="818972" y="56311"/>
                  </a:lnTo>
                  <a:lnTo>
                    <a:pt x="815238" y="54267"/>
                  </a:lnTo>
                  <a:lnTo>
                    <a:pt x="809371" y="49060"/>
                  </a:lnTo>
                  <a:lnTo>
                    <a:pt x="807885" y="45720"/>
                  </a:lnTo>
                  <a:lnTo>
                    <a:pt x="807885" y="35737"/>
                  </a:lnTo>
                  <a:lnTo>
                    <a:pt x="810450" y="31026"/>
                  </a:lnTo>
                  <a:lnTo>
                    <a:pt x="820712" y="23926"/>
                  </a:lnTo>
                  <a:lnTo>
                    <a:pt x="828535" y="22148"/>
                  </a:lnTo>
                  <a:lnTo>
                    <a:pt x="845464" y="22148"/>
                  </a:lnTo>
                  <a:lnTo>
                    <a:pt x="852093" y="23101"/>
                  </a:lnTo>
                  <a:lnTo>
                    <a:pt x="865771" y="26936"/>
                  </a:lnTo>
                  <a:lnTo>
                    <a:pt x="872324" y="29743"/>
                  </a:lnTo>
                  <a:lnTo>
                    <a:pt x="878624" y="33426"/>
                  </a:lnTo>
                  <a:lnTo>
                    <a:pt x="883196" y="22148"/>
                  </a:lnTo>
                  <a:lnTo>
                    <a:pt x="845794" y="203"/>
                  </a:lnTo>
                  <a:lnTo>
                    <a:pt x="839254" y="0"/>
                  </a:lnTo>
                  <a:lnTo>
                    <a:pt x="830199" y="368"/>
                  </a:lnTo>
                  <a:lnTo>
                    <a:pt x="792213" y="14732"/>
                  </a:lnTo>
                  <a:lnTo>
                    <a:pt x="781456" y="34912"/>
                  </a:lnTo>
                  <a:lnTo>
                    <a:pt x="781456" y="52285"/>
                  </a:lnTo>
                  <a:lnTo>
                    <a:pt x="811618" y="79451"/>
                  </a:lnTo>
                  <a:lnTo>
                    <a:pt x="840486" y="87210"/>
                  </a:lnTo>
                  <a:lnTo>
                    <a:pt x="846632" y="88912"/>
                  </a:lnTo>
                  <a:lnTo>
                    <a:pt x="855662" y="91922"/>
                  </a:lnTo>
                  <a:lnTo>
                    <a:pt x="859383" y="93992"/>
                  </a:lnTo>
                  <a:lnTo>
                    <a:pt x="865263" y="99326"/>
                  </a:lnTo>
                  <a:lnTo>
                    <a:pt x="866736" y="102717"/>
                  </a:lnTo>
                  <a:lnTo>
                    <a:pt x="866736" y="112407"/>
                  </a:lnTo>
                  <a:lnTo>
                    <a:pt x="864095" y="116916"/>
                  </a:lnTo>
                  <a:lnTo>
                    <a:pt x="853579" y="123761"/>
                  </a:lnTo>
                  <a:lnTo>
                    <a:pt x="845616" y="125476"/>
                  </a:lnTo>
                  <a:lnTo>
                    <a:pt x="834948" y="125476"/>
                  </a:lnTo>
                  <a:lnTo>
                    <a:pt x="793470" y="114325"/>
                  </a:lnTo>
                  <a:lnTo>
                    <a:pt x="787603" y="109689"/>
                  </a:lnTo>
                  <a:lnTo>
                    <a:pt x="778370" y="130378"/>
                  </a:lnTo>
                  <a:lnTo>
                    <a:pt x="818629" y="146431"/>
                  </a:lnTo>
                  <a:lnTo>
                    <a:pt x="834948" y="147599"/>
                  </a:lnTo>
                  <a:lnTo>
                    <a:pt x="844029" y="147243"/>
                  </a:lnTo>
                  <a:lnTo>
                    <a:pt x="882205" y="132918"/>
                  </a:lnTo>
                  <a:lnTo>
                    <a:pt x="892975" y="112890"/>
                  </a:lnTo>
                  <a:lnTo>
                    <a:pt x="892975" y="95681"/>
                  </a:lnTo>
                  <a:close/>
                </a:path>
                <a:path w="2425065" h="147955">
                  <a:moveTo>
                    <a:pt x="1021105" y="122999"/>
                  </a:moveTo>
                  <a:lnTo>
                    <a:pt x="946061" y="122999"/>
                  </a:lnTo>
                  <a:lnTo>
                    <a:pt x="946061" y="2044"/>
                  </a:lnTo>
                  <a:lnTo>
                    <a:pt x="919416" y="2044"/>
                  </a:lnTo>
                  <a:lnTo>
                    <a:pt x="919416" y="145554"/>
                  </a:lnTo>
                  <a:lnTo>
                    <a:pt x="1021105" y="145554"/>
                  </a:lnTo>
                  <a:lnTo>
                    <a:pt x="1021105" y="122999"/>
                  </a:lnTo>
                  <a:close/>
                </a:path>
                <a:path w="2425065" h="147955">
                  <a:moveTo>
                    <a:pt x="1149832" y="123215"/>
                  </a:moveTo>
                  <a:lnTo>
                    <a:pt x="1068857" y="123215"/>
                  </a:lnTo>
                  <a:lnTo>
                    <a:pt x="1068857" y="83642"/>
                  </a:lnTo>
                  <a:lnTo>
                    <a:pt x="1138148" y="83642"/>
                  </a:lnTo>
                  <a:lnTo>
                    <a:pt x="1138148" y="61696"/>
                  </a:lnTo>
                  <a:lnTo>
                    <a:pt x="1068857" y="61696"/>
                  </a:lnTo>
                  <a:lnTo>
                    <a:pt x="1068857" y="24396"/>
                  </a:lnTo>
                  <a:lnTo>
                    <a:pt x="1146975" y="24396"/>
                  </a:lnTo>
                  <a:lnTo>
                    <a:pt x="1146975" y="2044"/>
                  </a:lnTo>
                  <a:lnTo>
                    <a:pt x="1042200" y="2044"/>
                  </a:lnTo>
                  <a:lnTo>
                    <a:pt x="1042200" y="145554"/>
                  </a:lnTo>
                  <a:lnTo>
                    <a:pt x="1149832" y="145554"/>
                  </a:lnTo>
                  <a:lnTo>
                    <a:pt x="1149832" y="123215"/>
                  </a:lnTo>
                  <a:close/>
                </a:path>
                <a:path w="2425065" h="147955">
                  <a:moveTo>
                    <a:pt x="1307071" y="2044"/>
                  </a:moveTo>
                  <a:lnTo>
                    <a:pt x="1280414" y="2044"/>
                  </a:lnTo>
                  <a:lnTo>
                    <a:pt x="1280414" y="61302"/>
                  </a:lnTo>
                  <a:lnTo>
                    <a:pt x="1206195" y="61302"/>
                  </a:lnTo>
                  <a:lnTo>
                    <a:pt x="1206195" y="2044"/>
                  </a:lnTo>
                  <a:lnTo>
                    <a:pt x="1179563" y="2044"/>
                  </a:lnTo>
                  <a:lnTo>
                    <a:pt x="1179563" y="145554"/>
                  </a:lnTo>
                  <a:lnTo>
                    <a:pt x="1206195" y="145554"/>
                  </a:lnTo>
                  <a:lnTo>
                    <a:pt x="1206195" y="84074"/>
                  </a:lnTo>
                  <a:lnTo>
                    <a:pt x="1280414" y="84074"/>
                  </a:lnTo>
                  <a:lnTo>
                    <a:pt x="1280414" y="145554"/>
                  </a:lnTo>
                  <a:lnTo>
                    <a:pt x="1307071" y="145554"/>
                  </a:lnTo>
                  <a:lnTo>
                    <a:pt x="1307071" y="84074"/>
                  </a:lnTo>
                  <a:lnTo>
                    <a:pt x="1307071" y="61302"/>
                  </a:lnTo>
                  <a:lnTo>
                    <a:pt x="1307071" y="2044"/>
                  </a:lnTo>
                  <a:close/>
                </a:path>
                <a:path w="2425065" h="147955">
                  <a:moveTo>
                    <a:pt x="1468196" y="145554"/>
                  </a:moveTo>
                  <a:lnTo>
                    <a:pt x="1438770" y="103530"/>
                  </a:lnTo>
                  <a:lnTo>
                    <a:pt x="1435188" y="98425"/>
                  </a:lnTo>
                  <a:lnTo>
                    <a:pt x="1442135" y="95173"/>
                  </a:lnTo>
                  <a:lnTo>
                    <a:pt x="1448231" y="91186"/>
                  </a:lnTo>
                  <a:lnTo>
                    <a:pt x="1453464" y="86448"/>
                  </a:lnTo>
                  <a:lnTo>
                    <a:pt x="1457172" y="81800"/>
                  </a:lnTo>
                  <a:lnTo>
                    <a:pt x="1457833" y="80987"/>
                  </a:lnTo>
                  <a:lnTo>
                    <a:pt x="1461287" y="74853"/>
                  </a:lnTo>
                  <a:lnTo>
                    <a:pt x="1463763" y="68173"/>
                  </a:lnTo>
                  <a:lnTo>
                    <a:pt x="1465237" y="60921"/>
                  </a:lnTo>
                  <a:lnTo>
                    <a:pt x="1465732" y="53098"/>
                  </a:lnTo>
                  <a:lnTo>
                    <a:pt x="1465275" y="45478"/>
                  </a:lnTo>
                  <a:lnTo>
                    <a:pt x="1463890" y="38392"/>
                  </a:lnTo>
                  <a:lnTo>
                    <a:pt x="1461579" y="31851"/>
                  </a:lnTo>
                  <a:lnTo>
                    <a:pt x="1458353" y="25844"/>
                  </a:lnTo>
                  <a:lnTo>
                    <a:pt x="1457426" y="24625"/>
                  </a:lnTo>
                  <a:lnTo>
                    <a:pt x="1454251" y="20434"/>
                  </a:lnTo>
                  <a:lnTo>
                    <a:pt x="1449362" y="15697"/>
                  </a:lnTo>
                  <a:lnTo>
                    <a:pt x="1443647" y="11620"/>
                  </a:lnTo>
                  <a:lnTo>
                    <a:pt x="1438884" y="9131"/>
                  </a:lnTo>
                  <a:lnTo>
                    <a:pt x="1438884" y="43942"/>
                  </a:lnTo>
                  <a:lnTo>
                    <a:pt x="1438884" y="62255"/>
                  </a:lnTo>
                  <a:lnTo>
                    <a:pt x="1403413" y="81800"/>
                  </a:lnTo>
                  <a:lnTo>
                    <a:pt x="1372260" y="81800"/>
                  </a:lnTo>
                  <a:lnTo>
                    <a:pt x="1372260" y="24625"/>
                  </a:lnTo>
                  <a:lnTo>
                    <a:pt x="1403413" y="24625"/>
                  </a:lnTo>
                  <a:lnTo>
                    <a:pt x="1438884" y="43942"/>
                  </a:lnTo>
                  <a:lnTo>
                    <a:pt x="1438884" y="9131"/>
                  </a:lnTo>
                  <a:lnTo>
                    <a:pt x="1404645" y="2044"/>
                  </a:lnTo>
                  <a:lnTo>
                    <a:pt x="1345603" y="2044"/>
                  </a:lnTo>
                  <a:lnTo>
                    <a:pt x="1345603" y="145554"/>
                  </a:lnTo>
                  <a:lnTo>
                    <a:pt x="1372260" y="145554"/>
                  </a:lnTo>
                  <a:lnTo>
                    <a:pt x="1372260" y="103746"/>
                  </a:lnTo>
                  <a:lnTo>
                    <a:pt x="1407109" y="103746"/>
                  </a:lnTo>
                  <a:lnTo>
                    <a:pt x="1408950" y="103657"/>
                  </a:lnTo>
                  <a:lnTo>
                    <a:pt x="1410182" y="103530"/>
                  </a:lnTo>
                  <a:lnTo>
                    <a:pt x="1439494" y="145554"/>
                  </a:lnTo>
                  <a:lnTo>
                    <a:pt x="1468196" y="145554"/>
                  </a:lnTo>
                  <a:close/>
                </a:path>
                <a:path w="2425065" h="147955">
                  <a:moveTo>
                    <a:pt x="1630743" y="145554"/>
                  </a:moveTo>
                  <a:lnTo>
                    <a:pt x="1615757" y="112344"/>
                  </a:lnTo>
                  <a:lnTo>
                    <a:pt x="1606321" y="91440"/>
                  </a:lnTo>
                  <a:lnTo>
                    <a:pt x="1579714" y="32473"/>
                  </a:lnTo>
                  <a:lnTo>
                    <a:pt x="1579714" y="91440"/>
                  </a:lnTo>
                  <a:lnTo>
                    <a:pt x="1525803" y="91440"/>
                  </a:lnTo>
                  <a:lnTo>
                    <a:pt x="1552651" y="28702"/>
                  </a:lnTo>
                  <a:lnTo>
                    <a:pt x="1579714" y="91440"/>
                  </a:lnTo>
                  <a:lnTo>
                    <a:pt x="1579714" y="32473"/>
                  </a:lnTo>
                  <a:lnTo>
                    <a:pt x="1578013" y="28702"/>
                  </a:lnTo>
                  <a:lnTo>
                    <a:pt x="1565973" y="2044"/>
                  </a:lnTo>
                  <a:lnTo>
                    <a:pt x="1539735" y="2044"/>
                  </a:lnTo>
                  <a:lnTo>
                    <a:pt x="1475155" y="145554"/>
                  </a:lnTo>
                  <a:lnTo>
                    <a:pt x="1502625" y="145554"/>
                  </a:lnTo>
                  <a:lnTo>
                    <a:pt x="1516773" y="112344"/>
                  </a:lnTo>
                  <a:lnTo>
                    <a:pt x="1588516" y="112344"/>
                  </a:lnTo>
                  <a:lnTo>
                    <a:pt x="1602867" y="145554"/>
                  </a:lnTo>
                  <a:lnTo>
                    <a:pt x="1630743" y="145554"/>
                  </a:lnTo>
                  <a:close/>
                </a:path>
                <a:path w="2425065" h="147955">
                  <a:moveTo>
                    <a:pt x="1776501" y="2044"/>
                  </a:moveTo>
                  <a:lnTo>
                    <a:pt x="1750072" y="2044"/>
                  </a:lnTo>
                  <a:lnTo>
                    <a:pt x="1750072" y="99212"/>
                  </a:lnTo>
                  <a:lnTo>
                    <a:pt x="1708670" y="48387"/>
                  </a:lnTo>
                  <a:lnTo>
                    <a:pt x="1670939" y="2044"/>
                  </a:lnTo>
                  <a:lnTo>
                    <a:pt x="1648993" y="2044"/>
                  </a:lnTo>
                  <a:lnTo>
                    <a:pt x="1648993" y="145554"/>
                  </a:lnTo>
                  <a:lnTo>
                    <a:pt x="1675447" y="145554"/>
                  </a:lnTo>
                  <a:lnTo>
                    <a:pt x="1675447" y="48387"/>
                  </a:lnTo>
                  <a:lnTo>
                    <a:pt x="1754568" y="145554"/>
                  </a:lnTo>
                  <a:lnTo>
                    <a:pt x="1776501" y="145554"/>
                  </a:lnTo>
                  <a:lnTo>
                    <a:pt x="1776501" y="99212"/>
                  </a:lnTo>
                  <a:lnTo>
                    <a:pt x="1776501" y="2044"/>
                  </a:lnTo>
                  <a:close/>
                </a:path>
                <a:path w="2425065" h="147955">
                  <a:moveTo>
                    <a:pt x="1917547" y="95681"/>
                  </a:moveTo>
                  <a:lnTo>
                    <a:pt x="1887258" y="68643"/>
                  </a:lnTo>
                  <a:lnTo>
                    <a:pt x="1858708" y="61036"/>
                  </a:lnTo>
                  <a:lnTo>
                    <a:pt x="1852561" y="59321"/>
                  </a:lnTo>
                  <a:lnTo>
                    <a:pt x="1843532" y="56311"/>
                  </a:lnTo>
                  <a:lnTo>
                    <a:pt x="1839810" y="54267"/>
                  </a:lnTo>
                  <a:lnTo>
                    <a:pt x="1833943" y="49060"/>
                  </a:lnTo>
                  <a:lnTo>
                    <a:pt x="1832470" y="45720"/>
                  </a:lnTo>
                  <a:lnTo>
                    <a:pt x="1832470" y="35737"/>
                  </a:lnTo>
                  <a:lnTo>
                    <a:pt x="1835035" y="31026"/>
                  </a:lnTo>
                  <a:lnTo>
                    <a:pt x="1845284" y="23926"/>
                  </a:lnTo>
                  <a:lnTo>
                    <a:pt x="1853107" y="22148"/>
                  </a:lnTo>
                  <a:lnTo>
                    <a:pt x="1870062" y="22148"/>
                  </a:lnTo>
                  <a:lnTo>
                    <a:pt x="1876679" y="23101"/>
                  </a:lnTo>
                  <a:lnTo>
                    <a:pt x="1890356" y="26936"/>
                  </a:lnTo>
                  <a:lnTo>
                    <a:pt x="1896910" y="29743"/>
                  </a:lnTo>
                  <a:lnTo>
                    <a:pt x="1903196" y="33426"/>
                  </a:lnTo>
                  <a:lnTo>
                    <a:pt x="1907768" y="22148"/>
                  </a:lnTo>
                  <a:lnTo>
                    <a:pt x="1870367" y="203"/>
                  </a:lnTo>
                  <a:lnTo>
                    <a:pt x="1863839" y="0"/>
                  </a:lnTo>
                  <a:lnTo>
                    <a:pt x="1854771" y="368"/>
                  </a:lnTo>
                  <a:lnTo>
                    <a:pt x="1816785" y="14732"/>
                  </a:lnTo>
                  <a:lnTo>
                    <a:pt x="1806028" y="34912"/>
                  </a:lnTo>
                  <a:lnTo>
                    <a:pt x="1806028" y="52285"/>
                  </a:lnTo>
                  <a:lnTo>
                    <a:pt x="1836191" y="79451"/>
                  </a:lnTo>
                  <a:lnTo>
                    <a:pt x="1865058" y="87210"/>
                  </a:lnTo>
                  <a:lnTo>
                    <a:pt x="1871218" y="88912"/>
                  </a:lnTo>
                  <a:lnTo>
                    <a:pt x="1880235" y="91922"/>
                  </a:lnTo>
                  <a:lnTo>
                    <a:pt x="1883956" y="93992"/>
                  </a:lnTo>
                  <a:lnTo>
                    <a:pt x="1889836" y="99326"/>
                  </a:lnTo>
                  <a:lnTo>
                    <a:pt x="1891309" y="102717"/>
                  </a:lnTo>
                  <a:lnTo>
                    <a:pt x="1891309" y="112407"/>
                  </a:lnTo>
                  <a:lnTo>
                    <a:pt x="1888680" y="116916"/>
                  </a:lnTo>
                  <a:lnTo>
                    <a:pt x="1878152" y="123761"/>
                  </a:lnTo>
                  <a:lnTo>
                    <a:pt x="1870202" y="125476"/>
                  </a:lnTo>
                  <a:lnTo>
                    <a:pt x="1859534" y="125476"/>
                  </a:lnTo>
                  <a:lnTo>
                    <a:pt x="1818043" y="114325"/>
                  </a:lnTo>
                  <a:lnTo>
                    <a:pt x="1812175" y="109689"/>
                  </a:lnTo>
                  <a:lnTo>
                    <a:pt x="1802955" y="130378"/>
                  </a:lnTo>
                  <a:lnTo>
                    <a:pt x="1843201" y="146431"/>
                  </a:lnTo>
                  <a:lnTo>
                    <a:pt x="1859534" y="147599"/>
                  </a:lnTo>
                  <a:lnTo>
                    <a:pt x="1868601" y="147243"/>
                  </a:lnTo>
                  <a:lnTo>
                    <a:pt x="1906790" y="132918"/>
                  </a:lnTo>
                  <a:lnTo>
                    <a:pt x="1911756" y="125476"/>
                  </a:lnTo>
                  <a:lnTo>
                    <a:pt x="1915401" y="120078"/>
                  </a:lnTo>
                  <a:lnTo>
                    <a:pt x="1917547" y="112890"/>
                  </a:lnTo>
                  <a:lnTo>
                    <a:pt x="1917547" y="95681"/>
                  </a:lnTo>
                  <a:close/>
                </a:path>
                <a:path w="2425065" h="147955">
                  <a:moveTo>
                    <a:pt x="2045271" y="2044"/>
                  </a:moveTo>
                  <a:lnTo>
                    <a:pt x="1923503" y="2044"/>
                  </a:lnTo>
                  <a:lnTo>
                    <a:pt x="1923503" y="24612"/>
                  </a:lnTo>
                  <a:lnTo>
                    <a:pt x="1971065" y="24612"/>
                  </a:lnTo>
                  <a:lnTo>
                    <a:pt x="1971065" y="145554"/>
                  </a:lnTo>
                  <a:lnTo>
                    <a:pt x="1997722" y="145554"/>
                  </a:lnTo>
                  <a:lnTo>
                    <a:pt x="1997722" y="24612"/>
                  </a:lnTo>
                  <a:lnTo>
                    <a:pt x="2045271" y="24612"/>
                  </a:lnTo>
                  <a:lnTo>
                    <a:pt x="2045271" y="2044"/>
                  </a:lnTo>
                  <a:close/>
                </a:path>
                <a:path w="2425065" h="147955">
                  <a:moveTo>
                    <a:pt x="2193480" y="145554"/>
                  </a:moveTo>
                  <a:lnTo>
                    <a:pt x="2178494" y="112344"/>
                  </a:lnTo>
                  <a:lnTo>
                    <a:pt x="2169058" y="91440"/>
                  </a:lnTo>
                  <a:lnTo>
                    <a:pt x="2142439" y="32473"/>
                  </a:lnTo>
                  <a:lnTo>
                    <a:pt x="2142439" y="91440"/>
                  </a:lnTo>
                  <a:lnTo>
                    <a:pt x="2088527" y="91440"/>
                  </a:lnTo>
                  <a:lnTo>
                    <a:pt x="2115375" y="28702"/>
                  </a:lnTo>
                  <a:lnTo>
                    <a:pt x="2142439" y="91440"/>
                  </a:lnTo>
                  <a:lnTo>
                    <a:pt x="2142439" y="32473"/>
                  </a:lnTo>
                  <a:lnTo>
                    <a:pt x="2140737" y="28702"/>
                  </a:lnTo>
                  <a:lnTo>
                    <a:pt x="2128697" y="2044"/>
                  </a:lnTo>
                  <a:lnTo>
                    <a:pt x="2102472" y="2044"/>
                  </a:lnTo>
                  <a:lnTo>
                    <a:pt x="2037892" y="145554"/>
                  </a:lnTo>
                  <a:lnTo>
                    <a:pt x="2065362" y="145554"/>
                  </a:lnTo>
                  <a:lnTo>
                    <a:pt x="2079510" y="112344"/>
                  </a:lnTo>
                  <a:lnTo>
                    <a:pt x="2151253" y="112344"/>
                  </a:lnTo>
                  <a:lnTo>
                    <a:pt x="2165604" y="145554"/>
                  </a:lnTo>
                  <a:lnTo>
                    <a:pt x="2193480" y="145554"/>
                  </a:lnTo>
                  <a:close/>
                </a:path>
                <a:path w="2425065" h="147955">
                  <a:moveTo>
                    <a:pt x="2313406" y="122694"/>
                  </a:moveTo>
                  <a:lnTo>
                    <a:pt x="2238387" y="122694"/>
                  </a:lnTo>
                  <a:lnTo>
                    <a:pt x="2238387" y="2044"/>
                  </a:lnTo>
                  <a:lnTo>
                    <a:pt x="2211730" y="2044"/>
                  </a:lnTo>
                  <a:lnTo>
                    <a:pt x="2211730" y="122694"/>
                  </a:lnTo>
                  <a:lnTo>
                    <a:pt x="2211730" y="145554"/>
                  </a:lnTo>
                  <a:lnTo>
                    <a:pt x="2313406" y="145554"/>
                  </a:lnTo>
                  <a:lnTo>
                    <a:pt x="2313406" y="122694"/>
                  </a:lnTo>
                  <a:close/>
                </a:path>
                <a:path w="2425065" h="147955">
                  <a:moveTo>
                    <a:pt x="2424519" y="2044"/>
                  </a:moveTo>
                  <a:lnTo>
                    <a:pt x="2302751" y="2044"/>
                  </a:lnTo>
                  <a:lnTo>
                    <a:pt x="2302751" y="24612"/>
                  </a:lnTo>
                  <a:lnTo>
                    <a:pt x="2350312" y="24612"/>
                  </a:lnTo>
                  <a:lnTo>
                    <a:pt x="2350312" y="145554"/>
                  </a:lnTo>
                  <a:lnTo>
                    <a:pt x="2376957" y="145554"/>
                  </a:lnTo>
                  <a:lnTo>
                    <a:pt x="2376957" y="24612"/>
                  </a:lnTo>
                  <a:lnTo>
                    <a:pt x="2424519" y="24612"/>
                  </a:lnTo>
                  <a:lnTo>
                    <a:pt x="2424519" y="20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32" name="bg object 20">
              <a:extLst>
                <a:ext uri="{FF2B5EF4-FFF2-40B4-BE49-F238E27FC236}">
                  <a16:creationId xmlns:a16="http://schemas.microsoft.com/office/drawing/2014/main" id="{A9557956-F417-5336-6671-BFF416C11DD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70866" y="1162292"/>
              <a:ext cx="1626431" cy="184282"/>
            </a:xfrm>
            <a:prstGeom prst="rect">
              <a:avLst/>
            </a:prstGeom>
          </p:spPr>
        </p:pic>
        <p:pic>
          <p:nvPicPr>
            <p:cNvPr id="33" name="bg object 21">
              <a:extLst>
                <a:ext uri="{FF2B5EF4-FFF2-40B4-BE49-F238E27FC236}">
                  <a16:creationId xmlns:a16="http://schemas.microsoft.com/office/drawing/2014/main" id="{395430C4-D82E-79AD-37C2-645C8CFAB96F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5193" y="1306787"/>
              <a:ext cx="107763" cy="87034"/>
            </a:xfrm>
            <a:prstGeom prst="rect">
              <a:avLst/>
            </a:prstGeom>
          </p:spPr>
        </p:pic>
        <p:pic>
          <p:nvPicPr>
            <p:cNvPr id="34" name="bg object 22">
              <a:extLst>
                <a:ext uri="{FF2B5EF4-FFF2-40B4-BE49-F238E27FC236}">
                  <a16:creationId xmlns:a16="http://schemas.microsoft.com/office/drawing/2014/main" id="{4CCAFCFF-54B2-5DE0-733F-AF3056E8173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75193" y="1076971"/>
              <a:ext cx="110546" cy="84793"/>
            </a:xfrm>
            <a:prstGeom prst="rect">
              <a:avLst/>
            </a:prstGeom>
          </p:spPr>
        </p:pic>
        <p:sp>
          <p:nvSpPr>
            <p:cNvPr id="35" name="bg object 23">
              <a:extLst>
                <a:ext uri="{FF2B5EF4-FFF2-40B4-BE49-F238E27FC236}">
                  <a16:creationId xmlns:a16="http://schemas.microsoft.com/office/drawing/2014/main" id="{3E8F0EC4-687E-D8E8-1F36-C6344FB84973}"/>
                </a:ext>
              </a:extLst>
            </p:cNvPr>
            <p:cNvSpPr/>
            <p:nvPr/>
          </p:nvSpPr>
          <p:spPr>
            <a:xfrm>
              <a:off x="375183" y="854443"/>
              <a:ext cx="107950" cy="74930"/>
            </a:xfrm>
            <a:custGeom>
              <a:avLst/>
              <a:gdLst/>
              <a:ahLst/>
              <a:cxnLst/>
              <a:rect l="l" t="t" r="r" b="b"/>
              <a:pathLst>
                <a:path w="107950" h="74930">
                  <a:moveTo>
                    <a:pt x="107772" y="0"/>
                  </a:moveTo>
                  <a:lnTo>
                    <a:pt x="88392" y="0"/>
                  </a:lnTo>
                  <a:lnTo>
                    <a:pt x="88392" y="53340"/>
                  </a:lnTo>
                  <a:lnTo>
                    <a:pt x="0" y="53340"/>
                  </a:lnTo>
                  <a:lnTo>
                    <a:pt x="0" y="74930"/>
                  </a:lnTo>
                  <a:lnTo>
                    <a:pt x="107772" y="74930"/>
                  </a:lnTo>
                  <a:lnTo>
                    <a:pt x="107772" y="53340"/>
                  </a:lnTo>
                  <a:lnTo>
                    <a:pt x="10777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36" name="bg object 24">
              <a:extLst>
                <a:ext uri="{FF2B5EF4-FFF2-40B4-BE49-F238E27FC236}">
                  <a16:creationId xmlns:a16="http://schemas.microsoft.com/office/drawing/2014/main" id="{495CE405-00F4-C8C6-0B6F-50310810F23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75193" y="611628"/>
              <a:ext cx="107763" cy="102010"/>
            </a:xfrm>
            <a:prstGeom prst="rect">
              <a:avLst/>
            </a:prstGeom>
          </p:spPr>
        </p:pic>
        <p:pic>
          <p:nvPicPr>
            <p:cNvPr id="37" name="bg object 25">
              <a:extLst>
                <a:ext uri="{FF2B5EF4-FFF2-40B4-BE49-F238E27FC236}">
                  <a16:creationId xmlns:a16="http://schemas.microsoft.com/office/drawing/2014/main" id="{ECB1C0E0-9E0D-5B87-AA33-09AA02E7E70B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75197" y="384057"/>
              <a:ext cx="107763" cy="79947"/>
            </a:xfrm>
            <a:prstGeom prst="rect">
              <a:avLst/>
            </a:prstGeom>
          </p:spPr>
        </p:pic>
        <p:sp>
          <p:nvSpPr>
            <p:cNvPr id="38" name="bg object 26">
              <a:extLst>
                <a:ext uri="{FF2B5EF4-FFF2-40B4-BE49-F238E27FC236}">
                  <a16:creationId xmlns:a16="http://schemas.microsoft.com/office/drawing/2014/main" id="{1FB610C6-C819-9C68-F7BF-06A922FF8282}"/>
                </a:ext>
              </a:extLst>
            </p:cNvPr>
            <p:cNvSpPr/>
            <p:nvPr/>
          </p:nvSpPr>
          <p:spPr>
            <a:xfrm>
              <a:off x="581799" y="375193"/>
              <a:ext cx="12700" cy="233045"/>
            </a:xfrm>
            <a:custGeom>
              <a:avLst/>
              <a:gdLst/>
              <a:ahLst/>
              <a:cxnLst/>
              <a:rect l="l" t="t" r="r" b="b"/>
              <a:pathLst>
                <a:path w="12700" h="233045">
                  <a:moveTo>
                    <a:pt x="12225" y="0"/>
                  </a:moveTo>
                  <a:lnTo>
                    <a:pt x="0" y="0"/>
                  </a:lnTo>
                  <a:lnTo>
                    <a:pt x="0" y="232817"/>
                  </a:lnTo>
                  <a:lnTo>
                    <a:pt x="12225" y="232817"/>
                  </a:lnTo>
                  <a:lnTo>
                    <a:pt x="122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9" name="bg object 27">
              <a:extLst>
                <a:ext uri="{FF2B5EF4-FFF2-40B4-BE49-F238E27FC236}">
                  <a16:creationId xmlns:a16="http://schemas.microsoft.com/office/drawing/2014/main" id="{557C0030-D065-7E00-259F-642DF4E759FF}"/>
                </a:ext>
              </a:extLst>
            </p:cNvPr>
            <p:cNvSpPr/>
            <p:nvPr/>
          </p:nvSpPr>
          <p:spPr>
            <a:xfrm>
              <a:off x="1325245" y="638864"/>
              <a:ext cx="52069" cy="137160"/>
            </a:xfrm>
            <a:custGeom>
              <a:avLst/>
              <a:gdLst/>
              <a:ahLst/>
              <a:cxnLst/>
              <a:rect l="l" t="t" r="r" b="b"/>
              <a:pathLst>
                <a:path w="52069" h="137159">
                  <a:moveTo>
                    <a:pt x="51880" y="0"/>
                  </a:moveTo>
                  <a:lnTo>
                    <a:pt x="0" y="0"/>
                  </a:lnTo>
                  <a:lnTo>
                    <a:pt x="0" y="137101"/>
                  </a:lnTo>
                  <a:lnTo>
                    <a:pt x="20256" y="106758"/>
                  </a:lnTo>
                  <a:lnTo>
                    <a:pt x="35961" y="73494"/>
                  </a:lnTo>
                  <a:lnTo>
                    <a:pt x="46655" y="37759"/>
                  </a:lnTo>
                  <a:lnTo>
                    <a:pt x="518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0" name="bg object 28">
              <a:extLst>
                <a:ext uri="{FF2B5EF4-FFF2-40B4-BE49-F238E27FC236}">
                  <a16:creationId xmlns:a16="http://schemas.microsoft.com/office/drawing/2014/main" id="{CF2570ED-3579-6782-C0FB-DE24669CC65C}"/>
                </a:ext>
              </a:extLst>
            </p:cNvPr>
            <p:cNvSpPr/>
            <p:nvPr/>
          </p:nvSpPr>
          <p:spPr>
            <a:xfrm>
              <a:off x="639025" y="898740"/>
              <a:ext cx="738505" cy="496570"/>
            </a:xfrm>
            <a:custGeom>
              <a:avLst/>
              <a:gdLst/>
              <a:ahLst/>
              <a:cxnLst/>
              <a:rect l="l" t="t" r="r" b="b"/>
              <a:pathLst>
                <a:path w="738505" h="496569">
                  <a:moveTo>
                    <a:pt x="15113" y="263702"/>
                  </a:moveTo>
                  <a:lnTo>
                    <a:pt x="0" y="263702"/>
                  </a:lnTo>
                  <a:lnTo>
                    <a:pt x="0" y="496519"/>
                  </a:lnTo>
                  <a:lnTo>
                    <a:pt x="15113" y="496519"/>
                  </a:lnTo>
                  <a:lnTo>
                    <a:pt x="15113" y="263702"/>
                  </a:lnTo>
                  <a:close/>
                </a:path>
                <a:path w="738505" h="496569">
                  <a:moveTo>
                    <a:pt x="15113" y="38"/>
                  </a:moveTo>
                  <a:lnTo>
                    <a:pt x="0" y="38"/>
                  </a:lnTo>
                  <a:lnTo>
                    <a:pt x="0" y="232854"/>
                  </a:lnTo>
                  <a:lnTo>
                    <a:pt x="15113" y="232854"/>
                  </a:lnTo>
                  <a:lnTo>
                    <a:pt x="15113" y="38"/>
                  </a:lnTo>
                  <a:close/>
                </a:path>
                <a:path w="738505" h="496569">
                  <a:moveTo>
                    <a:pt x="75272" y="263702"/>
                  </a:moveTo>
                  <a:lnTo>
                    <a:pt x="57150" y="263702"/>
                  </a:lnTo>
                  <a:lnTo>
                    <a:pt x="57150" y="496519"/>
                  </a:lnTo>
                  <a:lnTo>
                    <a:pt x="75272" y="496519"/>
                  </a:lnTo>
                  <a:lnTo>
                    <a:pt x="75272" y="263702"/>
                  </a:lnTo>
                  <a:close/>
                </a:path>
                <a:path w="738505" h="496569">
                  <a:moveTo>
                    <a:pt x="75272" y="38"/>
                  </a:moveTo>
                  <a:lnTo>
                    <a:pt x="57150" y="38"/>
                  </a:lnTo>
                  <a:lnTo>
                    <a:pt x="57150" y="232854"/>
                  </a:lnTo>
                  <a:lnTo>
                    <a:pt x="75272" y="232854"/>
                  </a:lnTo>
                  <a:lnTo>
                    <a:pt x="75272" y="38"/>
                  </a:lnTo>
                  <a:close/>
                </a:path>
                <a:path w="738505" h="496569">
                  <a:moveTo>
                    <a:pt x="135407" y="263702"/>
                  </a:moveTo>
                  <a:lnTo>
                    <a:pt x="114338" y="263702"/>
                  </a:lnTo>
                  <a:lnTo>
                    <a:pt x="114338" y="496519"/>
                  </a:lnTo>
                  <a:lnTo>
                    <a:pt x="135407" y="496519"/>
                  </a:lnTo>
                  <a:lnTo>
                    <a:pt x="135407" y="263702"/>
                  </a:lnTo>
                  <a:close/>
                </a:path>
                <a:path w="738505" h="496569">
                  <a:moveTo>
                    <a:pt x="135407" y="38"/>
                  </a:moveTo>
                  <a:lnTo>
                    <a:pt x="114338" y="38"/>
                  </a:lnTo>
                  <a:lnTo>
                    <a:pt x="114338" y="232854"/>
                  </a:lnTo>
                  <a:lnTo>
                    <a:pt x="135407" y="232854"/>
                  </a:lnTo>
                  <a:lnTo>
                    <a:pt x="135407" y="38"/>
                  </a:lnTo>
                  <a:close/>
                </a:path>
                <a:path w="738505" h="496569">
                  <a:moveTo>
                    <a:pt x="195516" y="263702"/>
                  </a:moveTo>
                  <a:lnTo>
                    <a:pt x="171526" y="263702"/>
                  </a:lnTo>
                  <a:lnTo>
                    <a:pt x="171526" y="496519"/>
                  </a:lnTo>
                  <a:lnTo>
                    <a:pt x="195516" y="496519"/>
                  </a:lnTo>
                  <a:lnTo>
                    <a:pt x="195516" y="263702"/>
                  </a:lnTo>
                  <a:close/>
                </a:path>
                <a:path w="738505" h="496569">
                  <a:moveTo>
                    <a:pt x="195516" y="38"/>
                  </a:moveTo>
                  <a:lnTo>
                    <a:pt x="171526" y="38"/>
                  </a:lnTo>
                  <a:lnTo>
                    <a:pt x="171526" y="232854"/>
                  </a:lnTo>
                  <a:lnTo>
                    <a:pt x="195516" y="232854"/>
                  </a:lnTo>
                  <a:lnTo>
                    <a:pt x="195516" y="38"/>
                  </a:lnTo>
                  <a:close/>
                </a:path>
                <a:path w="738505" h="496569">
                  <a:moveTo>
                    <a:pt x="255651" y="263702"/>
                  </a:moveTo>
                  <a:lnTo>
                    <a:pt x="228714" y="263702"/>
                  </a:lnTo>
                  <a:lnTo>
                    <a:pt x="228714" y="496519"/>
                  </a:lnTo>
                  <a:lnTo>
                    <a:pt x="255651" y="496519"/>
                  </a:lnTo>
                  <a:lnTo>
                    <a:pt x="255651" y="263702"/>
                  </a:lnTo>
                  <a:close/>
                </a:path>
                <a:path w="738505" h="496569">
                  <a:moveTo>
                    <a:pt x="255651" y="38"/>
                  </a:moveTo>
                  <a:lnTo>
                    <a:pt x="228714" y="38"/>
                  </a:lnTo>
                  <a:lnTo>
                    <a:pt x="228714" y="232854"/>
                  </a:lnTo>
                  <a:lnTo>
                    <a:pt x="255651" y="232854"/>
                  </a:lnTo>
                  <a:lnTo>
                    <a:pt x="255651" y="38"/>
                  </a:lnTo>
                  <a:close/>
                </a:path>
                <a:path w="738505" h="496569">
                  <a:moveTo>
                    <a:pt x="315798" y="263702"/>
                  </a:moveTo>
                  <a:lnTo>
                    <a:pt x="285877" y="263702"/>
                  </a:lnTo>
                  <a:lnTo>
                    <a:pt x="285877" y="496519"/>
                  </a:lnTo>
                  <a:lnTo>
                    <a:pt x="315798" y="496519"/>
                  </a:lnTo>
                  <a:lnTo>
                    <a:pt x="315798" y="263702"/>
                  </a:lnTo>
                  <a:close/>
                </a:path>
                <a:path w="738505" h="496569">
                  <a:moveTo>
                    <a:pt x="315798" y="38"/>
                  </a:moveTo>
                  <a:lnTo>
                    <a:pt x="285877" y="38"/>
                  </a:lnTo>
                  <a:lnTo>
                    <a:pt x="285877" y="232854"/>
                  </a:lnTo>
                  <a:lnTo>
                    <a:pt x="315798" y="232854"/>
                  </a:lnTo>
                  <a:lnTo>
                    <a:pt x="315798" y="38"/>
                  </a:lnTo>
                  <a:close/>
                </a:path>
                <a:path w="738505" h="496569">
                  <a:moveTo>
                    <a:pt x="375932" y="263702"/>
                  </a:moveTo>
                  <a:lnTo>
                    <a:pt x="343103" y="263702"/>
                  </a:lnTo>
                  <a:lnTo>
                    <a:pt x="343103" y="496519"/>
                  </a:lnTo>
                  <a:lnTo>
                    <a:pt x="375932" y="496519"/>
                  </a:lnTo>
                  <a:lnTo>
                    <a:pt x="375932" y="263702"/>
                  </a:lnTo>
                  <a:close/>
                </a:path>
                <a:path w="738505" h="496569">
                  <a:moveTo>
                    <a:pt x="375932" y="38"/>
                  </a:moveTo>
                  <a:lnTo>
                    <a:pt x="343103" y="38"/>
                  </a:lnTo>
                  <a:lnTo>
                    <a:pt x="343103" y="232854"/>
                  </a:lnTo>
                  <a:lnTo>
                    <a:pt x="375932" y="232854"/>
                  </a:lnTo>
                  <a:lnTo>
                    <a:pt x="375932" y="38"/>
                  </a:lnTo>
                  <a:close/>
                </a:path>
                <a:path w="738505" h="496569">
                  <a:moveTo>
                    <a:pt x="436067" y="263702"/>
                  </a:moveTo>
                  <a:lnTo>
                    <a:pt x="400253" y="263702"/>
                  </a:lnTo>
                  <a:lnTo>
                    <a:pt x="400253" y="496519"/>
                  </a:lnTo>
                  <a:lnTo>
                    <a:pt x="436067" y="496519"/>
                  </a:lnTo>
                  <a:lnTo>
                    <a:pt x="436067" y="263702"/>
                  </a:lnTo>
                  <a:close/>
                </a:path>
                <a:path w="738505" h="496569">
                  <a:moveTo>
                    <a:pt x="436067" y="38"/>
                  </a:moveTo>
                  <a:lnTo>
                    <a:pt x="400253" y="38"/>
                  </a:lnTo>
                  <a:lnTo>
                    <a:pt x="400253" y="232854"/>
                  </a:lnTo>
                  <a:lnTo>
                    <a:pt x="436067" y="232854"/>
                  </a:lnTo>
                  <a:lnTo>
                    <a:pt x="436067" y="38"/>
                  </a:lnTo>
                  <a:close/>
                </a:path>
                <a:path w="738505" h="496569">
                  <a:moveTo>
                    <a:pt x="496176" y="76"/>
                  </a:moveTo>
                  <a:lnTo>
                    <a:pt x="457454" y="0"/>
                  </a:lnTo>
                  <a:lnTo>
                    <a:pt x="457454" y="232854"/>
                  </a:lnTo>
                  <a:lnTo>
                    <a:pt x="496176" y="232854"/>
                  </a:lnTo>
                  <a:lnTo>
                    <a:pt x="496176" y="76"/>
                  </a:lnTo>
                  <a:close/>
                </a:path>
                <a:path w="738505" h="496569">
                  <a:moveTo>
                    <a:pt x="496189" y="263702"/>
                  </a:moveTo>
                  <a:lnTo>
                    <a:pt x="457454" y="263702"/>
                  </a:lnTo>
                  <a:lnTo>
                    <a:pt x="457454" y="496519"/>
                  </a:lnTo>
                  <a:lnTo>
                    <a:pt x="496189" y="496443"/>
                  </a:lnTo>
                  <a:lnTo>
                    <a:pt x="496189" y="263702"/>
                  </a:lnTo>
                  <a:close/>
                </a:path>
                <a:path w="738505" h="496569">
                  <a:moveTo>
                    <a:pt x="556361" y="8928"/>
                  </a:moveTo>
                  <a:lnTo>
                    <a:pt x="546176" y="6350"/>
                  </a:lnTo>
                  <a:lnTo>
                    <a:pt x="535825" y="4203"/>
                  </a:lnTo>
                  <a:lnTo>
                    <a:pt x="525310" y="2489"/>
                  </a:lnTo>
                  <a:lnTo>
                    <a:pt x="514642" y="1219"/>
                  </a:lnTo>
                  <a:lnTo>
                    <a:pt x="514642" y="232803"/>
                  </a:lnTo>
                  <a:lnTo>
                    <a:pt x="556361" y="232803"/>
                  </a:lnTo>
                  <a:lnTo>
                    <a:pt x="556361" y="8928"/>
                  </a:lnTo>
                  <a:close/>
                </a:path>
                <a:path w="738505" h="496569">
                  <a:moveTo>
                    <a:pt x="556374" y="263702"/>
                  </a:moveTo>
                  <a:lnTo>
                    <a:pt x="514642" y="263702"/>
                  </a:lnTo>
                  <a:lnTo>
                    <a:pt x="514642" y="495338"/>
                  </a:lnTo>
                  <a:lnTo>
                    <a:pt x="525310" y="494055"/>
                  </a:lnTo>
                  <a:lnTo>
                    <a:pt x="535825" y="492340"/>
                  </a:lnTo>
                  <a:lnTo>
                    <a:pt x="546176" y="490194"/>
                  </a:lnTo>
                  <a:lnTo>
                    <a:pt x="556374" y="487616"/>
                  </a:lnTo>
                  <a:lnTo>
                    <a:pt x="556374" y="263702"/>
                  </a:lnTo>
                  <a:close/>
                </a:path>
                <a:path w="738505" h="496569">
                  <a:moveTo>
                    <a:pt x="616508" y="263702"/>
                  </a:moveTo>
                  <a:lnTo>
                    <a:pt x="571830" y="263702"/>
                  </a:lnTo>
                  <a:lnTo>
                    <a:pt x="571830" y="482815"/>
                  </a:lnTo>
                  <a:lnTo>
                    <a:pt x="583438" y="478459"/>
                  </a:lnTo>
                  <a:lnTo>
                    <a:pt x="594766" y="473532"/>
                  </a:lnTo>
                  <a:lnTo>
                    <a:pt x="605802" y="468058"/>
                  </a:lnTo>
                  <a:lnTo>
                    <a:pt x="616508" y="462089"/>
                  </a:lnTo>
                  <a:lnTo>
                    <a:pt x="616508" y="263702"/>
                  </a:lnTo>
                  <a:close/>
                </a:path>
                <a:path w="738505" h="496569">
                  <a:moveTo>
                    <a:pt x="616508" y="34429"/>
                  </a:moveTo>
                  <a:lnTo>
                    <a:pt x="605802" y="28473"/>
                  </a:lnTo>
                  <a:lnTo>
                    <a:pt x="594766" y="23025"/>
                  </a:lnTo>
                  <a:lnTo>
                    <a:pt x="583438" y="18097"/>
                  </a:lnTo>
                  <a:lnTo>
                    <a:pt x="571830" y="13741"/>
                  </a:lnTo>
                  <a:lnTo>
                    <a:pt x="571830" y="232854"/>
                  </a:lnTo>
                  <a:lnTo>
                    <a:pt x="616508" y="232854"/>
                  </a:lnTo>
                  <a:lnTo>
                    <a:pt x="616508" y="34429"/>
                  </a:lnTo>
                  <a:close/>
                </a:path>
                <a:path w="738505" h="496569">
                  <a:moveTo>
                    <a:pt x="676605" y="263702"/>
                  </a:moveTo>
                  <a:lnTo>
                    <a:pt x="629018" y="263702"/>
                  </a:lnTo>
                  <a:lnTo>
                    <a:pt x="629018" y="454164"/>
                  </a:lnTo>
                  <a:lnTo>
                    <a:pt x="641908" y="444868"/>
                  </a:lnTo>
                  <a:lnTo>
                    <a:pt x="654177" y="434771"/>
                  </a:lnTo>
                  <a:lnTo>
                    <a:pt x="665759" y="423926"/>
                  </a:lnTo>
                  <a:lnTo>
                    <a:pt x="676605" y="412356"/>
                  </a:lnTo>
                  <a:lnTo>
                    <a:pt x="676605" y="263702"/>
                  </a:lnTo>
                  <a:close/>
                </a:path>
                <a:path w="738505" h="496569">
                  <a:moveTo>
                    <a:pt x="676617" y="84201"/>
                  </a:moveTo>
                  <a:lnTo>
                    <a:pt x="665772" y="72656"/>
                  </a:lnTo>
                  <a:lnTo>
                    <a:pt x="654189" y="61810"/>
                  </a:lnTo>
                  <a:lnTo>
                    <a:pt x="641934" y="51714"/>
                  </a:lnTo>
                  <a:lnTo>
                    <a:pt x="629031" y="42392"/>
                  </a:lnTo>
                  <a:lnTo>
                    <a:pt x="629031" y="232854"/>
                  </a:lnTo>
                  <a:lnTo>
                    <a:pt x="676617" y="232854"/>
                  </a:lnTo>
                  <a:lnTo>
                    <a:pt x="676617" y="84201"/>
                  </a:lnTo>
                  <a:close/>
                </a:path>
                <a:path w="738505" h="496569">
                  <a:moveTo>
                    <a:pt x="738098" y="263702"/>
                  </a:moveTo>
                  <a:lnTo>
                    <a:pt x="686219" y="263702"/>
                  </a:lnTo>
                  <a:lnTo>
                    <a:pt x="686219" y="400761"/>
                  </a:lnTo>
                  <a:lnTo>
                    <a:pt x="706475" y="370446"/>
                  </a:lnTo>
                  <a:lnTo>
                    <a:pt x="722172" y="337197"/>
                  </a:lnTo>
                  <a:lnTo>
                    <a:pt x="732866" y="301472"/>
                  </a:lnTo>
                  <a:lnTo>
                    <a:pt x="738098" y="263702"/>
                  </a:lnTo>
                  <a:close/>
                </a:path>
                <a:path w="738505" h="496569">
                  <a:moveTo>
                    <a:pt x="738098" y="232816"/>
                  </a:moveTo>
                  <a:lnTo>
                    <a:pt x="732853" y="195072"/>
                  </a:lnTo>
                  <a:lnTo>
                    <a:pt x="722160" y="159359"/>
                  </a:lnTo>
                  <a:lnTo>
                    <a:pt x="706462" y="126111"/>
                  </a:lnTo>
                  <a:lnTo>
                    <a:pt x="686219" y="95796"/>
                  </a:lnTo>
                  <a:lnTo>
                    <a:pt x="686219" y="232816"/>
                  </a:lnTo>
                  <a:lnTo>
                    <a:pt x="738098" y="2328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1" name="bg object 29">
              <a:extLst>
                <a:ext uri="{FF2B5EF4-FFF2-40B4-BE49-F238E27FC236}">
                  <a16:creationId xmlns:a16="http://schemas.microsoft.com/office/drawing/2014/main" id="{C5C97B51-AB49-535C-D1B2-56BE8E9DB951}"/>
                </a:ext>
              </a:extLst>
            </p:cNvPr>
            <p:cNvSpPr/>
            <p:nvPr/>
          </p:nvSpPr>
          <p:spPr>
            <a:xfrm>
              <a:off x="581799" y="1162442"/>
              <a:ext cx="12700" cy="233045"/>
            </a:xfrm>
            <a:custGeom>
              <a:avLst/>
              <a:gdLst/>
              <a:ahLst/>
              <a:cxnLst/>
              <a:rect l="l" t="t" r="r" b="b"/>
              <a:pathLst>
                <a:path w="12700" h="233044">
                  <a:moveTo>
                    <a:pt x="12225" y="0"/>
                  </a:moveTo>
                  <a:lnTo>
                    <a:pt x="0" y="0"/>
                  </a:lnTo>
                  <a:lnTo>
                    <a:pt x="0" y="232817"/>
                  </a:lnTo>
                  <a:lnTo>
                    <a:pt x="12225" y="232817"/>
                  </a:lnTo>
                  <a:lnTo>
                    <a:pt x="122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2" name="bg object 30">
              <a:extLst>
                <a:ext uri="{FF2B5EF4-FFF2-40B4-BE49-F238E27FC236}">
                  <a16:creationId xmlns:a16="http://schemas.microsoft.com/office/drawing/2014/main" id="{2125E869-81F9-F690-C633-DAD657DEA8DC}"/>
                </a:ext>
              </a:extLst>
            </p:cNvPr>
            <p:cNvSpPr/>
            <p:nvPr/>
          </p:nvSpPr>
          <p:spPr>
            <a:xfrm>
              <a:off x="639025" y="375196"/>
              <a:ext cx="738505" cy="496570"/>
            </a:xfrm>
            <a:custGeom>
              <a:avLst/>
              <a:gdLst/>
              <a:ahLst/>
              <a:cxnLst/>
              <a:rect l="l" t="t" r="r" b="b"/>
              <a:pathLst>
                <a:path w="738505" h="496569">
                  <a:moveTo>
                    <a:pt x="15113" y="263664"/>
                  </a:moveTo>
                  <a:lnTo>
                    <a:pt x="0" y="263664"/>
                  </a:lnTo>
                  <a:lnTo>
                    <a:pt x="0" y="496493"/>
                  </a:lnTo>
                  <a:lnTo>
                    <a:pt x="15113" y="496493"/>
                  </a:lnTo>
                  <a:lnTo>
                    <a:pt x="15113" y="263664"/>
                  </a:lnTo>
                  <a:close/>
                </a:path>
                <a:path w="738505" h="496569">
                  <a:moveTo>
                    <a:pt x="15113" y="0"/>
                  </a:moveTo>
                  <a:lnTo>
                    <a:pt x="0" y="0"/>
                  </a:lnTo>
                  <a:lnTo>
                    <a:pt x="0" y="232816"/>
                  </a:lnTo>
                  <a:lnTo>
                    <a:pt x="15113" y="232816"/>
                  </a:lnTo>
                  <a:lnTo>
                    <a:pt x="15113" y="0"/>
                  </a:lnTo>
                  <a:close/>
                </a:path>
                <a:path w="738505" h="496569">
                  <a:moveTo>
                    <a:pt x="75272" y="263664"/>
                  </a:moveTo>
                  <a:lnTo>
                    <a:pt x="57150" y="263664"/>
                  </a:lnTo>
                  <a:lnTo>
                    <a:pt x="57150" y="496493"/>
                  </a:lnTo>
                  <a:lnTo>
                    <a:pt x="75272" y="496493"/>
                  </a:lnTo>
                  <a:lnTo>
                    <a:pt x="75272" y="263664"/>
                  </a:lnTo>
                  <a:close/>
                </a:path>
                <a:path w="738505" h="496569">
                  <a:moveTo>
                    <a:pt x="75272" y="0"/>
                  </a:moveTo>
                  <a:lnTo>
                    <a:pt x="57150" y="0"/>
                  </a:lnTo>
                  <a:lnTo>
                    <a:pt x="57150" y="232816"/>
                  </a:lnTo>
                  <a:lnTo>
                    <a:pt x="75272" y="232816"/>
                  </a:lnTo>
                  <a:lnTo>
                    <a:pt x="75272" y="0"/>
                  </a:lnTo>
                  <a:close/>
                </a:path>
                <a:path w="738505" h="496569">
                  <a:moveTo>
                    <a:pt x="135407" y="263664"/>
                  </a:moveTo>
                  <a:lnTo>
                    <a:pt x="114338" y="263664"/>
                  </a:lnTo>
                  <a:lnTo>
                    <a:pt x="114338" y="496493"/>
                  </a:lnTo>
                  <a:lnTo>
                    <a:pt x="135407" y="496493"/>
                  </a:lnTo>
                  <a:lnTo>
                    <a:pt x="135407" y="263664"/>
                  </a:lnTo>
                  <a:close/>
                </a:path>
                <a:path w="738505" h="496569">
                  <a:moveTo>
                    <a:pt x="135407" y="0"/>
                  </a:moveTo>
                  <a:lnTo>
                    <a:pt x="114338" y="0"/>
                  </a:lnTo>
                  <a:lnTo>
                    <a:pt x="114338" y="232816"/>
                  </a:lnTo>
                  <a:lnTo>
                    <a:pt x="135407" y="232816"/>
                  </a:lnTo>
                  <a:lnTo>
                    <a:pt x="135407" y="0"/>
                  </a:lnTo>
                  <a:close/>
                </a:path>
                <a:path w="738505" h="496569">
                  <a:moveTo>
                    <a:pt x="195516" y="263664"/>
                  </a:moveTo>
                  <a:lnTo>
                    <a:pt x="171526" y="263664"/>
                  </a:lnTo>
                  <a:lnTo>
                    <a:pt x="171526" y="496493"/>
                  </a:lnTo>
                  <a:lnTo>
                    <a:pt x="195516" y="496493"/>
                  </a:lnTo>
                  <a:lnTo>
                    <a:pt x="195516" y="263664"/>
                  </a:lnTo>
                  <a:close/>
                </a:path>
                <a:path w="738505" h="496569">
                  <a:moveTo>
                    <a:pt x="195516" y="0"/>
                  </a:moveTo>
                  <a:lnTo>
                    <a:pt x="171526" y="0"/>
                  </a:lnTo>
                  <a:lnTo>
                    <a:pt x="171526" y="232816"/>
                  </a:lnTo>
                  <a:lnTo>
                    <a:pt x="195516" y="232816"/>
                  </a:lnTo>
                  <a:lnTo>
                    <a:pt x="195516" y="0"/>
                  </a:lnTo>
                  <a:close/>
                </a:path>
                <a:path w="738505" h="496569">
                  <a:moveTo>
                    <a:pt x="255651" y="263664"/>
                  </a:moveTo>
                  <a:lnTo>
                    <a:pt x="228714" y="263664"/>
                  </a:lnTo>
                  <a:lnTo>
                    <a:pt x="228714" y="496493"/>
                  </a:lnTo>
                  <a:lnTo>
                    <a:pt x="255651" y="496493"/>
                  </a:lnTo>
                  <a:lnTo>
                    <a:pt x="255651" y="263664"/>
                  </a:lnTo>
                  <a:close/>
                </a:path>
                <a:path w="738505" h="496569">
                  <a:moveTo>
                    <a:pt x="255651" y="0"/>
                  </a:moveTo>
                  <a:lnTo>
                    <a:pt x="228714" y="0"/>
                  </a:lnTo>
                  <a:lnTo>
                    <a:pt x="228714" y="232816"/>
                  </a:lnTo>
                  <a:lnTo>
                    <a:pt x="255651" y="232816"/>
                  </a:lnTo>
                  <a:lnTo>
                    <a:pt x="255651" y="0"/>
                  </a:lnTo>
                  <a:close/>
                </a:path>
                <a:path w="738505" h="496569">
                  <a:moveTo>
                    <a:pt x="315798" y="263664"/>
                  </a:moveTo>
                  <a:lnTo>
                    <a:pt x="285877" y="263664"/>
                  </a:lnTo>
                  <a:lnTo>
                    <a:pt x="285877" y="496493"/>
                  </a:lnTo>
                  <a:lnTo>
                    <a:pt x="315798" y="496493"/>
                  </a:lnTo>
                  <a:lnTo>
                    <a:pt x="315798" y="263664"/>
                  </a:lnTo>
                  <a:close/>
                </a:path>
                <a:path w="738505" h="496569">
                  <a:moveTo>
                    <a:pt x="315798" y="0"/>
                  </a:moveTo>
                  <a:lnTo>
                    <a:pt x="285877" y="0"/>
                  </a:lnTo>
                  <a:lnTo>
                    <a:pt x="285877" y="232816"/>
                  </a:lnTo>
                  <a:lnTo>
                    <a:pt x="315798" y="232816"/>
                  </a:lnTo>
                  <a:lnTo>
                    <a:pt x="315798" y="0"/>
                  </a:lnTo>
                  <a:close/>
                </a:path>
                <a:path w="738505" h="496569">
                  <a:moveTo>
                    <a:pt x="375932" y="263664"/>
                  </a:moveTo>
                  <a:lnTo>
                    <a:pt x="343103" y="263664"/>
                  </a:lnTo>
                  <a:lnTo>
                    <a:pt x="343103" y="496493"/>
                  </a:lnTo>
                  <a:lnTo>
                    <a:pt x="375932" y="496493"/>
                  </a:lnTo>
                  <a:lnTo>
                    <a:pt x="375932" y="263664"/>
                  </a:lnTo>
                  <a:close/>
                </a:path>
                <a:path w="738505" h="496569">
                  <a:moveTo>
                    <a:pt x="375932" y="0"/>
                  </a:moveTo>
                  <a:lnTo>
                    <a:pt x="343103" y="0"/>
                  </a:lnTo>
                  <a:lnTo>
                    <a:pt x="343103" y="232816"/>
                  </a:lnTo>
                  <a:lnTo>
                    <a:pt x="375932" y="232816"/>
                  </a:lnTo>
                  <a:lnTo>
                    <a:pt x="375932" y="0"/>
                  </a:lnTo>
                  <a:close/>
                </a:path>
                <a:path w="738505" h="496569">
                  <a:moveTo>
                    <a:pt x="436067" y="263664"/>
                  </a:moveTo>
                  <a:lnTo>
                    <a:pt x="400253" y="263664"/>
                  </a:lnTo>
                  <a:lnTo>
                    <a:pt x="400253" y="496493"/>
                  </a:lnTo>
                  <a:lnTo>
                    <a:pt x="436067" y="496493"/>
                  </a:lnTo>
                  <a:lnTo>
                    <a:pt x="436067" y="263664"/>
                  </a:lnTo>
                  <a:close/>
                </a:path>
                <a:path w="738505" h="496569">
                  <a:moveTo>
                    <a:pt x="436067" y="0"/>
                  </a:moveTo>
                  <a:lnTo>
                    <a:pt x="400253" y="0"/>
                  </a:lnTo>
                  <a:lnTo>
                    <a:pt x="400253" y="232816"/>
                  </a:lnTo>
                  <a:lnTo>
                    <a:pt x="436067" y="232816"/>
                  </a:lnTo>
                  <a:lnTo>
                    <a:pt x="436067" y="0"/>
                  </a:lnTo>
                  <a:close/>
                </a:path>
                <a:path w="738505" h="496569">
                  <a:moveTo>
                    <a:pt x="496176" y="101"/>
                  </a:moveTo>
                  <a:lnTo>
                    <a:pt x="457454" y="0"/>
                  </a:lnTo>
                  <a:lnTo>
                    <a:pt x="457454" y="232816"/>
                  </a:lnTo>
                  <a:lnTo>
                    <a:pt x="496176" y="232816"/>
                  </a:lnTo>
                  <a:lnTo>
                    <a:pt x="496176" y="101"/>
                  </a:lnTo>
                  <a:close/>
                </a:path>
                <a:path w="738505" h="496569">
                  <a:moveTo>
                    <a:pt x="496189" y="263677"/>
                  </a:moveTo>
                  <a:lnTo>
                    <a:pt x="457454" y="263677"/>
                  </a:lnTo>
                  <a:lnTo>
                    <a:pt x="457454" y="496493"/>
                  </a:lnTo>
                  <a:lnTo>
                    <a:pt x="496189" y="496404"/>
                  </a:lnTo>
                  <a:lnTo>
                    <a:pt x="496189" y="263677"/>
                  </a:lnTo>
                  <a:close/>
                </a:path>
                <a:path w="738505" h="496569">
                  <a:moveTo>
                    <a:pt x="556361" y="8902"/>
                  </a:moveTo>
                  <a:lnTo>
                    <a:pt x="546176" y="6324"/>
                  </a:lnTo>
                  <a:lnTo>
                    <a:pt x="535825" y="4178"/>
                  </a:lnTo>
                  <a:lnTo>
                    <a:pt x="525310" y="2463"/>
                  </a:lnTo>
                  <a:lnTo>
                    <a:pt x="514642" y="1193"/>
                  </a:lnTo>
                  <a:lnTo>
                    <a:pt x="514642" y="232816"/>
                  </a:lnTo>
                  <a:lnTo>
                    <a:pt x="556361" y="232816"/>
                  </a:lnTo>
                  <a:lnTo>
                    <a:pt x="556361" y="8902"/>
                  </a:lnTo>
                  <a:close/>
                </a:path>
                <a:path w="738505" h="496569">
                  <a:moveTo>
                    <a:pt x="556374" y="263677"/>
                  </a:moveTo>
                  <a:lnTo>
                    <a:pt x="514642" y="263677"/>
                  </a:lnTo>
                  <a:lnTo>
                    <a:pt x="514642" y="495312"/>
                  </a:lnTo>
                  <a:lnTo>
                    <a:pt x="525310" y="494042"/>
                  </a:lnTo>
                  <a:lnTo>
                    <a:pt x="535825" y="492340"/>
                  </a:lnTo>
                  <a:lnTo>
                    <a:pt x="546176" y="490207"/>
                  </a:lnTo>
                  <a:lnTo>
                    <a:pt x="556374" y="487641"/>
                  </a:lnTo>
                  <a:lnTo>
                    <a:pt x="556374" y="263677"/>
                  </a:lnTo>
                  <a:close/>
                </a:path>
                <a:path w="738505" h="496569">
                  <a:moveTo>
                    <a:pt x="616508" y="263677"/>
                  </a:moveTo>
                  <a:lnTo>
                    <a:pt x="571830" y="263677"/>
                  </a:lnTo>
                  <a:lnTo>
                    <a:pt x="571830" y="482790"/>
                  </a:lnTo>
                  <a:lnTo>
                    <a:pt x="583438" y="478434"/>
                  </a:lnTo>
                  <a:lnTo>
                    <a:pt x="594766" y="473519"/>
                  </a:lnTo>
                  <a:lnTo>
                    <a:pt x="605802" y="468071"/>
                  </a:lnTo>
                  <a:lnTo>
                    <a:pt x="616508" y="462089"/>
                  </a:lnTo>
                  <a:lnTo>
                    <a:pt x="616508" y="263677"/>
                  </a:lnTo>
                  <a:close/>
                </a:path>
                <a:path w="738505" h="496569">
                  <a:moveTo>
                    <a:pt x="616508" y="34442"/>
                  </a:moveTo>
                  <a:lnTo>
                    <a:pt x="605802" y="28473"/>
                  </a:lnTo>
                  <a:lnTo>
                    <a:pt x="594766" y="23025"/>
                  </a:lnTo>
                  <a:lnTo>
                    <a:pt x="583438" y="18110"/>
                  </a:lnTo>
                  <a:lnTo>
                    <a:pt x="571830" y="13741"/>
                  </a:lnTo>
                  <a:lnTo>
                    <a:pt x="571830" y="232816"/>
                  </a:lnTo>
                  <a:lnTo>
                    <a:pt x="616508" y="232816"/>
                  </a:lnTo>
                  <a:lnTo>
                    <a:pt x="616508" y="34442"/>
                  </a:lnTo>
                  <a:close/>
                </a:path>
                <a:path w="738505" h="496569">
                  <a:moveTo>
                    <a:pt x="676605" y="263677"/>
                  </a:moveTo>
                  <a:lnTo>
                    <a:pt x="629018" y="263677"/>
                  </a:lnTo>
                  <a:lnTo>
                    <a:pt x="629018" y="454177"/>
                  </a:lnTo>
                  <a:lnTo>
                    <a:pt x="641908" y="444855"/>
                  </a:lnTo>
                  <a:lnTo>
                    <a:pt x="654177" y="434759"/>
                  </a:lnTo>
                  <a:lnTo>
                    <a:pt x="665759" y="423900"/>
                  </a:lnTo>
                  <a:lnTo>
                    <a:pt x="676605" y="412318"/>
                  </a:lnTo>
                  <a:lnTo>
                    <a:pt x="676605" y="263677"/>
                  </a:lnTo>
                  <a:close/>
                </a:path>
                <a:path w="738505" h="496569">
                  <a:moveTo>
                    <a:pt x="676617" y="84226"/>
                  </a:moveTo>
                  <a:lnTo>
                    <a:pt x="665772" y="72644"/>
                  </a:lnTo>
                  <a:lnTo>
                    <a:pt x="654189" y="61785"/>
                  </a:lnTo>
                  <a:lnTo>
                    <a:pt x="641934" y="51689"/>
                  </a:lnTo>
                  <a:lnTo>
                    <a:pt x="629031" y="42367"/>
                  </a:lnTo>
                  <a:lnTo>
                    <a:pt x="629031" y="232816"/>
                  </a:lnTo>
                  <a:lnTo>
                    <a:pt x="676617" y="232816"/>
                  </a:lnTo>
                  <a:lnTo>
                    <a:pt x="676617" y="84226"/>
                  </a:lnTo>
                  <a:close/>
                </a:path>
                <a:path w="738505" h="496569">
                  <a:moveTo>
                    <a:pt x="738098" y="232816"/>
                  </a:moveTo>
                  <a:lnTo>
                    <a:pt x="732853" y="195059"/>
                  </a:lnTo>
                  <a:lnTo>
                    <a:pt x="722160" y="159334"/>
                  </a:lnTo>
                  <a:lnTo>
                    <a:pt x="706462" y="126072"/>
                  </a:lnTo>
                  <a:lnTo>
                    <a:pt x="686219" y="95758"/>
                  </a:lnTo>
                  <a:lnTo>
                    <a:pt x="686219" y="232816"/>
                  </a:lnTo>
                  <a:lnTo>
                    <a:pt x="738098" y="2328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3" name="bg object 31">
              <a:extLst>
                <a:ext uri="{FF2B5EF4-FFF2-40B4-BE49-F238E27FC236}">
                  <a16:creationId xmlns:a16="http://schemas.microsoft.com/office/drawing/2014/main" id="{ABE7A761-22B9-9808-CB0F-88AE14619C27}"/>
                </a:ext>
              </a:extLst>
            </p:cNvPr>
            <p:cNvSpPr/>
            <p:nvPr/>
          </p:nvSpPr>
          <p:spPr>
            <a:xfrm>
              <a:off x="581787" y="638860"/>
              <a:ext cx="12700" cy="492759"/>
            </a:xfrm>
            <a:custGeom>
              <a:avLst/>
              <a:gdLst/>
              <a:ahLst/>
              <a:cxnLst/>
              <a:rect l="l" t="t" r="r" b="b"/>
              <a:pathLst>
                <a:path w="12700" h="492759">
                  <a:moveTo>
                    <a:pt x="12230" y="259918"/>
                  </a:moveTo>
                  <a:lnTo>
                    <a:pt x="0" y="259918"/>
                  </a:lnTo>
                  <a:lnTo>
                    <a:pt x="0" y="492734"/>
                  </a:lnTo>
                  <a:lnTo>
                    <a:pt x="12230" y="492734"/>
                  </a:lnTo>
                  <a:lnTo>
                    <a:pt x="12230" y="259918"/>
                  </a:lnTo>
                  <a:close/>
                </a:path>
                <a:path w="12700" h="492759">
                  <a:moveTo>
                    <a:pt x="12230" y="0"/>
                  </a:moveTo>
                  <a:lnTo>
                    <a:pt x="0" y="0"/>
                  </a:lnTo>
                  <a:lnTo>
                    <a:pt x="0" y="232829"/>
                  </a:lnTo>
                  <a:lnTo>
                    <a:pt x="12230" y="232829"/>
                  </a:lnTo>
                  <a:lnTo>
                    <a:pt x="1223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</p:spTree>
    <p:extLst>
      <p:ext uri="{BB962C8B-B14F-4D97-AF65-F5344CB8AC3E}">
        <p14:creationId xmlns:p14="http://schemas.microsoft.com/office/powerpoint/2010/main" val="14327008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46" userDrawn="1">
          <p15:clr>
            <a:srgbClr val="FBAE40"/>
          </p15:clr>
        </p15:guide>
        <p15:guide id="2" pos="707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>
          <a:xfrm>
            <a:off x="5256000" y="10470452"/>
            <a:ext cx="9612000" cy="562927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>
          <a:xfrm>
            <a:off x="1005205" y="10470452"/>
            <a:ext cx="3600000" cy="562927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15508962" y="10470452"/>
            <a:ext cx="3600000" cy="562927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‹Nr.›</a:t>
            </a:fld>
            <a:endParaRPr dirty="0"/>
          </a:p>
        </p:txBody>
      </p:sp>
      <p:sp>
        <p:nvSpPr>
          <p:cNvPr id="6" name="Holder 2">
            <a:extLst>
              <a:ext uri="{FF2B5EF4-FFF2-40B4-BE49-F238E27FC236}">
                <a16:creationId xmlns:a16="http://schemas.microsoft.com/office/drawing/2014/main" id="{DD67BA82-50DF-860B-4DAB-6199A3610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 lIns="0" tIns="0" rIns="0" bIns="0"/>
          <a:lstStyle>
            <a:lvl1pPr>
              <a:defRPr sz="5000" b="1" i="0">
                <a:solidFill>
                  <a:srgbClr val="A2CB3E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de-AT" dirty="0"/>
              <a:t>Titel hinzufügen (optional 2 zeilig)</a:t>
            </a:r>
            <a:br>
              <a:rPr lang="de-AT" dirty="0"/>
            </a:br>
            <a:endParaRPr dirty="0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52EF2888-4A07-6822-BC58-48DE52390A8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04887" y="2460625"/>
            <a:ext cx="18119725" cy="7561263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4283954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17">
          <p15:clr>
            <a:srgbClr val="FBAE40"/>
          </p15:clr>
        </p15:guide>
        <p15:guide id="2" pos="12047">
          <p15:clr>
            <a:srgbClr val="FBAE40"/>
          </p15:clr>
        </p15:guide>
        <p15:guide id="3" orient="horz" pos="870">
          <p15:clr>
            <a:srgbClr val="FBAE40"/>
          </p15:clr>
        </p15:guide>
        <p15:guide id="4" orient="horz" pos="1550">
          <p15:clr>
            <a:srgbClr val="FBAE40"/>
          </p15:clr>
        </p15:guide>
        <p15:guide id="5" orient="horz" pos="6313">
          <p15:clr>
            <a:srgbClr val="FBAE40"/>
          </p15:clr>
        </p15:guide>
        <p15:guide id="6" pos="3293" userDrawn="1">
          <p15:clr>
            <a:srgbClr val="FBAE40"/>
          </p15:clr>
        </p15:guide>
        <p15:guide id="7" pos="1109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 hasCustomPrompt="1"/>
          </p:nvPr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 lIns="0" tIns="0" rIns="0" bIns="0"/>
          <a:lstStyle>
            <a:lvl1pPr>
              <a:defRPr sz="5000" b="1" i="0">
                <a:solidFill>
                  <a:srgbClr val="A2CB3E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de-AT" dirty="0"/>
              <a:t>Titel hinzufügen (optional 2 zeilig)</a:t>
            </a:r>
            <a:br>
              <a:rPr lang="de-AT" dirty="0"/>
            </a:br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 hasCustomPrompt="1"/>
          </p:nvPr>
        </p:nvSpPr>
        <p:spPr>
          <a:xfrm>
            <a:off x="979488" y="2460923"/>
            <a:ext cx="18145570" cy="756084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25000"/>
              </a:lnSpc>
              <a:buFont typeface="Arial" panose="020B0604020202020204" pitchFamily="34" charset="0"/>
              <a:buNone/>
              <a:defRPr sz="3400" b="0" i="0" dirty="0"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1pPr>
            <a:lvl2pPr>
              <a:defRPr sz="2800">
                <a:solidFill>
                  <a:schemeClr val="bg1"/>
                </a:solidFill>
              </a:defRPr>
            </a:lvl2pPr>
            <a:lvl3pPr>
              <a:defRPr sz="24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</a:lstStyle>
          <a:p>
            <a:r>
              <a:rPr lang="de-AT" dirty="0"/>
              <a:t>Text hinzufügen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43D81C-2C5A-3417-2919-E3B38C62454D}"/>
              </a:ext>
            </a:extLst>
          </p:cNvPr>
          <p:cNvSpPr txBox="1"/>
          <p:nvPr userDrawn="1"/>
        </p:nvSpPr>
        <p:spPr>
          <a:xfrm>
            <a:off x="7868093" y="108452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8" name="Holder 3">
            <a:extLst>
              <a:ext uri="{FF2B5EF4-FFF2-40B4-BE49-F238E27FC236}">
                <a16:creationId xmlns:a16="http://schemas.microsoft.com/office/drawing/2014/main" id="{54459A97-A5A3-C2B2-975B-3A4BB56080D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5256000" y="10470452"/>
            <a:ext cx="9612000" cy="562927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9" name="Holder 4">
            <a:extLst>
              <a:ext uri="{FF2B5EF4-FFF2-40B4-BE49-F238E27FC236}">
                <a16:creationId xmlns:a16="http://schemas.microsoft.com/office/drawing/2014/main" id="{F7068105-1346-F8EC-9488-D3F2D460C542}"/>
              </a:ext>
            </a:extLst>
          </p:cNvPr>
          <p:cNvSpPr>
            <a:spLocks noGrp="1"/>
          </p:cNvSpPr>
          <p:nvPr>
            <p:ph type="dt" sz="half" idx="6"/>
          </p:nvPr>
        </p:nvSpPr>
        <p:spPr>
          <a:xfrm>
            <a:off x="1005205" y="10470452"/>
            <a:ext cx="3600000" cy="562927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3/3/2026</a:t>
            </a:fld>
            <a:endParaRPr lang="en-US" dirty="0"/>
          </a:p>
        </p:txBody>
      </p:sp>
      <p:sp>
        <p:nvSpPr>
          <p:cNvPr id="10" name="Holder 5">
            <a:extLst>
              <a:ext uri="{FF2B5EF4-FFF2-40B4-BE49-F238E27FC236}">
                <a16:creationId xmlns:a16="http://schemas.microsoft.com/office/drawing/2014/main" id="{71CFE310-D9F9-44FA-C2D6-044C3A5CFCC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5508962" y="10470452"/>
            <a:ext cx="3600000" cy="562927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‹Nr.›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765407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50">
          <p15:clr>
            <a:srgbClr val="FBAE40"/>
          </p15:clr>
        </p15:guide>
        <p15:guide id="2" pos="617">
          <p15:clr>
            <a:srgbClr val="FBAE40"/>
          </p15:clr>
        </p15:guide>
        <p15:guide id="3" pos="12047">
          <p15:clr>
            <a:srgbClr val="FBAE40"/>
          </p15:clr>
        </p15:guide>
        <p15:guide id="4" orient="horz" pos="6313">
          <p15:clr>
            <a:srgbClr val="FBAE40"/>
          </p15:clr>
        </p15:guide>
        <p15:guide id="5" orient="horz" pos="8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older 3">
            <a:extLst>
              <a:ext uri="{FF2B5EF4-FFF2-40B4-BE49-F238E27FC236}">
                <a16:creationId xmlns:a16="http://schemas.microsoft.com/office/drawing/2014/main" id="{7BD07759-07E2-6A86-C140-93129BD1B9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79488" y="2460923"/>
            <a:ext cx="8771002" cy="756084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25000"/>
              </a:lnSpc>
              <a:defRPr lang="de-AT" sz="3400" b="0" i="0" dirty="0" smtClean="0"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1pPr>
            <a:lvl2pPr>
              <a:defRPr lang="de-AT" sz="2800" b="0" i="0" dirty="0" smtClean="0"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2pPr>
            <a:lvl3pPr>
              <a:defRPr lang="de-AT" sz="2400" b="0" i="0" dirty="0" smtClean="0"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3pPr>
            <a:lvl4pPr>
              <a:defRPr sz="2000">
                <a:solidFill>
                  <a:schemeClr val="bg1"/>
                </a:solidFill>
              </a:defRPr>
            </a:lvl4pPr>
          </a:lstStyle>
          <a:p>
            <a:r>
              <a:rPr lang="de-AT" dirty="0"/>
              <a:t>Text hinzufügen</a:t>
            </a:r>
          </a:p>
        </p:txBody>
      </p:sp>
      <p:sp>
        <p:nvSpPr>
          <p:cNvPr id="3" name="Holder 3">
            <a:extLst>
              <a:ext uri="{FF2B5EF4-FFF2-40B4-BE49-F238E27FC236}">
                <a16:creationId xmlns:a16="http://schemas.microsoft.com/office/drawing/2014/main" id="{8388E846-214F-2171-C9A3-B99231BFA0C0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10353612" y="2461048"/>
            <a:ext cx="8771002" cy="756084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25000"/>
              </a:lnSpc>
              <a:defRPr sz="3400" b="0" i="0" dirty="0"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1pPr>
            <a:lvl2pPr>
              <a:defRPr lang="de-AT" sz="2800" b="0" i="0" dirty="0" smtClean="0"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2pPr>
            <a:lvl3pPr>
              <a:defRPr lang="de-AT" sz="2400" b="0" i="0" dirty="0" smtClean="0"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3pPr>
            <a:lvl4pPr>
              <a:defRPr sz="2000">
                <a:solidFill>
                  <a:schemeClr val="bg1"/>
                </a:solidFill>
              </a:defRPr>
            </a:lvl4pPr>
          </a:lstStyle>
          <a:p>
            <a:r>
              <a:rPr lang="de-AT" dirty="0"/>
              <a:t>Text hinzufügen</a:t>
            </a:r>
          </a:p>
        </p:txBody>
      </p:sp>
      <p:sp>
        <p:nvSpPr>
          <p:cNvPr id="9" name="Holder 2">
            <a:extLst>
              <a:ext uri="{FF2B5EF4-FFF2-40B4-BE49-F238E27FC236}">
                <a16:creationId xmlns:a16="http://schemas.microsoft.com/office/drawing/2014/main" id="{5A4E626C-BF99-D1AE-62AC-17343085F7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 lIns="0" tIns="0" rIns="0" bIns="0"/>
          <a:lstStyle>
            <a:lvl1pPr>
              <a:defRPr sz="5000" b="1" i="0">
                <a:solidFill>
                  <a:srgbClr val="A2CB3E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de-AT" dirty="0"/>
              <a:t>Titel hinzufügen (optional 2 zeilig)</a:t>
            </a:r>
            <a:br>
              <a:rPr lang="de-AT" dirty="0"/>
            </a:br>
            <a:endParaRPr dirty="0"/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011DEACC-F6F4-21EE-1331-99FFB0B984A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5256000" y="10470452"/>
            <a:ext cx="9612000" cy="562927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11" name="Holder 4">
            <a:extLst>
              <a:ext uri="{FF2B5EF4-FFF2-40B4-BE49-F238E27FC236}">
                <a16:creationId xmlns:a16="http://schemas.microsoft.com/office/drawing/2014/main" id="{1D0ACAC1-6EB0-E7AD-2919-FF7A71020501}"/>
              </a:ext>
            </a:extLst>
          </p:cNvPr>
          <p:cNvSpPr>
            <a:spLocks noGrp="1"/>
          </p:cNvSpPr>
          <p:nvPr>
            <p:ph type="dt" sz="half" idx="6"/>
          </p:nvPr>
        </p:nvSpPr>
        <p:spPr>
          <a:xfrm>
            <a:off x="1005205" y="10470452"/>
            <a:ext cx="3600000" cy="562927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3/3/2026</a:t>
            </a:fld>
            <a:endParaRPr lang="en-US" dirty="0"/>
          </a:p>
        </p:txBody>
      </p:sp>
      <p:sp>
        <p:nvSpPr>
          <p:cNvPr id="12" name="Holder 5">
            <a:extLst>
              <a:ext uri="{FF2B5EF4-FFF2-40B4-BE49-F238E27FC236}">
                <a16:creationId xmlns:a16="http://schemas.microsoft.com/office/drawing/2014/main" id="{F818B0CB-0C5B-0006-441C-6577F0AB69E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5508962" y="10470452"/>
            <a:ext cx="3600000" cy="562927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‹Nr.›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85718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17">
          <p15:clr>
            <a:srgbClr val="FBAE40"/>
          </p15:clr>
        </p15:guide>
        <p15:guide id="2" pos="12047">
          <p15:clr>
            <a:srgbClr val="FBAE40"/>
          </p15:clr>
        </p15:guide>
        <p15:guide id="3" orient="horz" pos="1550">
          <p15:clr>
            <a:srgbClr val="FBAE40"/>
          </p15:clr>
        </p15:guide>
        <p15:guide id="4" orient="horz" pos="6313">
          <p15:clr>
            <a:srgbClr val="FBAE40"/>
          </p15:clr>
        </p15:guide>
        <p15:guide id="5" orient="horz" pos="87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older 3">
            <a:extLst>
              <a:ext uri="{FF2B5EF4-FFF2-40B4-BE49-F238E27FC236}">
                <a16:creationId xmlns:a16="http://schemas.microsoft.com/office/drawing/2014/main" id="{7BD07759-07E2-6A86-C140-93129BD1B9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79488" y="2460923"/>
            <a:ext cx="5688012" cy="7560840"/>
          </a:xfrm>
          <a:prstGeom prst="rect">
            <a:avLst/>
          </a:prstGeom>
        </p:spPr>
        <p:txBody>
          <a:bodyPr lIns="0" tIns="0" rIns="0" bIns="0"/>
          <a:lstStyle>
            <a:lvl1pPr latinLnBrk="1">
              <a:lnSpc>
                <a:spcPct val="125000"/>
              </a:lnSpc>
              <a:defRPr sz="3400" b="0" i="0" dirty="0"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1pPr>
            <a:lvl2pPr latinLnBrk="1">
              <a:defRPr sz="2800">
                <a:solidFill>
                  <a:schemeClr val="bg1"/>
                </a:solidFill>
              </a:defRPr>
            </a:lvl2pPr>
            <a:lvl3pPr latinLnBrk="1">
              <a:defRPr sz="2400">
                <a:solidFill>
                  <a:schemeClr val="bg1"/>
                </a:solidFill>
              </a:defRPr>
            </a:lvl3pPr>
            <a:lvl4pPr latinLnBrk="1">
              <a:defRPr sz="2000">
                <a:solidFill>
                  <a:schemeClr val="bg1"/>
                </a:solidFill>
              </a:defRPr>
            </a:lvl4pPr>
          </a:lstStyle>
          <a:p>
            <a:r>
              <a:rPr lang="de-AT" dirty="0"/>
              <a:t>Text hinzufügen</a:t>
            </a:r>
          </a:p>
        </p:txBody>
      </p:sp>
      <p:sp>
        <p:nvSpPr>
          <p:cNvPr id="3" name="Holder 3">
            <a:extLst>
              <a:ext uri="{FF2B5EF4-FFF2-40B4-BE49-F238E27FC236}">
                <a16:creationId xmlns:a16="http://schemas.microsoft.com/office/drawing/2014/main" id="{8388E846-214F-2171-C9A3-B99231BFA0C0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13436602" y="2461048"/>
            <a:ext cx="5688012" cy="7560840"/>
          </a:xfrm>
          <a:prstGeom prst="rect">
            <a:avLst/>
          </a:prstGeom>
        </p:spPr>
        <p:txBody>
          <a:bodyPr lIns="0" tIns="0" rIns="0" bIns="0"/>
          <a:lstStyle>
            <a:lvl1pPr marL="0" marR="0" indent="0" defTabSz="91440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400" b="0" i="0">
                <a:solidFill>
                  <a:schemeClr val="bg1"/>
                </a:solidFill>
                <a:latin typeface="Helvetica" pitchFamily="2" charset="0"/>
                <a:ea typeface="+mn-ea"/>
                <a:cs typeface="Helvetica" pitchFamily="2" charset="0"/>
              </a:defRPr>
            </a:lvl1pPr>
            <a:lvl2pPr>
              <a:defRPr lang="de-AT" sz="2800" dirty="0" smtClean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2pPr>
            <a:lvl3pPr>
              <a:defRPr lang="de-AT" sz="2400" dirty="0" smtClean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3pPr>
            <a:lvl4pPr>
              <a:defRPr lang="de-AT" sz="2000" dirty="0" smtClean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4pPr>
          </a:lstStyle>
          <a:p>
            <a:r>
              <a:rPr lang="de-AT" dirty="0"/>
              <a:t>Text hinzufügen</a:t>
            </a:r>
          </a:p>
          <a:p>
            <a:pPr marL="0" marR="0" lvl="0" indent="0" defTabSz="91440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AT" dirty="0"/>
          </a:p>
          <a:p>
            <a:endParaRPr lang="de-AT" dirty="0"/>
          </a:p>
          <a:p>
            <a:endParaRPr dirty="0"/>
          </a:p>
        </p:txBody>
      </p:sp>
      <p:sp>
        <p:nvSpPr>
          <p:cNvPr id="16" name="Holder 3">
            <a:extLst>
              <a:ext uri="{FF2B5EF4-FFF2-40B4-BE49-F238E27FC236}">
                <a16:creationId xmlns:a16="http://schemas.microsoft.com/office/drawing/2014/main" id="{4648E570-02A9-8D1A-9A99-C60139E9D72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222672" y="2461048"/>
            <a:ext cx="5688012" cy="7560840"/>
          </a:xfrm>
          <a:prstGeom prst="rect">
            <a:avLst/>
          </a:prstGeom>
        </p:spPr>
        <p:txBody>
          <a:bodyPr lIns="0" tIns="0" rIns="0" bIns="0"/>
          <a:lstStyle>
            <a:lvl1pPr marL="0" marR="0" indent="0" defTabSz="91440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400" b="0" i="0" dirty="0"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1pPr>
            <a:lvl2pPr>
              <a:defRPr lang="de-AT" sz="28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>
              <a:defRPr lang="de-AT" sz="24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>
              <a:defRPr lang="de-AT" sz="20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</a:lstStyle>
          <a:p>
            <a:r>
              <a:rPr lang="de-AT" dirty="0"/>
              <a:t>Text hinzufügen</a:t>
            </a:r>
          </a:p>
        </p:txBody>
      </p:sp>
      <p:sp>
        <p:nvSpPr>
          <p:cNvPr id="17" name="Holder 2">
            <a:extLst>
              <a:ext uri="{FF2B5EF4-FFF2-40B4-BE49-F238E27FC236}">
                <a16:creationId xmlns:a16="http://schemas.microsoft.com/office/drawing/2014/main" id="{4D754149-893F-CAB9-A3E1-DC7D169E40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 lIns="0" tIns="0" rIns="0" bIns="0"/>
          <a:lstStyle>
            <a:lvl1pPr>
              <a:defRPr sz="5000" b="1" i="0">
                <a:solidFill>
                  <a:srgbClr val="A2CB3E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de-AT" dirty="0"/>
              <a:t>Titel hinzufügen (optional 2 zeilig)</a:t>
            </a:r>
            <a:br>
              <a:rPr lang="de-AT" dirty="0"/>
            </a:br>
            <a:endParaRPr dirty="0"/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558E528A-5EF9-0AAB-C345-0B6BB9D44AE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5256000" y="10470452"/>
            <a:ext cx="9612000" cy="562927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19" name="Holder 4">
            <a:extLst>
              <a:ext uri="{FF2B5EF4-FFF2-40B4-BE49-F238E27FC236}">
                <a16:creationId xmlns:a16="http://schemas.microsoft.com/office/drawing/2014/main" id="{A7C16352-0FD5-B157-DF83-E05420BE531F}"/>
              </a:ext>
            </a:extLst>
          </p:cNvPr>
          <p:cNvSpPr>
            <a:spLocks noGrp="1"/>
          </p:cNvSpPr>
          <p:nvPr>
            <p:ph type="dt" sz="half" idx="6"/>
          </p:nvPr>
        </p:nvSpPr>
        <p:spPr>
          <a:xfrm>
            <a:off x="1005205" y="10470452"/>
            <a:ext cx="3600000" cy="562927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3/3/2026</a:t>
            </a:fld>
            <a:endParaRPr lang="en-US" dirty="0"/>
          </a:p>
        </p:txBody>
      </p:sp>
      <p:sp>
        <p:nvSpPr>
          <p:cNvPr id="20" name="Holder 5">
            <a:extLst>
              <a:ext uri="{FF2B5EF4-FFF2-40B4-BE49-F238E27FC236}">
                <a16:creationId xmlns:a16="http://schemas.microsoft.com/office/drawing/2014/main" id="{224E43AC-533A-4DCA-92E4-C9EF34B7119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5508962" y="10470452"/>
            <a:ext cx="3600000" cy="562927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‹Nr.›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18959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17">
          <p15:clr>
            <a:srgbClr val="FBAE40"/>
          </p15:clr>
        </p15:guide>
        <p15:guide id="2" pos="12047">
          <p15:clr>
            <a:srgbClr val="FBAE40"/>
          </p15:clr>
        </p15:guide>
        <p15:guide id="3" orient="horz" pos="1550">
          <p15:clr>
            <a:srgbClr val="FBAE40"/>
          </p15:clr>
        </p15:guide>
        <p15:guide id="4" orient="horz" pos="6313">
          <p15:clr>
            <a:srgbClr val="FBAE40"/>
          </p15:clr>
        </p15:guide>
        <p15:guide id="5" orient="horz" pos="870">
          <p15:clr>
            <a:srgbClr val="FBAE40"/>
          </p15:clr>
        </p15:guide>
        <p15:guide id="6" pos="4200">
          <p15:clr>
            <a:srgbClr val="FBAE40"/>
          </p15:clr>
        </p15:guide>
        <p15:guide id="7" pos="8464">
          <p15:clr>
            <a:srgbClr val="FBAE40"/>
          </p15:clr>
        </p15:guide>
        <p15:guide id="8" pos="4563">
          <p15:clr>
            <a:srgbClr val="FBAE40"/>
          </p15:clr>
        </p15:guide>
        <p15:guide id="9" pos="810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(Content + Multimedi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75838" y="2460625"/>
            <a:ext cx="8745283" cy="75594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Holder 3">
            <a:extLst>
              <a:ext uri="{FF2B5EF4-FFF2-40B4-BE49-F238E27FC236}">
                <a16:creationId xmlns:a16="http://schemas.microsoft.com/office/drawing/2014/main" id="{7BD07759-07E2-6A86-C140-93129BD1B9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79488" y="2460923"/>
            <a:ext cx="8771002" cy="756084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25000"/>
              </a:lnSpc>
              <a:defRPr sz="3400" b="0" i="0" dirty="0">
                <a:solidFill>
                  <a:schemeClr val="bg1"/>
                </a:solidFill>
                <a:latin typeface="Helvetica" pitchFamily="2" charset="0"/>
                <a:ea typeface="+mn-ea"/>
                <a:cs typeface="Helvetica" pitchFamily="2" charset="0"/>
              </a:defRPr>
            </a:lvl1pPr>
            <a:lvl2pPr>
              <a:defRPr sz="2800">
                <a:solidFill>
                  <a:schemeClr val="bg1"/>
                </a:solidFill>
                <a:latin typeface="Helvetica" pitchFamily="2" charset="0"/>
              </a:defRPr>
            </a:lvl2pPr>
            <a:lvl3pPr>
              <a:defRPr sz="2400">
                <a:solidFill>
                  <a:schemeClr val="bg1"/>
                </a:solidFill>
                <a:latin typeface="Helvetica" pitchFamily="2" charset="0"/>
              </a:defRPr>
            </a:lvl3pPr>
            <a:lvl4pPr>
              <a:defRPr sz="2000">
                <a:solidFill>
                  <a:schemeClr val="bg1"/>
                </a:solidFill>
                <a:latin typeface="Helvetica" pitchFamily="2" charset="0"/>
              </a:defRPr>
            </a:lvl4pPr>
          </a:lstStyle>
          <a:p>
            <a:r>
              <a:rPr lang="de-AT" dirty="0"/>
              <a:t>Text hinzufügen</a:t>
            </a:r>
          </a:p>
        </p:txBody>
      </p:sp>
      <p:sp>
        <p:nvSpPr>
          <p:cNvPr id="9" name="Holder 2">
            <a:extLst>
              <a:ext uri="{FF2B5EF4-FFF2-40B4-BE49-F238E27FC236}">
                <a16:creationId xmlns:a16="http://schemas.microsoft.com/office/drawing/2014/main" id="{7ADF31C3-4247-255E-4FFE-E58A91AA20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 lIns="0" tIns="0" rIns="0" bIns="0"/>
          <a:lstStyle>
            <a:lvl1pPr>
              <a:defRPr sz="5000" b="1" i="0">
                <a:solidFill>
                  <a:srgbClr val="A2CB3E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de-AT" dirty="0"/>
              <a:t>Titel hinzufügen (optional 2 zeilig)</a:t>
            </a:r>
            <a:br>
              <a:rPr lang="de-AT" dirty="0"/>
            </a:br>
            <a:endParaRPr dirty="0"/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6C09CE1C-E5B2-EB7B-852A-0D5A9F2B0FF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5256000" y="10470452"/>
            <a:ext cx="9612000" cy="562927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11" name="Holder 4">
            <a:extLst>
              <a:ext uri="{FF2B5EF4-FFF2-40B4-BE49-F238E27FC236}">
                <a16:creationId xmlns:a16="http://schemas.microsoft.com/office/drawing/2014/main" id="{A9DAC673-B748-8FFD-B922-3513C00E6153}"/>
              </a:ext>
            </a:extLst>
          </p:cNvPr>
          <p:cNvSpPr>
            <a:spLocks noGrp="1"/>
          </p:cNvSpPr>
          <p:nvPr>
            <p:ph type="dt" sz="half" idx="6"/>
          </p:nvPr>
        </p:nvSpPr>
        <p:spPr>
          <a:xfrm>
            <a:off x="1005205" y="10470452"/>
            <a:ext cx="3600000" cy="562927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3/3/2026</a:t>
            </a:fld>
            <a:endParaRPr lang="en-US" dirty="0"/>
          </a:p>
        </p:txBody>
      </p:sp>
      <p:sp>
        <p:nvSpPr>
          <p:cNvPr id="12" name="Holder 5">
            <a:extLst>
              <a:ext uri="{FF2B5EF4-FFF2-40B4-BE49-F238E27FC236}">
                <a16:creationId xmlns:a16="http://schemas.microsoft.com/office/drawing/2014/main" id="{8A989426-AEA5-BBC3-B901-36B08341055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5508962" y="10470452"/>
            <a:ext cx="3600000" cy="562927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‹Nr.›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612469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17">
          <p15:clr>
            <a:srgbClr val="FBAE40"/>
          </p15:clr>
        </p15:guide>
        <p15:guide id="2" pos="12047">
          <p15:clr>
            <a:srgbClr val="FBAE40"/>
          </p15:clr>
        </p15:guide>
        <p15:guide id="3" orient="horz" pos="1550">
          <p15:clr>
            <a:srgbClr val="FBAE40"/>
          </p15:clr>
        </p15:guide>
        <p15:guide id="4" orient="horz" pos="6313">
          <p15:clr>
            <a:srgbClr val="FBAE40"/>
          </p15:clr>
        </p15:guide>
        <p15:guide id="5" orient="horz" pos="87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>
          <a:xfrm>
            <a:off x="5256000" y="10470452"/>
            <a:ext cx="9612000" cy="562927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>
          <a:xfrm>
            <a:off x="1005205" y="10470452"/>
            <a:ext cx="3600000" cy="562927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15508962" y="10470452"/>
            <a:ext cx="3600000" cy="562927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‹Nr.›</a:t>
            </a:fld>
            <a:endParaRPr dirty="0"/>
          </a:p>
        </p:txBody>
      </p:sp>
      <p:sp>
        <p:nvSpPr>
          <p:cNvPr id="6" name="Holder 2">
            <a:extLst>
              <a:ext uri="{FF2B5EF4-FFF2-40B4-BE49-F238E27FC236}">
                <a16:creationId xmlns:a16="http://schemas.microsoft.com/office/drawing/2014/main" id="{DD67BA82-50DF-860B-4DAB-6199A3610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 lIns="0" tIns="0" rIns="0" bIns="0"/>
          <a:lstStyle>
            <a:lvl1pPr>
              <a:defRPr sz="5000" b="1" i="0">
                <a:solidFill>
                  <a:srgbClr val="A2CB3E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de-AT" dirty="0"/>
              <a:t>Titel hinzufügen (optional 2 zeilig)</a:t>
            </a:r>
            <a:br>
              <a:rPr lang="de-AT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6467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17">
          <p15:clr>
            <a:srgbClr val="FBAE40"/>
          </p15:clr>
        </p15:guide>
        <p15:guide id="2" pos="12047">
          <p15:clr>
            <a:srgbClr val="FBAE40"/>
          </p15:clr>
        </p15:guide>
        <p15:guide id="3" orient="horz" pos="870">
          <p15:clr>
            <a:srgbClr val="FBAE40"/>
          </p15:clr>
        </p15:guide>
        <p15:guide id="4" orient="horz" pos="1550">
          <p15:clr>
            <a:srgbClr val="FBAE40"/>
          </p15:clr>
        </p15:guide>
        <p15:guide id="5" orient="horz" pos="6313">
          <p15:clr>
            <a:srgbClr val="FBAE40"/>
          </p15:clr>
        </p15:guide>
        <p15:guide id="6" pos="3293" userDrawn="1">
          <p15:clr>
            <a:srgbClr val="FBAE40"/>
          </p15:clr>
        </p15:guide>
        <p15:guide id="7" pos="9371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older 3">
            <a:extLst>
              <a:ext uri="{FF2B5EF4-FFF2-40B4-BE49-F238E27FC236}">
                <a16:creationId xmlns:a16="http://schemas.microsoft.com/office/drawing/2014/main" id="{D8A3C0C5-ED4F-557D-11EF-74B4301194B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5256000" y="10470452"/>
            <a:ext cx="9612000" cy="562927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4">
            <a:extLst>
              <a:ext uri="{FF2B5EF4-FFF2-40B4-BE49-F238E27FC236}">
                <a16:creationId xmlns:a16="http://schemas.microsoft.com/office/drawing/2014/main" id="{16D0F147-E9CE-56AA-024D-C2F3D44AD3BF}"/>
              </a:ext>
            </a:extLst>
          </p:cNvPr>
          <p:cNvSpPr>
            <a:spLocks noGrp="1"/>
          </p:cNvSpPr>
          <p:nvPr>
            <p:ph type="dt" sz="half" idx="6"/>
          </p:nvPr>
        </p:nvSpPr>
        <p:spPr>
          <a:xfrm>
            <a:off x="1005205" y="10470452"/>
            <a:ext cx="3600000" cy="562927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3/3/2026</a:t>
            </a:fld>
            <a:endParaRPr lang="en-US" dirty="0"/>
          </a:p>
        </p:txBody>
      </p:sp>
      <p:sp>
        <p:nvSpPr>
          <p:cNvPr id="7" name="Holder 5">
            <a:extLst>
              <a:ext uri="{FF2B5EF4-FFF2-40B4-BE49-F238E27FC236}">
                <a16:creationId xmlns:a16="http://schemas.microsoft.com/office/drawing/2014/main" id="{67091565-3B12-2503-3A93-ED18C1588FA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5508962" y="10470452"/>
            <a:ext cx="3600000" cy="562927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‹Nr.›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06393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 but NO Tha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307554-629F-92AA-241C-2C80B9C548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5205" y="4837187"/>
            <a:ext cx="17949407" cy="1295400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9000">
                <a:solidFill>
                  <a:schemeClr val="bg1"/>
                </a:solidFill>
                <a:latin typeface="+mj-lt"/>
                <a:cs typeface="Leelawadee UI" panose="020B0502040204020203" pitchFamily="34" charset="-34"/>
              </a:defRPr>
            </a:lvl1pPr>
          </a:lstStyle>
          <a:p>
            <a:r>
              <a:rPr lang="de-DE" dirty="0"/>
              <a:t>FINALE WORTE</a:t>
            </a: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17D468CC-9790-084A-EDB7-023C3234FB3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36880" y="1092771"/>
            <a:ext cx="4782722" cy="1307908"/>
            <a:chOff x="375183" y="375193"/>
            <a:chExt cx="3730981" cy="1020294"/>
          </a:xfrm>
        </p:grpSpPr>
        <p:sp>
          <p:nvSpPr>
            <p:cNvPr id="29" name="bg object 17">
              <a:extLst>
                <a:ext uri="{FF2B5EF4-FFF2-40B4-BE49-F238E27FC236}">
                  <a16:creationId xmlns:a16="http://schemas.microsoft.com/office/drawing/2014/main" id="{FC35E129-5680-464E-18BB-7B1E63378A1B}"/>
                </a:ext>
              </a:extLst>
            </p:cNvPr>
            <p:cNvSpPr/>
            <p:nvPr/>
          </p:nvSpPr>
          <p:spPr>
            <a:xfrm>
              <a:off x="1681107" y="393541"/>
              <a:ext cx="899794" cy="184785"/>
            </a:xfrm>
            <a:custGeom>
              <a:avLst/>
              <a:gdLst/>
              <a:ahLst/>
              <a:cxnLst/>
              <a:rect l="l" t="t" r="r" b="b"/>
              <a:pathLst>
                <a:path w="899794" h="184784">
                  <a:moveTo>
                    <a:pt x="26659" y="38749"/>
                  </a:moveTo>
                  <a:lnTo>
                    <a:pt x="0" y="38749"/>
                  </a:lnTo>
                  <a:lnTo>
                    <a:pt x="0" y="182250"/>
                  </a:lnTo>
                  <a:lnTo>
                    <a:pt x="26659" y="182250"/>
                  </a:lnTo>
                  <a:lnTo>
                    <a:pt x="26659" y="120739"/>
                  </a:lnTo>
                  <a:lnTo>
                    <a:pt x="127513" y="120739"/>
                  </a:lnTo>
                  <a:lnTo>
                    <a:pt x="127513" y="97987"/>
                  </a:lnTo>
                  <a:lnTo>
                    <a:pt x="26659" y="97987"/>
                  </a:lnTo>
                  <a:lnTo>
                    <a:pt x="26659" y="38749"/>
                  </a:lnTo>
                  <a:close/>
                </a:path>
                <a:path w="899794" h="184784">
                  <a:moveTo>
                    <a:pt x="127513" y="120739"/>
                  </a:moveTo>
                  <a:lnTo>
                    <a:pt x="100864" y="120739"/>
                  </a:lnTo>
                  <a:lnTo>
                    <a:pt x="100864" y="182250"/>
                  </a:lnTo>
                  <a:lnTo>
                    <a:pt x="127513" y="182250"/>
                  </a:lnTo>
                  <a:lnTo>
                    <a:pt x="127513" y="120739"/>
                  </a:lnTo>
                  <a:close/>
                </a:path>
                <a:path w="899794" h="184784">
                  <a:moveTo>
                    <a:pt x="127513" y="38749"/>
                  </a:moveTo>
                  <a:lnTo>
                    <a:pt x="100864" y="38749"/>
                  </a:lnTo>
                  <a:lnTo>
                    <a:pt x="100864" y="97987"/>
                  </a:lnTo>
                  <a:lnTo>
                    <a:pt x="127513" y="97987"/>
                  </a:lnTo>
                  <a:lnTo>
                    <a:pt x="127513" y="38749"/>
                  </a:lnTo>
                  <a:close/>
                </a:path>
                <a:path w="899794" h="184784">
                  <a:moveTo>
                    <a:pt x="233088" y="36695"/>
                  </a:moveTo>
                  <a:lnTo>
                    <a:pt x="193526" y="46232"/>
                  </a:lnTo>
                  <a:lnTo>
                    <a:pt x="165845" y="72672"/>
                  </a:lnTo>
                  <a:lnTo>
                    <a:pt x="155798" y="110494"/>
                  </a:lnTo>
                  <a:lnTo>
                    <a:pt x="156442" y="120784"/>
                  </a:lnTo>
                  <a:lnTo>
                    <a:pt x="171400" y="156373"/>
                  </a:lnTo>
                  <a:lnTo>
                    <a:pt x="202607" y="178933"/>
                  </a:lnTo>
                  <a:lnTo>
                    <a:pt x="233088" y="184292"/>
                  </a:lnTo>
                  <a:lnTo>
                    <a:pt x="243785" y="183696"/>
                  </a:lnTo>
                  <a:lnTo>
                    <a:pt x="281002" y="169537"/>
                  </a:lnTo>
                  <a:lnTo>
                    <a:pt x="290662" y="160926"/>
                  </a:lnTo>
                  <a:lnTo>
                    <a:pt x="233088" y="160926"/>
                  </a:lnTo>
                  <a:lnTo>
                    <a:pt x="226092" y="160523"/>
                  </a:lnTo>
                  <a:lnTo>
                    <a:pt x="192806" y="141895"/>
                  </a:lnTo>
                  <a:lnTo>
                    <a:pt x="182656" y="110494"/>
                  </a:lnTo>
                  <a:lnTo>
                    <a:pt x="183066" y="103492"/>
                  </a:lnTo>
                  <a:lnTo>
                    <a:pt x="201822" y="70072"/>
                  </a:lnTo>
                  <a:lnTo>
                    <a:pt x="233088" y="60072"/>
                  </a:lnTo>
                  <a:lnTo>
                    <a:pt x="290667" y="60072"/>
                  </a:lnTo>
                  <a:lnTo>
                    <a:pt x="288385" y="57579"/>
                  </a:lnTo>
                  <a:lnTo>
                    <a:pt x="253944" y="39080"/>
                  </a:lnTo>
                  <a:lnTo>
                    <a:pt x="243785" y="37291"/>
                  </a:lnTo>
                  <a:lnTo>
                    <a:pt x="233088" y="36695"/>
                  </a:lnTo>
                  <a:close/>
                </a:path>
                <a:path w="899794" h="184784">
                  <a:moveTo>
                    <a:pt x="290667" y="60072"/>
                  </a:moveTo>
                  <a:lnTo>
                    <a:pt x="233088" y="60072"/>
                  </a:lnTo>
                  <a:lnTo>
                    <a:pt x="240080" y="60475"/>
                  </a:lnTo>
                  <a:lnTo>
                    <a:pt x="246716" y="61684"/>
                  </a:lnTo>
                  <a:lnTo>
                    <a:pt x="279845" y="90587"/>
                  </a:lnTo>
                  <a:lnTo>
                    <a:pt x="283510" y="110494"/>
                  </a:lnTo>
                  <a:lnTo>
                    <a:pt x="283101" y="117497"/>
                  </a:lnTo>
                  <a:lnTo>
                    <a:pt x="264346" y="150916"/>
                  </a:lnTo>
                  <a:lnTo>
                    <a:pt x="233088" y="160926"/>
                  </a:lnTo>
                  <a:lnTo>
                    <a:pt x="290662" y="160926"/>
                  </a:lnTo>
                  <a:lnTo>
                    <a:pt x="309745" y="120701"/>
                  </a:lnTo>
                  <a:lnTo>
                    <a:pt x="310368" y="110494"/>
                  </a:lnTo>
                  <a:lnTo>
                    <a:pt x="309740" y="100209"/>
                  </a:lnTo>
                  <a:lnTo>
                    <a:pt x="307857" y="90460"/>
                  </a:lnTo>
                  <a:lnTo>
                    <a:pt x="304718" y="81246"/>
                  </a:lnTo>
                  <a:lnTo>
                    <a:pt x="300321" y="72568"/>
                  </a:lnTo>
                  <a:lnTo>
                    <a:pt x="294828" y="64619"/>
                  </a:lnTo>
                  <a:lnTo>
                    <a:pt x="290667" y="60072"/>
                  </a:lnTo>
                  <a:close/>
                </a:path>
                <a:path w="899794" h="184784">
                  <a:moveTo>
                    <a:pt x="216757" y="0"/>
                  </a:moveTo>
                  <a:lnTo>
                    <a:pt x="209649" y="0"/>
                  </a:lnTo>
                  <a:lnTo>
                    <a:pt x="206710" y="1167"/>
                  </a:lnTo>
                  <a:lnTo>
                    <a:pt x="202062" y="5815"/>
                  </a:lnTo>
                  <a:lnTo>
                    <a:pt x="200905" y="8817"/>
                  </a:lnTo>
                  <a:lnTo>
                    <a:pt x="200905" y="16060"/>
                  </a:lnTo>
                  <a:lnTo>
                    <a:pt x="202062" y="18999"/>
                  </a:lnTo>
                  <a:lnTo>
                    <a:pt x="206710" y="23647"/>
                  </a:lnTo>
                  <a:lnTo>
                    <a:pt x="209649" y="24804"/>
                  </a:lnTo>
                  <a:lnTo>
                    <a:pt x="216757" y="24804"/>
                  </a:lnTo>
                  <a:lnTo>
                    <a:pt x="219686" y="23647"/>
                  </a:lnTo>
                  <a:lnTo>
                    <a:pt x="224334" y="18999"/>
                  </a:lnTo>
                  <a:lnTo>
                    <a:pt x="225501" y="16060"/>
                  </a:lnTo>
                  <a:lnTo>
                    <a:pt x="225501" y="8817"/>
                  </a:lnTo>
                  <a:lnTo>
                    <a:pt x="224334" y="5815"/>
                  </a:lnTo>
                  <a:lnTo>
                    <a:pt x="219686" y="1167"/>
                  </a:lnTo>
                  <a:lnTo>
                    <a:pt x="216757" y="0"/>
                  </a:lnTo>
                  <a:close/>
                </a:path>
                <a:path w="899794" h="184784">
                  <a:moveTo>
                    <a:pt x="256527" y="0"/>
                  </a:moveTo>
                  <a:lnTo>
                    <a:pt x="249420" y="0"/>
                  </a:lnTo>
                  <a:lnTo>
                    <a:pt x="246481" y="1167"/>
                  </a:lnTo>
                  <a:lnTo>
                    <a:pt x="241832" y="5815"/>
                  </a:lnTo>
                  <a:lnTo>
                    <a:pt x="240676" y="8817"/>
                  </a:lnTo>
                  <a:lnTo>
                    <a:pt x="240676" y="16060"/>
                  </a:lnTo>
                  <a:lnTo>
                    <a:pt x="241832" y="18999"/>
                  </a:lnTo>
                  <a:lnTo>
                    <a:pt x="246481" y="23647"/>
                  </a:lnTo>
                  <a:lnTo>
                    <a:pt x="249420" y="24804"/>
                  </a:lnTo>
                  <a:lnTo>
                    <a:pt x="256527" y="24804"/>
                  </a:lnTo>
                  <a:lnTo>
                    <a:pt x="259456" y="23647"/>
                  </a:lnTo>
                  <a:lnTo>
                    <a:pt x="264104" y="18999"/>
                  </a:lnTo>
                  <a:lnTo>
                    <a:pt x="265271" y="16060"/>
                  </a:lnTo>
                  <a:lnTo>
                    <a:pt x="265271" y="8817"/>
                  </a:lnTo>
                  <a:lnTo>
                    <a:pt x="264104" y="5815"/>
                  </a:lnTo>
                  <a:lnTo>
                    <a:pt x="259456" y="1167"/>
                  </a:lnTo>
                  <a:lnTo>
                    <a:pt x="256527" y="0"/>
                  </a:lnTo>
                  <a:close/>
                </a:path>
                <a:path w="899794" h="184784">
                  <a:moveTo>
                    <a:pt x="365313" y="38749"/>
                  </a:moveTo>
                  <a:lnTo>
                    <a:pt x="338653" y="38749"/>
                  </a:lnTo>
                  <a:lnTo>
                    <a:pt x="338653" y="182250"/>
                  </a:lnTo>
                  <a:lnTo>
                    <a:pt x="365313" y="182250"/>
                  </a:lnTo>
                  <a:lnTo>
                    <a:pt x="365313" y="120739"/>
                  </a:lnTo>
                  <a:lnTo>
                    <a:pt x="466167" y="120739"/>
                  </a:lnTo>
                  <a:lnTo>
                    <a:pt x="466167" y="97987"/>
                  </a:lnTo>
                  <a:lnTo>
                    <a:pt x="365313" y="97987"/>
                  </a:lnTo>
                  <a:lnTo>
                    <a:pt x="365313" y="38749"/>
                  </a:lnTo>
                  <a:close/>
                </a:path>
                <a:path w="899794" h="184784">
                  <a:moveTo>
                    <a:pt x="466167" y="120739"/>
                  </a:moveTo>
                  <a:lnTo>
                    <a:pt x="439517" y="120739"/>
                  </a:lnTo>
                  <a:lnTo>
                    <a:pt x="439517" y="182250"/>
                  </a:lnTo>
                  <a:lnTo>
                    <a:pt x="466167" y="182250"/>
                  </a:lnTo>
                  <a:lnTo>
                    <a:pt x="466167" y="120739"/>
                  </a:lnTo>
                  <a:close/>
                </a:path>
                <a:path w="899794" h="184784">
                  <a:moveTo>
                    <a:pt x="466167" y="38749"/>
                  </a:moveTo>
                  <a:lnTo>
                    <a:pt x="439517" y="38749"/>
                  </a:lnTo>
                  <a:lnTo>
                    <a:pt x="439517" y="97987"/>
                  </a:lnTo>
                  <a:lnTo>
                    <a:pt x="466167" y="97987"/>
                  </a:lnTo>
                  <a:lnTo>
                    <a:pt x="466167" y="38749"/>
                  </a:lnTo>
                  <a:close/>
                </a:path>
                <a:path w="899794" h="184784">
                  <a:moveTo>
                    <a:pt x="609470" y="38749"/>
                  </a:moveTo>
                  <a:lnTo>
                    <a:pt x="504707" y="38749"/>
                  </a:lnTo>
                  <a:lnTo>
                    <a:pt x="504707" y="182250"/>
                  </a:lnTo>
                  <a:lnTo>
                    <a:pt x="612336" y="182250"/>
                  </a:lnTo>
                  <a:lnTo>
                    <a:pt x="612336" y="159905"/>
                  </a:lnTo>
                  <a:lnTo>
                    <a:pt x="531356" y="159905"/>
                  </a:lnTo>
                  <a:lnTo>
                    <a:pt x="531356" y="120343"/>
                  </a:lnTo>
                  <a:lnTo>
                    <a:pt x="600642" y="120343"/>
                  </a:lnTo>
                  <a:lnTo>
                    <a:pt x="600642" y="98404"/>
                  </a:lnTo>
                  <a:lnTo>
                    <a:pt x="531356" y="98404"/>
                  </a:lnTo>
                  <a:lnTo>
                    <a:pt x="531356" y="61093"/>
                  </a:lnTo>
                  <a:lnTo>
                    <a:pt x="609470" y="61093"/>
                  </a:lnTo>
                  <a:lnTo>
                    <a:pt x="609470" y="38749"/>
                  </a:lnTo>
                  <a:close/>
                </a:path>
                <a:path w="899794" h="184784">
                  <a:moveTo>
                    <a:pt x="701090" y="38749"/>
                  </a:moveTo>
                  <a:lnTo>
                    <a:pt x="642059" y="38749"/>
                  </a:lnTo>
                  <a:lnTo>
                    <a:pt x="642059" y="182250"/>
                  </a:lnTo>
                  <a:lnTo>
                    <a:pt x="668698" y="182250"/>
                  </a:lnTo>
                  <a:lnTo>
                    <a:pt x="668698" y="140426"/>
                  </a:lnTo>
                  <a:lnTo>
                    <a:pt x="703560" y="140426"/>
                  </a:lnTo>
                  <a:lnTo>
                    <a:pt x="705404" y="140363"/>
                  </a:lnTo>
                  <a:lnTo>
                    <a:pt x="706634" y="140218"/>
                  </a:lnTo>
                  <a:lnTo>
                    <a:pt x="735219" y="140218"/>
                  </a:lnTo>
                  <a:lnTo>
                    <a:pt x="731637" y="135100"/>
                  </a:lnTo>
                  <a:lnTo>
                    <a:pt x="738587" y="131854"/>
                  </a:lnTo>
                  <a:lnTo>
                    <a:pt x="744681" y="127869"/>
                  </a:lnTo>
                  <a:lnTo>
                    <a:pt x="749917" y="123142"/>
                  </a:lnTo>
                  <a:lnTo>
                    <a:pt x="753643" y="118488"/>
                  </a:lnTo>
                  <a:lnTo>
                    <a:pt x="668698" y="118488"/>
                  </a:lnTo>
                  <a:lnTo>
                    <a:pt x="668698" y="61291"/>
                  </a:lnTo>
                  <a:lnTo>
                    <a:pt x="753874" y="61291"/>
                  </a:lnTo>
                  <a:lnTo>
                    <a:pt x="750713" y="57116"/>
                  </a:lnTo>
                  <a:lnTo>
                    <a:pt x="710120" y="39133"/>
                  </a:lnTo>
                  <a:lnTo>
                    <a:pt x="701090" y="38749"/>
                  </a:lnTo>
                  <a:close/>
                </a:path>
                <a:path w="899794" h="184784">
                  <a:moveTo>
                    <a:pt x="735219" y="140218"/>
                  </a:moveTo>
                  <a:lnTo>
                    <a:pt x="706634" y="140218"/>
                  </a:lnTo>
                  <a:lnTo>
                    <a:pt x="735951" y="182250"/>
                  </a:lnTo>
                  <a:lnTo>
                    <a:pt x="764643" y="182250"/>
                  </a:lnTo>
                  <a:lnTo>
                    <a:pt x="735219" y="140218"/>
                  </a:lnTo>
                  <a:close/>
                </a:path>
                <a:path w="899794" h="184784">
                  <a:moveTo>
                    <a:pt x="753874" y="61291"/>
                  </a:moveTo>
                  <a:lnTo>
                    <a:pt x="699870" y="61291"/>
                  </a:lnTo>
                  <a:lnTo>
                    <a:pt x="708054" y="61754"/>
                  </a:lnTo>
                  <a:lnTo>
                    <a:pt x="715188" y="63141"/>
                  </a:lnTo>
                  <a:lnTo>
                    <a:pt x="721271" y="65451"/>
                  </a:lnTo>
                  <a:lnTo>
                    <a:pt x="726301" y="68681"/>
                  </a:lnTo>
                  <a:lnTo>
                    <a:pt x="732324" y="73600"/>
                  </a:lnTo>
                  <a:lnTo>
                    <a:pt x="735326" y="80635"/>
                  </a:lnTo>
                  <a:lnTo>
                    <a:pt x="735326" y="98946"/>
                  </a:lnTo>
                  <a:lnTo>
                    <a:pt x="699870" y="118488"/>
                  </a:lnTo>
                  <a:lnTo>
                    <a:pt x="753643" y="118488"/>
                  </a:lnTo>
                  <a:lnTo>
                    <a:pt x="762184" y="89796"/>
                  </a:lnTo>
                  <a:lnTo>
                    <a:pt x="761722" y="82171"/>
                  </a:lnTo>
                  <a:lnTo>
                    <a:pt x="760339" y="75084"/>
                  </a:lnTo>
                  <a:lnTo>
                    <a:pt x="758033" y="68534"/>
                  </a:lnTo>
                  <a:lnTo>
                    <a:pt x="754805" y="62521"/>
                  </a:lnTo>
                  <a:lnTo>
                    <a:pt x="753874" y="61291"/>
                  </a:lnTo>
                  <a:close/>
                </a:path>
                <a:path w="899794" h="184784">
                  <a:moveTo>
                    <a:pt x="896659" y="38749"/>
                  </a:moveTo>
                  <a:lnTo>
                    <a:pt x="791907" y="38749"/>
                  </a:lnTo>
                  <a:lnTo>
                    <a:pt x="791907" y="182250"/>
                  </a:lnTo>
                  <a:lnTo>
                    <a:pt x="899525" y="182250"/>
                  </a:lnTo>
                  <a:lnTo>
                    <a:pt x="899525" y="159905"/>
                  </a:lnTo>
                  <a:lnTo>
                    <a:pt x="818556" y="159905"/>
                  </a:lnTo>
                  <a:lnTo>
                    <a:pt x="818556" y="120343"/>
                  </a:lnTo>
                  <a:lnTo>
                    <a:pt x="887852" y="120343"/>
                  </a:lnTo>
                  <a:lnTo>
                    <a:pt x="887852" y="98404"/>
                  </a:lnTo>
                  <a:lnTo>
                    <a:pt x="818556" y="98404"/>
                  </a:lnTo>
                  <a:lnTo>
                    <a:pt x="818556" y="61093"/>
                  </a:lnTo>
                  <a:lnTo>
                    <a:pt x="896659" y="61093"/>
                  </a:lnTo>
                  <a:lnTo>
                    <a:pt x="896659" y="38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0" name="bg object 18">
              <a:extLst>
                <a:ext uri="{FF2B5EF4-FFF2-40B4-BE49-F238E27FC236}">
                  <a16:creationId xmlns:a16="http://schemas.microsoft.com/office/drawing/2014/main" id="{F56B068E-7449-B56A-25BE-AE563EA43607}"/>
                </a:ext>
              </a:extLst>
            </p:cNvPr>
            <p:cNvSpPr/>
            <p:nvPr/>
          </p:nvSpPr>
          <p:spPr>
            <a:xfrm>
              <a:off x="1662657" y="686490"/>
              <a:ext cx="1377950" cy="147955"/>
            </a:xfrm>
            <a:custGeom>
              <a:avLst/>
              <a:gdLst/>
              <a:ahLst/>
              <a:cxnLst/>
              <a:rect l="l" t="t" r="r" b="b"/>
              <a:pathLst>
                <a:path w="1377950" h="147955">
                  <a:moveTo>
                    <a:pt x="74215" y="24595"/>
                  </a:moveTo>
                  <a:lnTo>
                    <a:pt x="47566" y="24595"/>
                  </a:lnTo>
                  <a:lnTo>
                    <a:pt x="47566" y="145543"/>
                  </a:lnTo>
                  <a:lnTo>
                    <a:pt x="74215" y="145543"/>
                  </a:lnTo>
                  <a:lnTo>
                    <a:pt x="74215" y="24595"/>
                  </a:lnTo>
                  <a:close/>
                </a:path>
                <a:path w="1377950" h="147955">
                  <a:moveTo>
                    <a:pt x="121771" y="2042"/>
                  </a:moveTo>
                  <a:lnTo>
                    <a:pt x="0" y="2042"/>
                  </a:lnTo>
                  <a:lnTo>
                    <a:pt x="0" y="24595"/>
                  </a:lnTo>
                  <a:lnTo>
                    <a:pt x="121771" y="24595"/>
                  </a:lnTo>
                  <a:lnTo>
                    <a:pt x="121771" y="2042"/>
                  </a:lnTo>
                  <a:close/>
                </a:path>
                <a:path w="1377950" h="147955">
                  <a:moveTo>
                    <a:pt x="246616" y="2042"/>
                  </a:moveTo>
                  <a:lnTo>
                    <a:pt x="141864" y="2042"/>
                  </a:lnTo>
                  <a:lnTo>
                    <a:pt x="141864" y="145543"/>
                  </a:lnTo>
                  <a:lnTo>
                    <a:pt x="249482" y="145543"/>
                  </a:lnTo>
                  <a:lnTo>
                    <a:pt x="249482" y="123198"/>
                  </a:lnTo>
                  <a:lnTo>
                    <a:pt x="168513" y="123198"/>
                  </a:lnTo>
                  <a:lnTo>
                    <a:pt x="168513" y="83636"/>
                  </a:lnTo>
                  <a:lnTo>
                    <a:pt x="237799" y="83636"/>
                  </a:lnTo>
                  <a:lnTo>
                    <a:pt x="237799" y="61698"/>
                  </a:lnTo>
                  <a:lnTo>
                    <a:pt x="168513" y="61698"/>
                  </a:lnTo>
                  <a:lnTo>
                    <a:pt x="168513" y="24387"/>
                  </a:lnTo>
                  <a:lnTo>
                    <a:pt x="246616" y="24387"/>
                  </a:lnTo>
                  <a:lnTo>
                    <a:pt x="246616" y="2042"/>
                  </a:lnTo>
                  <a:close/>
                </a:path>
                <a:path w="1377950" h="147955">
                  <a:moveTo>
                    <a:pt x="345834" y="0"/>
                  </a:moveTo>
                  <a:lnTo>
                    <a:pt x="306506" y="9568"/>
                  </a:lnTo>
                  <a:lnTo>
                    <a:pt x="274611" y="44545"/>
                  </a:lnTo>
                  <a:lnTo>
                    <a:pt x="268961" y="73798"/>
                  </a:lnTo>
                  <a:lnTo>
                    <a:pt x="269582" y="84084"/>
                  </a:lnTo>
                  <a:lnTo>
                    <a:pt x="284345" y="119673"/>
                  </a:lnTo>
                  <a:lnTo>
                    <a:pt x="315400" y="142232"/>
                  </a:lnTo>
                  <a:lnTo>
                    <a:pt x="345625" y="147596"/>
                  </a:lnTo>
                  <a:lnTo>
                    <a:pt x="354257" y="147212"/>
                  </a:lnTo>
                  <a:lnTo>
                    <a:pt x="391421" y="133911"/>
                  </a:lnTo>
                  <a:lnTo>
                    <a:pt x="402039" y="124220"/>
                  </a:lnTo>
                  <a:lnTo>
                    <a:pt x="347064" y="124220"/>
                  </a:lnTo>
                  <a:lnTo>
                    <a:pt x="339876" y="123817"/>
                  </a:lnTo>
                  <a:lnTo>
                    <a:pt x="305976" y="105257"/>
                  </a:lnTo>
                  <a:lnTo>
                    <a:pt x="295818" y="73798"/>
                  </a:lnTo>
                  <a:lnTo>
                    <a:pt x="296227" y="66712"/>
                  </a:lnTo>
                  <a:lnTo>
                    <a:pt x="315098" y="33361"/>
                  </a:lnTo>
                  <a:lnTo>
                    <a:pt x="347064" y="23366"/>
                  </a:lnTo>
                  <a:lnTo>
                    <a:pt x="402030" y="23366"/>
                  </a:lnTo>
                  <a:lnTo>
                    <a:pt x="397316" y="18486"/>
                  </a:lnTo>
                  <a:lnTo>
                    <a:pt x="362695" y="1534"/>
                  </a:lnTo>
                  <a:lnTo>
                    <a:pt x="354458" y="383"/>
                  </a:lnTo>
                  <a:lnTo>
                    <a:pt x="345834" y="0"/>
                  </a:lnTo>
                  <a:close/>
                </a:path>
                <a:path w="1377950" h="147955">
                  <a:moveTo>
                    <a:pt x="385396" y="107211"/>
                  </a:moveTo>
                  <a:lnTo>
                    <a:pt x="377155" y="114652"/>
                  </a:lnTo>
                  <a:lnTo>
                    <a:pt x="368020" y="119968"/>
                  </a:lnTo>
                  <a:lnTo>
                    <a:pt x="357989" y="123157"/>
                  </a:lnTo>
                  <a:lnTo>
                    <a:pt x="347064" y="124220"/>
                  </a:lnTo>
                  <a:lnTo>
                    <a:pt x="402039" y="124220"/>
                  </a:lnTo>
                  <a:lnTo>
                    <a:pt x="402623" y="123615"/>
                  </a:lnTo>
                  <a:lnTo>
                    <a:pt x="385396" y="107211"/>
                  </a:lnTo>
                  <a:close/>
                </a:path>
                <a:path w="1377950" h="147955">
                  <a:moveTo>
                    <a:pt x="402030" y="23366"/>
                  </a:moveTo>
                  <a:lnTo>
                    <a:pt x="347064" y="23366"/>
                  </a:lnTo>
                  <a:lnTo>
                    <a:pt x="357989" y="24417"/>
                  </a:lnTo>
                  <a:lnTo>
                    <a:pt x="368020" y="27570"/>
                  </a:lnTo>
                  <a:lnTo>
                    <a:pt x="377155" y="32823"/>
                  </a:lnTo>
                  <a:lnTo>
                    <a:pt x="385396" y="40176"/>
                  </a:lnTo>
                  <a:lnTo>
                    <a:pt x="402623" y="23981"/>
                  </a:lnTo>
                  <a:lnTo>
                    <a:pt x="402030" y="23366"/>
                  </a:lnTo>
                  <a:close/>
                </a:path>
                <a:path w="1377950" h="147955">
                  <a:moveTo>
                    <a:pt x="454890" y="2042"/>
                  </a:moveTo>
                  <a:lnTo>
                    <a:pt x="428241" y="2042"/>
                  </a:lnTo>
                  <a:lnTo>
                    <a:pt x="428241" y="145543"/>
                  </a:lnTo>
                  <a:lnTo>
                    <a:pt x="454890" y="145543"/>
                  </a:lnTo>
                  <a:lnTo>
                    <a:pt x="454890" y="84043"/>
                  </a:lnTo>
                  <a:lnTo>
                    <a:pt x="555754" y="84043"/>
                  </a:lnTo>
                  <a:lnTo>
                    <a:pt x="555754" y="61291"/>
                  </a:lnTo>
                  <a:lnTo>
                    <a:pt x="454890" y="61291"/>
                  </a:lnTo>
                  <a:lnTo>
                    <a:pt x="454890" y="2042"/>
                  </a:lnTo>
                  <a:close/>
                </a:path>
                <a:path w="1377950" h="147955">
                  <a:moveTo>
                    <a:pt x="555754" y="84043"/>
                  </a:moveTo>
                  <a:lnTo>
                    <a:pt x="529095" y="84043"/>
                  </a:lnTo>
                  <a:lnTo>
                    <a:pt x="529095" y="145543"/>
                  </a:lnTo>
                  <a:lnTo>
                    <a:pt x="555754" y="145543"/>
                  </a:lnTo>
                  <a:lnTo>
                    <a:pt x="555754" y="84043"/>
                  </a:lnTo>
                  <a:close/>
                </a:path>
                <a:path w="1377950" h="147955">
                  <a:moveTo>
                    <a:pt x="555754" y="2042"/>
                  </a:moveTo>
                  <a:lnTo>
                    <a:pt x="529095" y="2042"/>
                  </a:lnTo>
                  <a:lnTo>
                    <a:pt x="529095" y="61291"/>
                  </a:lnTo>
                  <a:lnTo>
                    <a:pt x="555754" y="61291"/>
                  </a:lnTo>
                  <a:lnTo>
                    <a:pt x="555754" y="2042"/>
                  </a:lnTo>
                  <a:close/>
                </a:path>
                <a:path w="1377950" h="147955">
                  <a:moveTo>
                    <a:pt x="616223" y="2042"/>
                  </a:moveTo>
                  <a:lnTo>
                    <a:pt x="594295" y="2042"/>
                  </a:lnTo>
                  <a:lnTo>
                    <a:pt x="594295" y="145543"/>
                  </a:lnTo>
                  <a:lnTo>
                    <a:pt x="620725" y="145543"/>
                  </a:lnTo>
                  <a:lnTo>
                    <a:pt x="620725" y="48379"/>
                  </a:lnTo>
                  <a:lnTo>
                    <a:pt x="653952" y="48379"/>
                  </a:lnTo>
                  <a:lnTo>
                    <a:pt x="616223" y="2042"/>
                  </a:lnTo>
                  <a:close/>
                </a:path>
                <a:path w="1377950" h="147955">
                  <a:moveTo>
                    <a:pt x="653952" y="48379"/>
                  </a:moveTo>
                  <a:lnTo>
                    <a:pt x="620725" y="48379"/>
                  </a:lnTo>
                  <a:lnTo>
                    <a:pt x="699860" y="145543"/>
                  </a:lnTo>
                  <a:lnTo>
                    <a:pt x="721798" y="145543"/>
                  </a:lnTo>
                  <a:lnTo>
                    <a:pt x="721798" y="99217"/>
                  </a:lnTo>
                  <a:lnTo>
                    <a:pt x="695347" y="99217"/>
                  </a:lnTo>
                  <a:lnTo>
                    <a:pt x="653952" y="48379"/>
                  </a:lnTo>
                  <a:close/>
                </a:path>
                <a:path w="1377950" h="147955">
                  <a:moveTo>
                    <a:pt x="721798" y="2042"/>
                  </a:moveTo>
                  <a:lnTo>
                    <a:pt x="695347" y="2042"/>
                  </a:lnTo>
                  <a:lnTo>
                    <a:pt x="695347" y="99217"/>
                  </a:lnTo>
                  <a:lnTo>
                    <a:pt x="721798" y="99217"/>
                  </a:lnTo>
                  <a:lnTo>
                    <a:pt x="721798" y="2042"/>
                  </a:lnTo>
                  <a:close/>
                </a:path>
                <a:path w="1377950" h="147955">
                  <a:moveTo>
                    <a:pt x="786988" y="2042"/>
                  </a:moveTo>
                  <a:lnTo>
                    <a:pt x="760339" y="2042"/>
                  </a:lnTo>
                  <a:lnTo>
                    <a:pt x="760339" y="145543"/>
                  </a:lnTo>
                  <a:lnTo>
                    <a:pt x="786988" y="145543"/>
                  </a:lnTo>
                  <a:lnTo>
                    <a:pt x="786988" y="2042"/>
                  </a:lnTo>
                  <a:close/>
                </a:path>
                <a:path w="1377950" h="147955">
                  <a:moveTo>
                    <a:pt x="822861" y="109671"/>
                  </a:moveTo>
                  <a:lnTo>
                    <a:pt x="813637" y="130379"/>
                  </a:lnTo>
                  <a:lnTo>
                    <a:pt x="818550" y="134080"/>
                  </a:lnTo>
                  <a:lnTo>
                    <a:pt x="824269" y="137397"/>
                  </a:lnTo>
                  <a:lnTo>
                    <a:pt x="861982" y="147301"/>
                  </a:lnTo>
                  <a:lnTo>
                    <a:pt x="870218" y="147596"/>
                  </a:lnTo>
                  <a:lnTo>
                    <a:pt x="879287" y="147237"/>
                  </a:lnTo>
                  <a:lnTo>
                    <a:pt x="917472" y="132901"/>
                  </a:lnTo>
                  <a:lnTo>
                    <a:pt x="922457" y="125460"/>
                  </a:lnTo>
                  <a:lnTo>
                    <a:pt x="870218" y="125460"/>
                  </a:lnTo>
                  <a:lnTo>
                    <a:pt x="863768" y="125184"/>
                  </a:lnTo>
                  <a:lnTo>
                    <a:pt x="828728" y="114319"/>
                  </a:lnTo>
                  <a:lnTo>
                    <a:pt x="822861" y="109671"/>
                  </a:lnTo>
                  <a:close/>
                </a:path>
                <a:path w="1377950" h="147955">
                  <a:moveTo>
                    <a:pt x="874523" y="0"/>
                  </a:moveTo>
                  <a:lnTo>
                    <a:pt x="833960" y="9567"/>
                  </a:lnTo>
                  <a:lnTo>
                    <a:pt x="816712" y="34913"/>
                  </a:lnTo>
                  <a:lnTo>
                    <a:pt x="816712" y="52266"/>
                  </a:lnTo>
                  <a:lnTo>
                    <a:pt x="846876" y="79434"/>
                  </a:lnTo>
                  <a:lnTo>
                    <a:pt x="875742" y="87190"/>
                  </a:lnTo>
                  <a:lnTo>
                    <a:pt x="881901" y="88899"/>
                  </a:lnTo>
                  <a:lnTo>
                    <a:pt x="890917" y="91911"/>
                  </a:lnTo>
                  <a:lnTo>
                    <a:pt x="894637" y="93985"/>
                  </a:lnTo>
                  <a:lnTo>
                    <a:pt x="900515" y="99311"/>
                  </a:lnTo>
                  <a:lnTo>
                    <a:pt x="901995" y="102698"/>
                  </a:lnTo>
                  <a:lnTo>
                    <a:pt x="901995" y="112401"/>
                  </a:lnTo>
                  <a:lnTo>
                    <a:pt x="899358" y="116914"/>
                  </a:lnTo>
                  <a:lnTo>
                    <a:pt x="888832" y="123751"/>
                  </a:lnTo>
                  <a:lnTo>
                    <a:pt x="880880" y="125460"/>
                  </a:lnTo>
                  <a:lnTo>
                    <a:pt x="922457" y="125460"/>
                  </a:lnTo>
                  <a:lnTo>
                    <a:pt x="926080" y="120051"/>
                  </a:lnTo>
                  <a:lnTo>
                    <a:pt x="928227" y="112881"/>
                  </a:lnTo>
                  <a:lnTo>
                    <a:pt x="928227" y="95663"/>
                  </a:lnTo>
                  <a:lnTo>
                    <a:pt x="897938" y="68638"/>
                  </a:lnTo>
                  <a:lnTo>
                    <a:pt x="869395" y="61021"/>
                  </a:lnTo>
                  <a:lnTo>
                    <a:pt x="863236" y="59311"/>
                  </a:lnTo>
                  <a:lnTo>
                    <a:pt x="854221" y="56299"/>
                  </a:lnTo>
                  <a:lnTo>
                    <a:pt x="850500" y="54246"/>
                  </a:lnTo>
                  <a:lnTo>
                    <a:pt x="844622" y="49056"/>
                  </a:lnTo>
                  <a:lnTo>
                    <a:pt x="843152" y="45711"/>
                  </a:lnTo>
                  <a:lnTo>
                    <a:pt x="843152" y="35737"/>
                  </a:lnTo>
                  <a:lnTo>
                    <a:pt x="845716" y="31026"/>
                  </a:lnTo>
                  <a:lnTo>
                    <a:pt x="855971" y="23918"/>
                  </a:lnTo>
                  <a:lnTo>
                    <a:pt x="863788" y="22136"/>
                  </a:lnTo>
                  <a:lnTo>
                    <a:pt x="918456" y="22136"/>
                  </a:lnTo>
                  <a:lnTo>
                    <a:pt x="922287" y="12704"/>
                  </a:lnTo>
                  <a:lnTo>
                    <a:pt x="881051" y="205"/>
                  </a:lnTo>
                  <a:lnTo>
                    <a:pt x="874523" y="0"/>
                  </a:lnTo>
                  <a:close/>
                </a:path>
                <a:path w="1377950" h="147955">
                  <a:moveTo>
                    <a:pt x="918456" y="22136"/>
                  </a:moveTo>
                  <a:lnTo>
                    <a:pt x="880734" y="22136"/>
                  </a:lnTo>
                  <a:lnTo>
                    <a:pt x="887363" y="23095"/>
                  </a:lnTo>
                  <a:lnTo>
                    <a:pt x="901036" y="26920"/>
                  </a:lnTo>
                  <a:lnTo>
                    <a:pt x="907592" y="29723"/>
                  </a:lnTo>
                  <a:lnTo>
                    <a:pt x="913876" y="33413"/>
                  </a:lnTo>
                  <a:lnTo>
                    <a:pt x="918456" y="22136"/>
                  </a:lnTo>
                  <a:close/>
                </a:path>
                <a:path w="1377950" h="147955">
                  <a:moveTo>
                    <a:pt x="1021296" y="0"/>
                  </a:moveTo>
                  <a:lnTo>
                    <a:pt x="981969" y="9568"/>
                  </a:lnTo>
                  <a:lnTo>
                    <a:pt x="950069" y="44545"/>
                  </a:lnTo>
                  <a:lnTo>
                    <a:pt x="944423" y="73798"/>
                  </a:lnTo>
                  <a:lnTo>
                    <a:pt x="945043" y="84084"/>
                  </a:lnTo>
                  <a:lnTo>
                    <a:pt x="959812" y="119673"/>
                  </a:lnTo>
                  <a:lnTo>
                    <a:pt x="990864" y="142232"/>
                  </a:lnTo>
                  <a:lnTo>
                    <a:pt x="1021088" y="147596"/>
                  </a:lnTo>
                  <a:lnTo>
                    <a:pt x="1029717" y="147212"/>
                  </a:lnTo>
                  <a:lnTo>
                    <a:pt x="1066882" y="133911"/>
                  </a:lnTo>
                  <a:lnTo>
                    <a:pt x="1077491" y="124220"/>
                  </a:lnTo>
                  <a:lnTo>
                    <a:pt x="1022526" y="124220"/>
                  </a:lnTo>
                  <a:lnTo>
                    <a:pt x="1015339" y="123817"/>
                  </a:lnTo>
                  <a:lnTo>
                    <a:pt x="981435" y="105257"/>
                  </a:lnTo>
                  <a:lnTo>
                    <a:pt x="971281" y="73798"/>
                  </a:lnTo>
                  <a:lnTo>
                    <a:pt x="971690" y="66712"/>
                  </a:lnTo>
                  <a:lnTo>
                    <a:pt x="990564" y="33361"/>
                  </a:lnTo>
                  <a:lnTo>
                    <a:pt x="1022526" y="23366"/>
                  </a:lnTo>
                  <a:lnTo>
                    <a:pt x="1077482" y="23366"/>
                  </a:lnTo>
                  <a:lnTo>
                    <a:pt x="1072774" y="18486"/>
                  </a:lnTo>
                  <a:lnTo>
                    <a:pt x="1038155" y="1534"/>
                  </a:lnTo>
                  <a:lnTo>
                    <a:pt x="1029916" y="383"/>
                  </a:lnTo>
                  <a:lnTo>
                    <a:pt x="1021296" y="0"/>
                  </a:lnTo>
                  <a:close/>
                </a:path>
                <a:path w="1377950" h="147955">
                  <a:moveTo>
                    <a:pt x="1060858" y="107211"/>
                  </a:moveTo>
                  <a:lnTo>
                    <a:pt x="1052622" y="114652"/>
                  </a:lnTo>
                  <a:lnTo>
                    <a:pt x="1043486" y="119968"/>
                  </a:lnTo>
                  <a:lnTo>
                    <a:pt x="1033453" y="123157"/>
                  </a:lnTo>
                  <a:lnTo>
                    <a:pt x="1022526" y="124220"/>
                  </a:lnTo>
                  <a:lnTo>
                    <a:pt x="1077491" y="124220"/>
                  </a:lnTo>
                  <a:lnTo>
                    <a:pt x="1078075" y="123615"/>
                  </a:lnTo>
                  <a:lnTo>
                    <a:pt x="1060858" y="107211"/>
                  </a:lnTo>
                  <a:close/>
                </a:path>
                <a:path w="1377950" h="147955">
                  <a:moveTo>
                    <a:pt x="1077482" y="23366"/>
                  </a:moveTo>
                  <a:lnTo>
                    <a:pt x="1022526" y="23366"/>
                  </a:lnTo>
                  <a:lnTo>
                    <a:pt x="1033453" y="24417"/>
                  </a:lnTo>
                  <a:lnTo>
                    <a:pt x="1043486" y="27570"/>
                  </a:lnTo>
                  <a:lnTo>
                    <a:pt x="1052622" y="32823"/>
                  </a:lnTo>
                  <a:lnTo>
                    <a:pt x="1060858" y="40176"/>
                  </a:lnTo>
                  <a:lnTo>
                    <a:pt x="1078075" y="23981"/>
                  </a:lnTo>
                  <a:lnTo>
                    <a:pt x="1077482" y="23366"/>
                  </a:lnTo>
                  <a:close/>
                </a:path>
                <a:path w="1377950" h="147955">
                  <a:moveTo>
                    <a:pt x="1130352" y="2042"/>
                  </a:moveTo>
                  <a:lnTo>
                    <a:pt x="1103703" y="2042"/>
                  </a:lnTo>
                  <a:lnTo>
                    <a:pt x="1103703" y="145543"/>
                  </a:lnTo>
                  <a:lnTo>
                    <a:pt x="1130352" y="145543"/>
                  </a:lnTo>
                  <a:lnTo>
                    <a:pt x="1130352" y="84043"/>
                  </a:lnTo>
                  <a:lnTo>
                    <a:pt x="1231217" y="84043"/>
                  </a:lnTo>
                  <a:lnTo>
                    <a:pt x="1231217" y="61291"/>
                  </a:lnTo>
                  <a:lnTo>
                    <a:pt x="1130352" y="61291"/>
                  </a:lnTo>
                  <a:lnTo>
                    <a:pt x="1130352" y="2042"/>
                  </a:lnTo>
                  <a:close/>
                </a:path>
                <a:path w="1377950" h="147955">
                  <a:moveTo>
                    <a:pt x="1231217" y="84043"/>
                  </a:moveTo>
                  <a:lnTo>
                    <a:pt x="1204557" y="84043"/>
                  </a:lnTo>
                  <a:lnTo>
                    <a:pt x="1204557" y="145543"/>
                  </a:lnTo>
                  <a:lnTo>
                    <a:pt x="1231217" y="145543"/>
                  </a:lnTo>
                  <a:lnTo>
                    <a:pt x="1231217" y="84043"/>
                  </a:lnTo>
                  <a:close/>
                </a:path>
                <a:path w="1377950" h="147955">
                  <a:moveTo>
                    <a:pt x="1231217" y="2042"/>
                  </a:moveTo>
                  <a:lnTo>
                    <a:pt x="1204557" y="2042"/>
                  </a:lnTo>
                  <a:lnTo>
                    <a:pt x="1204557" y="61291"/>
                  </a:lnTo>
                  <a:lnTo>
                    <a:pt x="1231217" y="61291"/>
                  </a:lnTo>
                  <a:lnTo>
                    <a:pt x="1231217" y="2042"/>
                  </a:lnTo>
                  <a:close/>
                </a:path>
                <a:path w="1377950" h="147955">
                  <a:moveTo>
                    <a:pt x="1374499" y="2042"/>
                  </a:moveTo>
                  <a:lnTo>
                    <a:pt x="1269747" y="2042"/>
                  </a:lnTo>
                  <a:lnTo>
                    <a:pt x="1269747" y="145543"/>
                  </a:lnTo>
                  <a:lnTo>
                    <a:pt x="1377375" y="145543"/>
                  </a:lnTo>
                  <a:lnTo>
                    <a:pt x="1377375" y="123198"/>
                  </a:lnTo>
                  <a:lnTo>
                    <a:pt x="1296407" y="123198"/>
                  </a:lnTo>
                  <a:lnTo>
                    <a:pt x="1296407" y="83636"/>
                  </a:lnTo>
                  <a:lnTo>
                    <a:pt x="1365692" y="83636"/>
                  </a:lnTo>
                  <a:lnTo>
                    <a:pt x="1365692" y="61698"/>
                  </a:lnTo>
                  <a:lnTo>
                    <a:pt x="1296407" y="61698"/>
                  </a:lnTo>
                  <a:lnTo>
                    <a:pt x="1296407" y="24387"/>
                  </a:lnTo>
                  <a:lnTo>
                    <a:pt x="1374499" y="24387"/>
                  </a:lnTo>
                  <a:lnTo>
                    <a:pt x="1374499" y="204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1" name="bg object 19">
              <a:extLst>
                <a:ext uri="{FF2B5EF4-FFF2-40B4-BE49-F238E27FC236}">
                  <a16:creationId xmlns:a16="http://schemas.microsoft.com/office/drawing/2014/main" id="{43EEE3B4-79DD-F09E-60E8-D6BA5E49E7B3}"/>
                </a:ext>
              </a:extLst>
            </p:cNvPr>
            <p:cNvSpPr/>
            <p:nvPr/>
          </p:nvSpPr>
          <p:spPr>
            <a:xfrm>
              <a:off x="1681099" y="942733"/>
              <a:ext cx="2425065" cy="147955"/>
            </a:xfrm>
            <a:custGeom>
              <a:avLst/>
              <a:gdLst/>
              <a:ahLst/>
              <a:cxnLst/>
              <a:rect l="l" t="t" r="r" b="b"/>
              <a:pathLst>
                <a:path w="2425065" h="147955">
                  <a:moveTo>
                    <a:pt x="127508" y="97599"/>
                  </a:moveTo>
                  <a:lnTo>
                    <a:pt x="125183" y="90030"/>
                  </a:lnTo>
                  <a:lnTo>
                    <a:pt x="120002" y="83248"/>
                  </a:lnTo>
                  <a:lnTo>
                    <a:pt x="115900" y="77863"/>
                  </a:lnTo>
                  <a:lnTo>
                    <a:pt x="109613" y="73533"/>
                  </a:lnTo>
                  <a:lnTo>
                    <a:pt x="101676" y="70942"/>
                  </a:lnTo>
                  <a:lnTo>
                    <a:pt x="107429" y="67919"/>
                  </a:lnTo>
                  <a:lnTo>
                    <a:pt x="111937" y="63677"/>
                  </a:lnTo>
                  <a:lnTo>
                    <a:pt x="112636" y="62522"/>
                  </a:lnTo>
                  <a:lnTo>
                    <a:pt x="118491" y="52768"/>
                  </a:lnTo>
                  <a:lnTo>
                    <a:pt x="120142" y="46469"/>
                  </a:lnTo>
                  <a:lnTo>
                    <a:pt x="120142" y="39370"/>
                  </a:lnTo>
                  <a:lnTo>
                    <a:pt x="119278" y="31127"/>
                  </a:lnTo>
                  <a:lnTo>
                    <a:pt x="116700" y="23812"/>
                  </a:lnTo>
                  <a:lnTo>
                    <a:pt x="116128" y="22974"/>
                  </a:lnTo>
                  <a:lnTo>
                    <a:pt x="112407" y="17437"/>
                  </a:lnTo>
                  <a:lnTo>
                    <a:pt x="106387" y="11988"/>
                  </a:lnTo>
                  <a:lnTo>
                    <a:pt x="100660" y="8724"/>
                  </a:lnTo>
                  <a:lnTo>
                    <a:pt x="100660" y="103936"/>
                  </a:lnTo>
                  <a:lnTo>
                    <a:pt x="98729" y="112991"/>
                  </a:lnTo>
                  <a:lnTo>
                    <a:pt x="92925" y="119468"/>
                  </a:lnTo>
                  <a:lnTo>
                    <a:pt x="83248" y="123355"/>
                  </a:lnTo>
                  <a:lnTo>
                    <a:pt x="69710" y="124650"/>
                  </a:lnTo>
                  <a:lnTo>
                    <a:pt x="26657" y="124650"/>
                  </a:lnTo>
                  <a:lnTo>
                    <a:pt x="26657" y="83248"/>
                  </a:lnTo>
                  <a:lnTo>
                    <a:pt x="69710" y="83248"/>
                  </a:lnTo>
                  <a:lnTo>
                    <a:pt x="83248" y="84531"/>
                  </a:lnTo>
                  <a:lnTo>
                    <a:pt x="92925" y="88417"/>
                  </a:lnTo>
                  <a:lnTo>
                    <a:pt x="98729" y="94881"/>
                  </a:lnTo>
                  <a:lnTo>
                    <a:pt x="100660" y="103936"/>
                  </a:lnTo>
                  <a:lnTo>
                    <a:pt x="100660" y="8724"/>
                  </a:lnTo>
                  <a:lnTo>
                    <a:pt x="98793" y="7645"/>
                  </a:lnTo>
                  <a:lnTo>
                    <a:pt x="93281" y="5765"/>
                  </a:lnTo>
                  <a:lnTo>
                    <a:pt x="93281" y="36296"/>
                  </a:lnTo>
                  <a:lnTo>
                    <a:pt x="93281" y="49263"/>
                  </a:lnTo>
                  <a:lnTo>
                    <a:pt x="90779" y="54152"/>
                  </a:lnTo>
                  <a:lnTo>
                    <a:pt x="80810" y="60858"/>
                  </a:lnTo>
                  <a:lnTo>
                    <a:pt x="73672" y="62522"/>
                  </a:lnTo>
                  <a:lnTo>
                    <a:pt x="26657" y="62522"/>
                  </a:lnTo>
                  <a:lnTo>
                    <a:pt x="26657" y="22974"/>
                  </a:lnTo>
                  <a:lnTo>
                    <a:pt x="73672" y="22974"/>
                  </a:lnTo>
                  <a:lnTo>
                    <a:pt x="80810" y="24638"/>
                  </a:lnTo>
                  <a:lnTo>
                    <a:pt x="90779" y="31343"/>
                  </a:lnTo>
                  <a:lnTo>
                    <a:pt x="93281" y="36296"/>
                  </a:lnTo>
                  <a:lnTo>
                    <a:pt x="93281" y="5765"/>
                  </a:lnTo>
                  <a:lnTo>
                    <a:pt x="89738" y="4546"/>
                  </a:lnTo>
                  <a:lnTo>
                    <a:pt x="79222" y="2667"/>
                  </a:lnTo>
                  <a:lnTo>
                    <a:pt x="67246" y="2044"/>
                  </a:lnTo>
                  <a:lnTo>
                    <a:pt x="0" y="2044"/>
                  </a:lnTo>
                  <a:lnTo>
                    <a:pt x="0" y="145554"/>
                  </a:lnTo>
                  <a:lnTo>
                    <a:pt x="71348" y="145554"/>
                  </a:lnTo>
                  <a:lnTo>
                    <a:pt x="113169" y="135394"/>
                  </a:lnTo>
                  <a:lnTo>
                    <a:pt x="122897" y="124650"/>
                  </a:lnTo>
                  <a:lnTo>
                    <a:pt x="123926" y="123126"/>
                  </a:lnTo>
                  <a:lnTo>
                    <a:pt x="126606" y="115404"/>
                  </a:lnTo>
                  <a:lnTo>
                    <a:pt x="127508" y="106616"/>
                  </a:lnTo>
                  <a:lnTo>
                    <a:pt x="127508" y="97599"/>
                  </a:lnTo>
                  <a:close/>
                </a:path>
                <a:path w="2425065" h="147955">
                  <a:moveTo>
                    <a:pt x="280441" y="2044"/>
                  </a:moveTo>
                  <a:lnTo>
                    <a:pt x="254203" y="2044"/>
                  </a:lnTo>
                  <a:lnTo>
                    <a:pt x="254076" y="83032"/>
                  </a:lnTo>
                  <a:lnTo>
                    <a:pt x="251929" y="100482"/>
                  </a:lnTo>
                  <a:lnTo>
                    <a:pt x="245122" y="113665"/>
                  </a:lnTo>
                  <a:lnTo>
                    <a:pt x="233794" y="121589"/>
                  </a:lnTo>
                  <a:lnTo>
                    <a:pt x="217919" y="124218"/>
                  </a:lnTo>
                  <a:lnTo>
                    <a:pt x="201955" y="121589"/>
                  </a:lnTo>
                  <a:lnTo>
                    <a:pt x="190550" y="113665"/>
                  </a:lnTo>
                  <a:lnTo>
                    <a:pt x="183705" y="100482"/>
                  </a:lnTo>
                  <a:lnTo>
                    <a:pt x="181432" y="82003"/>
                  </a:lnTo>
                  <a:lnTo>
                    <a:pt x="181432" y="2044"/>
                  </a:lnTo>
                  <a:lnTo>
                    <a:pt x="154774" y="2044"/>
                  </a:lnTo>
                  <a:lnTo>
                    <a:pt x="154774" y="83032"/>
                  </a:lnTo>
                  <a:lnTo>
                    <a:pt x="155816" y="97713"/>
                  </a:lnTo>
                  <a:lnTo>
                    <a:pt x="180505" y="138201"/>
                  </a:lnTo>
                  <a:lnTo>
                    <a:pt x="217703" y="147599"/>
                  </a:lnTo>
                  <a:lnTo>
                    <a:pt x="231749" y="146558"/>
                  </a:lnTo>
                  <a:lnTo>
                    <a:pt x="269138" y="124218"/>
                  </a:lnTo>
                  <a:lnTo>
                    <a:pt x="280441" y="83032"/>
                  </a:lnTo>
                  <a:lnTo>
                    <a:pt x="280441" y="2044"/>
                  </a:lnTo>
                  <a:close/>
                </a:path>
                <a:path w="2425065" h="147955">
                  <a:moveTo>
                    <a:pt x="445249" y="2044"/>
                  </a:moveTo>
                  <a:lnTo>
                    <a:pt x="418807" y="2044"/>
                  </a:lnTo>
                  <a:lnTo>
                    <a:pt x="418807" y="99212"/>
                  </a:lnTo>
                  <a:lnTo>
                    <a:pt x="377418" y="48387"/>
                  </a:lnTo>
                  <a:lnTo>
                    <a:pt x="339674" y="2044"/>
                  </a:lnTo>
                  <a:lnTo>
                    <a:pt x="317754" y="2044"/>
                  </a:lnTo>
                  <a:lnTo>
                    <a:pt x="317754" y="145554"/>
                  </a:lnTo>
                  <a:lnTo>
                    <a:pt x="344195" y="145554"/>
                  </a:lnTo>
                  <a:lnTo>
                    <a:pt x="344195" y="48387"/>
                  </a:lnTo>
                  <a:lnTo>
                    <a:pt x="423316" y="145554"/>
                  </a:lnTo>
                  <a:lnTo>
                    <a:pt x="445249" y="145554"/>
                  </a:lnTo>
                  <a:lnTo>
                    <a:pt x="445249" y="99212"/>
                  </a:lnTo>
                  <a:lnTo>
                    <a:pt x="445249" y="2044"/>
                  </a:lnTo>
                  <a:close/>
                </a:path>
                <a:path w="2425065" h="147955">
                  <a:moveTo>
                    <a:pt x="624827" y="73799"/>
                  </a:moveTo>
                  <a:lnTo>
                    <a:pt x="614997" y="36195"/>
                  </a:lnTo>
                  <a:lnTo>
                    <a:pt x="597979" y="17678"/>
                  </a:lnTo>
                  <a:lnTo>
                    <a:pt x="597979" y="73799"/>
                  </a:lnTo>
                  <a:lnTo>
                    <a:pt x="597573" y="80962"/>
                  </a:lnTo>
                  <a:lnTo>
                    <a:pt x="573074" y="116954"/>
                  </a:lnTo>
                  <a:lnTo>
                    <a:pt x="545299" y="122999"/>
                  </a:lnTo>
                  <a:lnTo>
                    <a:pt x="510438" y="122999"/>
                  </a:lnTo>
                  <a:lnTo>
                    <a:pt x="510438" y="24625"/>
                  </a:lnTo>
                  <a:lnTo>
                    <a:pt x="545299" y="24625"/>
                  </a:lnTo>
                  <a:lnTo>
                    <a:pt x="587209" y="40424"/>
                  </a:lnTo>
                  <a:lnTo>
                    <a:pt x="597979" y="73799"/>
                  </a:lnTo>
                  <a:lnTo>
                    <a:pt x="597979" y="17678"/>
                  </a:lnTo>
                  <a:lnTo>
                    <a:pt x="557682" y="2603"/>
                  </a:lnTo>
                  <a:lnTo>
                    <a:pt x="546519" y="2044"/>
                  </a:lnTo>
                  <a:lnTo>
                    <a:pt x="483793" y="2044"/>
                  </a:lnTo>
                  <a:lnTo>
                    <a:pt x="483793" y="145554"/>
                  </a:lnTo>
                  <a:lnTo>
                    <a:pt x="546519" y="145554"/>
                  </a:lnTo>
                  <a:lnTo>
                    <a:pt x="587311" y="136639"/>
                  </a:lnTo>
                  <a:lnTo>
                    <a:pt x="619302" y="102958"/>
                  </a:lnTo>
                  <a:lnTo>
                    <a:pt x="624217" y="84150"/>
                  </a:lnTo>
                  <a:lnTo>
                    <a:pt x="624827" y="73799"/>
                  </a:lnTo>
                  <a:close/>
                </a:path>
                <a:path w="2425065" h="147955">
                  <a:moveTo>
                    <a:pt x="760742" y="123215"/>
                  </a:moveTo>
                  <a:lnTo>
                    <a:pt x="679767" y="123215"/>
                  </a:lnTo>
                  <a:lnTo>
                    <a:pt x="679767" y="83642"/>
                  </a:lnTo>
                  <a:lnTo>
                    <a:pt x="749071" y="83642"/>
                  </a:lnTo>
                  <a:lnTo>
                    <a:pt x="749071" y="61696"/>
                  </a:lnTo>
                  <a:lnTo>
                    <a:pt x="679767" y="61696"/>
                  </a:lnTo>
                  <a:lnTo>
                    <a:pt x="679767" y="24396"/>
                  </a:lnTo>
                  <a:lnTo>
                    <a:pt x="757872" y="24396"/>
                  </a:lnTo>
                  <a:lnTo>
                    <a:pt x="757872" y="2044"/>
                  </a:lnTo>
                  <a:lnTo>
                    <a:pt x="653122" y="2044"/>
                  </a:lnTo>
                  <a:lnTo>
                    <a:pt x="653122" y="145554"/>
                  </a:lnTo>
                  <a:lnTo>
                    <a:pt x="760742" y="145554"/>
                  </a:lnTo>
                  <a:lnTo>
                    <a:pt x="760742" y="123215"/>
                  </a:lnTo>
                  <a:close/>
                </a:path>
                <a:path w="2425065" h="147955">
                  <a:moveTo>
                    <a:pt x="892975" y="95681"/>
                  </a:moveTo>
                  <a:lnTo>
                    <a:pt x="862685" y="68643"/>
                  </a:lnTo>
                  <a:lnTo>
                    <a:pt x="834136" y="61036"/>
                  </a:lnTo>
                  <a:lnTo>
                    <a:pt x="827976" y="59321"/>
                  </a:lnTo>
                  <a:lnTo>
                    <a:pt x="818972" y="56311"/>
                  </a:lnTo>
                  <a:lnTo>
                    <a:pt x="815238" y="54267"/>
                  </a:lnTo>
                  <a:lnTo>
                    <a:pt x="809371" y="49060"/>
                  </a:lnTo>
                  <a:lnTo>
                    <a:pt x="807885" y="45720"/>
                  </a:lnTo>
                  <a:lnTo>
                    <a:pt x="807885" y="35737"/>
                  </a:lnTo>
                  <a:lnTo>
                    <a:pt x="810450" y="31026"/>
                  </a:lnTo>
                  <a:lnTo>
                    <a:pt x="820712" y="23926"/>
                  </a:lnTo>
                  <a:lnTo>
                    <a:pt x="828535" y="22148"/>
                  </a:lnTo>
                  <a:lnTo>
                    <a:pt x="845464" y="22148"/>
                  </a:lnTo>
                  <a:lnTo>
                    <a:pt x="852093" y="23101"/>
                  </a:lnTo>
                  <a:lnTo>
                    <a:pt x="865771" y="26936"/>
                  </a:lnTo>
                  <a:lnTo>
                    <a:pt x="872324" y="29743"/>
                  </a:lnTo>
                  <a:lnTo>
                    <a:pt x="878624" y="33426"/>
                  </a:lnTo>
                  <a:lnTo>
                    <a:pt x="883196" y="22148"/>
                  </a:lnTo>
                  <a:lnTo>
                    <a:pt x="845794" y="203"/>
                  </a:lnTo>
                  <a:lnTo>
                    <a:pt x="839254" y="0"/>
                  </a:lnTo>
                  <a:lnTo>
                    <a:pt x="830199" y="368"/>
                  </a:lnTo>
                  <a:lnTo>
                    <a:pt x="792213" y="14732"/>
                  </a:lnTo>
                  <a:lnTo>
                    <a:pt x="781456" y="34912"/>
                  </a:lnTo>
                  <a:lnTo>
                    <a:pt x="781456" y="52285"/>
                  </a:lnTo>
                  <a:lnTo>
                    <a:pt x="811618" y="79451"/>
                  </a:lnTo>
                  <a:lnTo>
                    <a:pt x="840486" y="87210"/>
                  </a:lnTo>
                  <a:lnTo>
                    <a:pt x="846632" y="88912"/>
                  </a:lnTo>
                  <a:lnTo>
                    <a:pt x="855662" y="91922"/>
                  </a:lnTo>
                  <a:lnTo>
                    <a:pt x="859383" y="93992"/>
                  </a:lnTo>
                  <a:lnTo>
                    <a:pt x="865263" y="99326"/>
                  </a:lnTo>
                  <a:lnTo>
                    <a:pt x="866736" y="102717"/>
                  </a:lnTo>
                  <a:lnTo>
                    <a:pt x="866736" y="112407"/>
                  </a:lnTo>
                  <a:lnTo>
                    <a:pt x="864095" y="116916"/>
                  </a:lnTo>
                  <a:lnTo>
                    <a:pt x="853579" y="123761"/>
                  </a:lnTo>
                  <a:lnTo>
                    <a:pt x="845616" y="125476"/>
                  </a:lnTo>
                  <a:lnTo>
                    <a:pt x="834948" y="125476"/>
                  </a:lnTo>
                  <a:lnTo>
                    <a:pt x="793470" y="114325"/>
                  </a:lnTo>
                  <a:lnTo>
                    <a:pt x="787603" y="109689"/>
                  </a:lnTo>
                  <a:lnTo>
                    <a:pt x="778370" y="130378"/>
                  </a:lnTo>
                  <a:lnTo>
                    <a:pt x="818629" y="146431"/>
                  </a:lnTo>
                  <a:lnTo>
                    <a:pt x="834948" y="147599"/>
                  </a:lnTo>
                  <a:lnTo>
                    <a:pt x="844029" y="147243"/>
                  </a:lnTo>
                  <a:lnTo>
                    <a:pt x="882205" y="132918"/>
                  </a:lnTo>
                  <a:lnTo>
                    <a:pt x="892975" y="112890"/>
                  </a:lnTo>
                  <a:lnTo>
                    <a:pt x="892975" y="95681"/>
                  </a:lnTo>
                  <a:close/>
                </a:path>
                <a:path w="2425065" h="147955">
                  <a:moveTo>
                    <a:pt x="1021105" y="122999"/>
                  </a:moveTo>
                  <a:lnTo>
                    <a:pt x="946061" y="122999"/>
                  </a:lnTo>
                  <a:lnTo>
                    <a:pt x="946061" y="2044"/>
                  </a:lnTo>
                  <a:lnTo>
                    <a:pt x="919416" y="2044"/>
                  </a:lnTo>
                  <a:lnTo>
                    <a:pt x="919416" y="145554"/>
                  </a:lnTo>
                  <a:lnTo>
                    <a:pt x="1021105" y="145554"/>
                  </a:lnTo>
                  <a:lnTo>
                    <a:pt x="1021105" y="122999"/>
                  </a:lnTo>
                  <a:close/>
                </a:path>
                <a:path w="2425065" h="147955">
                  <a:moveTo>
                    <a:pt x="1149832" y="123215"/>
                  </a:moveTo>
                  <a:lnTo>
                    <a:pt x="1068857" y="123215"/>
                  </a:lnTo>
                  <a:lnTo>
                    <a:pt x="1068857" y="83642"/>
                  </a:lnTo>
                  <a:lnTo>
                    <a:pt x="1138148" y="83642"/>
                  </a:lnTo>
                  <a:lnTo>
                    <a:pt x="1138148" y="61696"/>
                  </a:lnTo>
                  <a:lnTo>
                    <a:pt x="1068857" y="61696"/>
                  </a:lnTo>
                  <a:lnTo>
                    <a:pt x="1068857" y="24396"/>
                  </a:lnTo>
                  <a:lnTo>
                    <a:pt x="1146975" y="24396"/>
                  </a:lnTo>
                  <a:lnTo>
                    <a:pt x="1146975" y="2044"/>
                  </a:lnTo>
                  <a:lnTo>
                    <a:pt x="1042200" y="2044"/>
                  </a:lnTo>
                  <a:lnTo>
                    <a:pt x="1042200" y="145554"/>
                  </a:lnTo>
                  <a:lnTo>
                    <a:pt x="1149832" y="145554"/>
                  </a:lnTo>
                  <a:lnTo>
                    <a:pt x="1149832" y="123215"/>
                  </a:lnTo>
                  <a:close/>
                </a:path>
                <a:path w="2425065" h="147955">
                  <a:moveTo>
                    <a:pt x="1307071" y="2044"/>
                  </a:moveTo>
                  <a:lnTo>
                    <a:pt x="1280414" y="2044"/>
                  </a:lnTo>
                  <a:lnTo>
                    <a:pt x="1280414" y="61302"/>
                  </a:lnTo>
                  <a:lnTo>
                    <a:pt x="1206195" y="61302"/>
                  </a:lnTo>
                  <a:lnTo>
                    <a:pt x="1206195" y="2044"/>
                  </a:lnTo>
                  <a:lnTo>
                    <a:pt x="1179563" y="2044"/>
                  </a:lnTo>
                  <a:lnTo>
                    <a:pt x="1179563" y="145554"/>
                  </a:lnTo>
                  <a:lnTo>
                    <a:pt x="1206195" y="145554"/>
                  </a:lnTo>
                  <a:lnTo>
                    <a:pt x="1206195" y="84074"/>
                  </a:lnTo>
                  <a:lnTo>
                    <a:pt x="1280414" y="84074"/>
                  </a:lnTo>
                  <a:lnTo>
                    <a:pt x="1280414" y="145554"/>
                  </a:lnTo>
                  <a:lnTo>
                    <a:pt x="1307071" y="145554"/>
                  </a:lnTo>
                  <a:lnTo>
                    <a:pt x="1307071" y="84074"/>
                  </a:lnTo>
                  <a:lnTo>
                    <a:pt x="1307071" y="61302"/>
                  </a:lnTo>
                  <a:lnTo>
                    <a:pt x="1307071" y="2044"/>
                  </a:lnTo>
                  <a:close/>
                </a:path>
                <a:path w="2425065" h="147955">
                  <a:moveTo>
                    <a:pt x="1468196" y="145554"/>
                  </a:moveTo>
                  <a:lnTo>
                    <a:pt x="1438770" y="103530"/>
                  </a:lnTo>
                  <a:lnTo>
                    <a:pt x="1435188" y="98425"/>
                  </a:lnTo>
                  <a:lnTo>
                    <a:pt x="1442135" y="95173"/>
                  </a:lnTo>
                  <a:lnTo>
                    <a:pt x="1448231" y="91186"/>
                  </a:lnTo>
                  <a:lnTo>
                    <a:pt x="1453464" y="86448"/>
                  </a:lnTo>
                  <a:lnTo>
                    <a:pt x="1457172" y="81800"/>
                  </a:lnTo>
                  <a:lnTo>
                    <a:pt x="1457833" y="80987"/>
                  </a:lnTo>
                  <a:lnTo>
                    <a:pt x="1461287" y="74853"/>
                  </a:lnTo>
                  <a:lnTo>
                    <a:pt x="1463763" y="68173"/>
                  </a:lnTo>
                  <a:lnTo>
                    <a:pt x="1465237" y="60921"/>
                  </a:lnTo>
                  <a:lnTo>
                    <a:pt x="1465732" y="53098"/>
                  </a:lnTo>
                  <a:lnTo>
                    <a:pt x="1465275" y="45478"/>
                  </a:lnTo>
                  <a:lnTo>
                    <a:pt x="1463890" y="38392"/>
                  </a:lnTo>
                  <a:lnTo>
                    <a:pt x="1461579" y="31851"/>
                  </a:lnTo>
                  <a:lnTo>
                    <a:pt x="1458353" y="25844"/>
                  </a:lnTo>
                  <a:lnTo>
                    <a:pt x="1457426" y="24625"/>
                  </a:lnTo>
                  <a:lnTo>
                    <a:pt x="1454251" y="20434"/>
                  </a:lnTo>
                  <a:lnTo>
                    <a:pt x="1449362" y="15697"/>
                  </a:lnTo>
                  <a:lnTo>
                    <a:pt x="1443647" y="11620"/>
                  </a:lnTo>
                  <a:lnTo>
                    <a:pt x="1438884" y="9131"/>
                  </a:lnTo>
                  <a:lnTo>
                    <a:pt x="1438884" y="43942"/>
                  </a:lnTo>
                  <a:lnTo>
                    <a:pt x="1438884" y="62255"/>
                  </a:lnTo>
                  <a:lnTo>
                    <a:pt x="1403413" y="81800"/>
                  </a:lnTo>
                  <a:lnTo>
                    <a:pt x="1372260" y="81800"/>
                  </a:lnTo>
                  <a:lnTo>
                    <a:pt x="1372260" y="24625"/>
                  </a:lnTo>
                  <a:lnTo>
                    <a:pt x="1403413" y="24625"/>
                  </a:lnTo>
                  <a:lnTo>
                    <a:pt x="1438884" y="43942"/>
                  </a:lnTo>
                  <a:lnTo>
                    <a:pt x="1438884" y="9131"/>
                  </a:lnTo>
                  <a:lnTo>
                    <a:pt x="1404645" y="2044"/>
                  </a:lnTo>
                  <a:lnTo>
                    <a:pt x="1345603" y="2044"/>
                  </a:lnTo>
                  <a:lnTo>
                    <a:pt x="1345603" y="145554"/>
                  </a:lnTo>
                  <a:lnTo>
                    <a:pt x="1372260" y="145554"/>
                  </a:lnTo>
                  <a:lnTo>
                    <a:pt x="1372260" y="103746"/>
                  </a:lnTo>
                  <a:lnTo>
                    <a:pt x="1407109" y="103746"/>
                  </a:lnTo>
                  <a:lnTo>
                    <a:pt x="1408950" y="103657"/>
                  </a:lnTo>
                  <a:lnTo>
                    <a:pt x="1410182" y="103530"/>
                  </a:lnTo>
                  <a:lnTo>
                    <a:pt x="1439494" y="145554"/>
                  </a:lnTo>
                  <a:lnTo>
                    <a:pt x="1468196" y="145554"/>
                  </a:lnTo>
                  <a:close/>
                </a:path>
                <a:path w="2425065" h="147955">
                  <a:moveTo>
                    <a:pt x="1630743" y="145554"/>
                  </a:moveTo>
                  <a:lnTo>
                    <a:pt x="1615757" y="112344"/>
                  </a:lnTo>
                  <a:lnTo>
                    <a:pt x="1606321" y="91440"/>
                  </a:lnTo>
                  <a:lnTo>
                    <a:pt x="1579714" y="32473"/>
                  </a:lnTo>
                  <a:lnTo>
                    <a:pt x="1579714" y="91440"/>
                  </a:lnTo>
                  <a:lnTo>
                    <a:pt x="1525803" y="91440"/>
                  </a:lnTo>
                  <a:lnTo>
                    <a:pt x="1552651" y="28702"/>
                  </a:lnTo>
                  <a:lnTo>
                    <a:pt x="1579714" y="91440"/>
                  </a:lnTo>
                  <a:lnTo>
                    <a:pt x="1579714" y="32473"/>
                  </a:lnTo>
                  <a:lnTo>
                    <a:pt x="1578013" y="28702"/>
                  </a:lnTo>
                  <a:lnTo>
                    <a:pt x="1565973" y="2044"/>
                  </a:lnTo>
                  <a:lnTo>
                    <a:pt x="1539735" y="2044"/>
                  </a:lnTo>
                  <a:lnTo>
                    <a:pt x="1475155" y="145554"/>
                  </a:lnTo>
                  <a:lnTo>
                    <a:pt x="1502625" y="145554"/>
                  </a:lnTo>
                  <a:lnTo>
                    <a:pt x="1516773" y="112344"/>
                  </a:lnTo>
                  <a:lnTo>
                    <a:pt x="1588516" y="112344"/>
                  </a:lnTo>
                  <a:lnTo>
                    <a:pt x="1602867" y="145554"/>
                  </a:lnTo>
                  <a:lnTo>
                    <a:pt x="1630743" y="145554"/>
                  </a:lnTo>
                  <a:close/>
                </a:path>
                <a:path w="2425065" h="147955">
                  <a:moveTo>
                    <a:pt x="1776501" y="2044"/>
                  </a:moveTo>
                  <a:lnTo>
                    <a:pt x="1750072" y="2044"/>
                  </a:lnTo>
                  <a:lnTo>
                    <a:pt x="1750072" y="99212"/>
                  </a:lnTo>
                  <a:lnTo>
                    <a:pt x="1708670" y="48387"/>
                  </a:lnTo>
                  <a:lnTo>
                    <a:pt x="1670939" y="2044"/>
                  </a:lnTo>
                  <a:lnTo>
                    <a:pt x="1648993" y="2044"/>
                  </a:lnTo>
                  <a:lnTo>
                    <a:pt x="1648993" y="145554"/>
                  </a:lnTo>
                  <a:lnTo>
                    <a:pt x="1675447" y="145554"/>
                  </a:lnTo>
                  <a:lnTo>
                    <a:pt x="1675447" y="48387"/>
                  </a:lnTo>
                  <a:lnTo>
                    <a:pt x="1754568" y="145554"/>
                  </a:lnTo>
                  <a:lnTo>
                    <a:pt x="1776501" y="145554"/>
                  </a:lnTo>
                  <a:lnTo>
                    <a:pt x="1776501" y="99212"/>
                  </a:lnTo>
                  <a:lnTo>
                    <a:pt x="1776501" y="2044"/>
                  </a:lnTo>
                  <a:close/>
                </a:path>
                <a:path w="2425065" h="147955">
                  <a:moveTo>
                    <a:pt x="1917547" y="95681"/>
                  </a:moveTo>
                  <a:lnTo>
                    <a:pt x="1887258" y="68643"/>
                  </a:lnTo>
                  <a:lnTo>
                    <a:pt x="1858708" y="61036"/>
                  </a:lnTo>
                  <a:lnTo>
                    <a:pt x="1852561" y="59321"/>
                  </a:lnTo>
                  <a:lnTo>
                    <a:pt x="1843532" y="56311"/>
                  </a:lnTo>
                  <a:lnTo>
                    <a:pt x="1839810" y="54267"/>
                  </a:lnTo>
                  <a:lnTo>
                    <a:pt x="1833943" y="49060"/>
                  </a:lnTo>
                  <a:lnTo>
                    <a:pt x="1832470" y="45720"/>
                  </a:lnTo>
                  <a:lnTo>
                    <a:pt x="1832470" y="35737"/>
                  </a:lnTo>
                  <a:lnTo>
                    <a:pt x="1835035" y="31026"/>
                  </a:lnTo>
                  <a:lnTo>
                    <a:pt x="1845284" y="23926"/>
                  </a:lnTo>
                  <a:lnTo>
                    <a:pt x="1853107" y="22148"/>
                  </a:lnTo>
                  <a:lnTo>
                    <a:pt x="1870062" y="22148"/>
                  </a:lnTo>
                  <a:lnTo>
                    <a:pt x="1876679" y="23101"/>
                  </a:lnTo>
                  <a:lnTo>
                    <a:pt x="1890356" y="26936"/>
                  </a:lnTo>
                  <a:lnTo>
                    <a:pt x="1896910" y="29743"/>
                  </a:lnTo>
                  <a:lnTo>
                    <a:pt x="1903196" y="33426"/>
                  </a:lnTo>
                  <a:lnTo>
                    <a:pt x="1907768" y="22148"/>
                  </a:lnTo>
                  <a:lnTo>
                    <a:pt x="1870367" y="203"/>
                  </a:lnTo>
                  <a:lnTo>
                    <a:pt x="1863839" y="0"/>
                  </a:lnTo>
                  <a:lnTo>
                    <a:pt x="1854771" y="368"/>
                  </a:lnTo>
                  <a:lnTo>
                    <a:pt x="1816785" y="14732"/>
                  </a:lnTo>
                  <a:lnTo>
                    <a:pt x="1806028" y="34912"/>
                  </a:lnTo>
                  <a:lnTo>
                    <a:pt x="1806028" y="52285"/>
                  </a:lnTo>
                  <a:lnTo>
                    <a:pt x="1836191" y="79451"/>
                  </a:lnTo>
                  <a:lnTo>
                    <a:pt x="1865058" y="87210"/>
                  </a:lnTo>
                  <a:lnTo>
                    <a:pt x="1871218" y="88912"/>
                  </a:lnTo>
                  <a:lnTo>
                    <a:pt x="1880235" y="91922"/>
                  </a:lnTo>
                  <a:lnTo>
                    <a:pt x="1883956" y="93992"/>
                  </a:lnTo>
                  <a:lnTo>
                    <a:pt x="1889836" y="99326"/>
                  </a:lnTo>
                  <a:lnTo>
                    <a:pt x="1891309" y="102717"/>
                  </a:lnTo>
                  <a:lnTo>
                    <a:pt x="1891309" y="112407"/>
                  </a:lnTo>
                  <a:lnTo>
                    <a:pt x="1888680" y="116916"/>
                  </a:lnTo>
                  <a:lnTo>
                    <a:pt x="1878152" y="123761"/>
                  </a:lnTo>
                  <a:lnTo>
                    <a:pt x="1870202" y="125476"/>
                  </a:lnTo>
                  <a:lnTo>
                    <a:pt x="1859534" y="125476"/>
                  </a:lnTo>
                  <a:lnTo>
                    <a:pt x="1818043" y="114325"/>
                  </a:lnTo>
                  <a:lnTo>
                    <a:pt x="1812175" y="109689"/>
                  </a:lnTo>
                  <a:lnTo>
                    <a:pt x="1802955" y="130378"/>
                  </a:lnTo>
                  <a:lnTo>
                    <a:pt x="1843201" y="146431"/>
                  </a:lnTo>
                  <a:lnTo>
                    <a:pt x="1859534" y="147599"/>
                  </a:lnTo>
                  <a:lnTo>
                    <a:pt x="1868601" y="147243"/>
                  </a:lnTo>
                  <a:lnTo>
                    <a:pt x="1906790" y="132918"/>
                  </a:lnTo>
                  <a:lnTo>
                    <a:pt x="1911756" y="125476"/>
                  </a:lnTo>
                  <a:lnTo>
                    <a:pt x="1915401" y="120078"/>
                  </a:lnTo>
                  <a:lnTo>
                    <a:pt x="1917547" y="112890"/>
                  </a:lnTo>
                  <a:lnTo>
                    <a:pt x="1917547" y="95681"/>
                  </a:lnTo>
                  <a:close/>
                </a:path>
                <a:path w="2425065" h="147955">
                  <a:moveTo>
                    <a:pt x="2045271" y="2044"/>
                  </a:moveTo>
                  <a:lnTo>
                    <a:pt x="1923503" y="2044"/>
                  </a:lnTo>
                  <a:lnTo>
                    <a:pt x="1923503" y="24612"/>
                  </a:lnTo>
                  <a:lnTo>
                    <a:pt x="1971065" y="24612"/>
                  </a:lnTo>
                  <a:lnTo>
                    <a:pt x="1971065" y="145554"/>
                  </a:lnTo>
                  <a:lnTo>
                    <a:pt x="1997722" y="145554"/>
                  </a:lnTo>
                  <a:lnTo>
                    <a:pt x="1997722" y="24612"/>
                  </a:lnTo>
                  <a:lnTo>
                    <a:pt x="2045271" y="24612"/>
                  </a:lnTo>
                  <a:lnTo>
                    <a:pt x="2045271" y="2044"/>
                  </a:lnTo>
                  <a:close/>
                </a:path>
                <a:path w="2425065" h="147955">
                  <a:moveTo>
                    <a:pt x="2193480" y="145554"/>
                  </a:moveTo>
                  <a:lnTo>
                    <a:pt x="2178494" y="112344"/>
                  </a:lnTo>
                  <a:lnTo>
                    <a:pt x="2169058" y="91440"/>
                  </a:lnTo>
                  <a:lnTo>
                    <a:pt x="2142439" y="32473"/>
                  </a:lnTo>
                  <a:lnTo>
                    <a:pt x="2142439" y="91440"/>
                  </a:lnTo>
                  <a:lnTo>
                    <a:pt x="2088527" y="91440"/>
                  </a:lnTo>
                  <a:lnTo>
                    <a:pt x="2115375" y="28702"/>
                  </a:lnTo>
                  <a:lnTo>
                    <a:pt x="2142439" y="91440"/>
                  </a:lnTo>
                  <a:lnTo>
                    <a:pt x="2142439" y="32473"/>
                  </a:lnTo>
                  <a:lnTo>
                    <a:pt x="2140737" y="28702"/>
                  </a:lnTo>
                  <a:lnTo>
                    <a:pt x="2128697" y="2044"/>
                  </a:lnTo>
                  <a:lnTo>
                    <a:pt x="2102472" y="2044"/>
                  </a:lnTo>
                  <a:lnTo>
                    <a:pt x="2037892" y="145554"/>
                  </a:lnTo>
                  <a:lnTo>
                    <a:pt x="2065362" y="145554"/>
                  </a:lnTo>
                  <a:lnTo>
                    <a:pt x="2079510" y="112344"/>
                  </a:lnTo>
                  <a:lnTo>
                    <a:pt x="2151253" y="112344"/>
                  </a:lnTo>
                  <a:lnTo>
                    <a:pt x="2165604" y="145554"/>
                  </a:lnTo>
                  <a:lnTo>
                    <a:pt x="2193480" y="145554"/>
                  </a:lnTo>
                  <a:close/>
                </a:path>
                <a:path w="2425065" h="147955">
                  <a:moveTo>
                    <a:pt x="2313406" y="122694"/>
                  </a:moveTo>
                  <a:lnTo>
                    <a:pt x="2238387" y="122694"/>
                  </a:lnTo>
                  <a:lnTo>
                    <a:pt x="2238387" y="2044"/>
                  </a:lnTo>
                  <a:lnTo>
                    <a:pt x="2211730" y="2044"/>
                  </a:lnTo>
                  <a:lnTo>
                    <a:pt x="2211730" y="122694"/>
                  </a:lnTo>
                  <a:lnTo>
                    <a:pt x="2211730" y="145554"/>
                  </a:lnTo>
                  <a:lnTo>
                    <a:pt x="2313406" y="145554"/>
                  </a:lnTo>
                  <a:lnTo>
                    <a:pt x="2313406" y="122694"/>
                  </a:lnTo>
                  <a:close/>
                </a:path>
                <a:path w="2425065" h="147955">
                  <a:moveTo>
                    <a:pt x="2424519" y="2044"/>
                  </a:moveTo>
                  <a:lnTo>
                    <a:pt x="2302751" y="2044"/>
                  </a:lnTo>
                  <a:lnTo>
                    <a:pt x="2302751" y="24612"/>
                  </a:lnTo>
                  <a:lnTo>
                    <a:pt x="2350312" y="24612"/>
                  </a:lnTo>
                  <a:lnTo>
                    <a:pt x="2350312" y="145554"/>
                  </a:lnTo>
                  <a:lnTo>
                    <a:pt x="2376957" y="145554"/>
                  </a:lnTo>
                  <a:lnTo>
                    <a:pt x="2376957" y="24612"/>
                  </a:lnTo>
                  <a:lnTo>
                    <a:pt x="2424519" y="24612"/>
                  </a:lnTo>
                  <a:lnTo>
                    <a:pt x="2424519" y="20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32" name="bg object 20">
              <a:extLst>
                <a:ext uri="{FF2B5EF4-FFF2-40B4-BE49-F238E27FC236}">
                  <a16:creationId xmlns:a16="http://schemas.microsoft.com/office/drawing/2014/main" id="{A9557956-F417-5336-6671-BFF416C11DD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70866" y="1162292"/>
              <a:ext cx="1626431" cy="184282"/>
            </a:xfrm>
            <a:prstGeom prst="rect">
              <a:avLst/>
            </a:prstGeom>
          </p:spPr>
        </p:pic>
        <p:pic>
          <p:nvPicPr>
            <p:cNvPr id="33" name="bg object 21">
              <a:extLst>
                <a:ext uri="{FF2B5EF4-FFF2-40B4-BE49-F238E27FC236}">
                  <a16:creationId xmlns:a16="http://schemas.microsoft.com/office/drawing/2014/main" id="{395430C4-D82E-79AD-37C2-645C8CFAB96F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5193" y="1306787"/>
              <a:ext cx="107763" cy="87034"/>
            </a:xfrm>
            <a:prstGeom prst="rect">
              <a:avLst/>
            </a:prstGeom>
          </p:spPr>
        </p:pic>
        <p:pic>
          <p:nvPicPr>
            <p:cNvPr id="34" name="bg object 22">
              <a:extLst>
                <a:ext uri="{FF2B5EF4-FFF2-40B4-BE49-F238E27FC236}">
                  <a16:creationId xmlns:a16="http://schemas.microsoft.com/office/drawing/2014/main" id="{4CCAFCFF-54B2-5DE0-733F-AF3056E8173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75193" y="1076971"/>
              <a:ext cx="110546" cy="84793"/>
            </a:xfrm>
            <a:prstGeom prst="rect">
              <a:avLst/>
            </a:prstGeom>
          </p:spPr>
        </p:pic>
        <p:sp>
          <p:nvSpPr>
            <p:cNvPr id="35" name="bg object 23">
              <a:extLst>
                <a:ext uri="{FF2B5EF4-FFF2-40B4-BE49-F238E27FC236}">
                  <a16:creationId xmlns:a16="http://schemas.microsoft.com/office/drawing/2014/main" id="{3E8F0EC4-687E-D8E8-1F36-C6344FB84973}"/>
                </a:ext>
              </a:extLst>
            </p:cNvPr>
            <p:cNvSpPr/>
            <p:nvPr/>
          </p:nvSpPr>
          <p:spPr>
            <a:xfrm>
              <a:off x="375183" y="854443"/>
              <a:ext cx="107950" cy="74930"/>
            </a:xfrm>
            <a:custGeom>
              <a:avLst/>
              <a:gdLst/>
              <a:ahLst/>
              <a:cxnLst/>
              <a:rect l="l" t="t" r="r" b="b"/>
              <a:pathLst>
                <a:path w="107950" h="74930">
                  <a:moveTo>
                    <a:pt x="107772" y="0"/>
                  </a:moveTo>
                  <a:lnTo>
                    <a:pt x="88392" y="0"/>
                  </a:lnTo>
                  <a:lnTo>
                    <a:pt x="88392" y="53340"/>
                  </a:lnTo>
                  <a:lnTo>
                    <a:pt x="0" y="53340"/>
                  </a:lnTo>
                  <a:lnTo>
                    <a:pt x="0" y="74930"/>
                  </a:lnTo>
                  <a:lnTo>
                    <a:pt x="107772" y="74930"/>
                  </a:lnTo>
                  <a:lnTo>
                    <a:pt x="107772" y="53340"/>
                  </a:lnTo>
                  <a:lnTo>
                    <a:pt x="10777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36" name="bg object 24">
              <a:extLst>
                <a:ext uri="{FF2B5EF4-FFF2-40B4-BE49-F238E27FC236}">
                  <a16:creationId xmlns:a16="http://schemas.microsoft.com/office/drawing/2014/main" id="{495CE405-00F4-C8C6-0B6F-50310810F23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75193" y="611628"/>
              <a:ext cx="107763" cy="102010"/>
            </a:xfrm>
            <a:prstGeom prst="rect">
              <a:avLst/>
            </a:prstGeom>
          </p:spPr>
        </p:pic>
        <p:pic>
          <p:nvPicPr>
            <p:cNvPr id="37" name="bg object 25">
              <a:extLst>
                <a:ext uri="{FF2B5EF4-FFF2-40B4-BE49-F238E27FC236}">
                  <a16:creationId xmlns:a16="http://schemas.microsoft.com/office/drawing/2014/main" id="{ECB1C0E0-9E0D-5B87-AA33-09AA02E7E70B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75197" y="384057"/>
              <a:ext cx="107763" cy="79947"/>
            </a:xfrm>
            <a:prstGeom prst="rect">
              <a:avLst/>
            </a:prstGeom>
          </p:spPr>
        </p:pic>
        <p:sp>
          <p:nvSpPr>
            <p:cNvPr id="38" name="bg object 26">
              <a:extLst>
                <a:ext uri="{FF2B5EF4-FFF2-40B4-BE49-F238E27FC236}">
                  <a16:creationId xmlns:a16="http://schemas.microsoft.com/office/drawing/2014/main" id="{1FB610C6-C819-9C68-F7BF-06A922FF8282}"/>
                </a:ext>
              </a:extLst>
            </p:cNvPr>
            <p:cNvSpPr/>
            <p:nvPr/>
          </p:nvSpPr>
          <p:spPr>
            <a:xfrm>
              <a:off x="581799" y="375193"/>
              <a:ext cx="12700" cy="233045"/>
            </a:xfrm>
            <a:custGeom>
              <a:avLst/>
              <a:gdLst/>
              <a:ahLst/>
              <a:cxnLst/>
              <a:rect l="l" t="t" r="r" b="b"/>
              <a:pathLst>
                <a:path w="12700" h="233045">
                  <a:moveTo>
                    <a:pt x="12225" y="0"/>
                  </a:moveTo>
                  <a:lnTo>
                    <a:pt x="0" y="0"/>
                  </a:lnTo>
                  <a:lnTo>
                    <a:pt x="0" y="232817"/>
                  </a:lnTo>
                  <a:lnTo>
                    <a:pt x="12225" y="232817"/>
                  </a:lnTo>
                  <a:lnTo>
                    <a:pt x="122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9" name="bg object 27">
              <a:extLst>
                <a:ext uri="{FF2B5EF4-FFF2-40B4-BE49-F238E27FC236}">
                  <a16:creationId xmlns:a16="http://schemas.microsoft.com/office/drawing/2014/main" id="{557C0030-D065-7E00-259F-642DF4E759FF}"/>
                </a:ext>
              </a:extLst>
            </p:cNvPr>
            <p:cNvSpPr/>
            <p:nvPr/>
          </p:nvSpPr>
          <p:spPr>
            <a:xfrm>
              <a:off x="1325245" y="638864"/>
              <a:ext cx="52069" cy="137160"/>
            </a:xfrm>
            <a:custGeom>
              <a:avLst/>
              <a:gdLst/>
              <a:ahLst/>
              <a:cxnLst/>
              <a:rect l="l" t="t" r="r" b="b"/>
              <a:pathLst>
                <a:path w="52069" h="137159">
                  <a:moveTo>
                    <a:pt x="51880" y="0"/>
                  </a:moveTo>
                  <a:lnTo>
                    <a:pt x="0" y="0"/>
                  </a:lnTo>
                  <a:lnTo>
                    <a:pt x="0" y="137101"/>
                  </a:lnTo>
                  <a:lnTo>
                    <a:pt x="20256" y="106758"/>
                  </a:lnTo>
                  <a:lnTo>
                    <a:pt x="35961" y="73494"/>
                  </a:lnTo>
                  <a:lnTo>
                    <a:pt x="46655" y="37759"/>
                  </a:lnTo>
                  <a:lnTo>
                    <a:pt x="518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0" name="bg object 28">
              <a:extLst>
                <a:ext uri="{FF2B5EF4-FFF2-40B4-BE49-F238E27FC236}">
                  <a16:creationId xmlns:a16="http://schemas.microsoft.com/office/drawing/2014/main" id="{CF2570ED-3579-6782-C0FB-DE24669CC65C}"/>
                </a:ext>
              </a:extLst>
            </p:cNvPr>
            <p:cNvSpPr/>
            <p:nvPr/>
          </p:nvSpPr>
          <p:spPr>
            <a:xfrm>
              <a:off x="639025" y="898740"/>
              <a:ext cx="738505" cy="496570"/>
            </a:xfrm>
            <a:custGeom>
              <a:avLst/>
              <a:gdLst/>
              <a:ahLst/>
              <a:cxnLst/>
              <a:rect l="l" t="t" r="r" b="b"/>
              <a:pathLst>
                <a:path w="738505" h="496569">
                  <a:moveTo>
                    <a:pt x="15113" y="263702"/>
                  </a:moveTo>
                  <a:lnTo>
                    <a:pt x="0" y="263702"/>
                  </a:lnTo>
                  <a:lnTo>
                    <a:pt x="0" y="496519"/>
                  </a:lnTo>
                  <a:lnTo>
                    <a:pt x="15113" y="496519"/>
                  </a:lnTo>
                  <a:lnTo>
                    <a:pt x="15113" y="263702"/>
                  </a:lnTo>
                  <a:close/>
                </a:path>
                <a:path w="738505" h="496569">
                  <a:moveTo>
                    <a:pt x="15113" y="38"/>
                  </a:moveTo>
                  <a:lnTo>
                    <a:pt x="0" y="38"/>
                  </a:lnTo>
                  <a:lnTo>
                    <a:pt x="0" y="232854"/>
                  </a:lnTo>
                  <a:lnTo>
                    <a:pt x="15113" y="232854"/>
                  </a:lnTo>
                  <a:lnTo>
                    <a:pt x="15113" y="38"/>
                  </a:lnTo>
                  <a:close/>
                </a:path>
                <a:path w="738505" h="496569">
                  <a:moveTo>
                    <a:pt x="75272" y="263702"/>
                  </a:moveTo>
                  <a:lnTo>
                    <a:pt x="57150" y="263702"/>
                  </a:lnTo>
                  <a:lnTo>
                    <a:pt x="57150" y="496519"/>
                  </a:lnTo>
                  <a:lnTo>
                    <a:pt x="75272" y="496519"/>
                  </a:lnTo>
                  <a:lnTo>
                    <a:pt x="75272" y="263702"/>
                  </a:lnTo>
                  <a:close/>
                </a:path>
                <a:path w="738505" h="496569">
                  <a:moveTo>
                    <a:pt x="75272" y="38"/>
                  </a:moveTo>
                  <a:lnTo>
                    <a:pt x="57150" y="38"/>
                  </a:lnTo>
                  <a:lnTo>
                    <a:pt x="57150" y="232854"/>
                  </a:lnTo>
                  <a:lnTo>
                    <a:pt x="75272" y="232854"/>
                  </a:lnTo>
                  <a:lnTo>
                    <a:pt x="75272" y="38"/>
                  </a:lnTo>
                  <a:close/>
                </a:path>
                <a:path w="738505" h="496569">
                  <a:moveTo>
                    <a:pt x="135407" y="263702"/>
                  </a:moveTo>
                  <a:lnTo>
                    <a:pt x="114338" y="263702"/>
                  </a:lnTo>
                  <a:lnTo>
                    <a:pt x="114338" y="496519"/>
                  </a:lnTo>
                  <a:lnTo>
                    <a:pt x="135407" y="496519"/>
                  </a:lnTo>
                  <a:lnTo>
                    <a:pt x="135407" y="263702"/>
                  </a:lnTo>
                  <a:close/>
                </a:path>
                <a:path w="738505" h="496569">
                  <a:moveTo>
                    <a:pt x="135407" y="38"/>
                  </a:moveTo>
                  <a:lnTo>
                    <a:pt x="114338" y="38"/>
                  </a:lnTo>
                  <a:lnTo>
                    <a:pt x="114338" y="232854"/>
                  </a:lnTo>
                  <a:lnTo>
                    <a:pt x="135407" y="232854"/>
                  </a:lnTo>
                  <a:lnTo>
                    <a:pt x="135407" y="38"/>
                  </a:lnTo>
                  <a:close/>
                </a:path>
                <a:path w="738505" h="496569">
                  <a:moveTo>
                    <a:pt x="195516" y="263702"/>
                  </a:moveTo>
                  <a:lnTo>
                    <a:pt x="171526" y="263702"/>
                  </a:lnTo>
                  <a:lnTo>
                    <a:pt x="171526" y="496519"/>
                  </a:lnTo>
                  <a:lnTo>
                    <a:pt x="195516" y="496519"/>
                  </a:lnTo>
                  <a:lnTo>
                    <a:pt x="195516" y="263702"/>
                  </a:lnTo>
                  <a:close/>
                </a:path>
                <a:path w="738505" h="496569">
                  <a:moveTo>
                    <a:pt x="195516" y="38"/>
                  </a:moveTo>
                  <a:lnTo>
                    <a:pt x="171526" y="38"/>
                  </a:lnTo>
                  <a:lnTo>
                    <a:pt x="171526" y="232854"/>
                  </a:lnTo>
                  <a:lnTo>
                    <a:pt x="195516" y="232854"/>
                  </a:lnTo>
                  <a:lnTo>
                    <a:pt x="195516" y="38"/>
                  </a:lnTo>
                  <a:close/>
                </a:path>
                <a:path w="738505" h="496569">
                  <a:moveTo>
                    <a:pt x="255651" y="263702"/>
                  </a:moveTo>
                  <a:lnTo>
                    <a:pt x="228714" y="263702"/>
                  </a:lnTo>
                  <a:lnTo>
                    <a:pt x="228714" y="496519"/>
                  </a:lnTo>
                  <a:lnTo>
                    <a:pt x="255651" y="496519"/>
                  </a:lnTo>
                  <a:lnTo>
                    <a:pt x="255651" y="263702"/>
                  </a:lnTo>
                  <a:close/>
                </a:path>
                <a:path w="738505" h="496569">
                  <a:moveTo>
                    <a:pt x="255651" y="38"/>
                  </a:moveTo>
                  <a:lnTo>
                    <a:pt x="228714" y="38"/>
                  </a:lnTo>
                  <a:lnTo>
                    <a:pt x="228714" y="232854"/>
                  </a:lnTo>
                  <a:lnTo>
                    <a:pt x="255651" y="232854"/>
                  </a:lnTo>
                  <a:lnTo>
                    <a:pt x="255651" y="38"/>
                  </a:lnTo>
                  <a:close/>
                </a:path>
                <a:path w="738505" h="496569">
                  <a:moveTo>
                    <a:pt x="315798" y="263702"/>
                  </a:moveTo>
                  <a:lnTo>
                    <a:pt x="285877" y="263702"/>
                  </a:lnTo>
                  <a:lnTo>
                    <a:pt x="285877" y="496519"/>
                  </a:lnTo>
                  <a:lnTo>
                    <a:pt x="315798" y="496519"/>
                  </a:lnTo>
                  <a:lnTo>
                    <a:pt x="315798" y="263702"/>
                  </a:lnTo>
                  <a:close/>
                </a:path>
                <a:path w="738505" h="496569">
                  <a:moveTo>
                    <a:pt x="315798" y="38"/>
                  </a:moveTo>
                  <a:lnTo>
                    <a:pt x="285877" y="38"/>
                  </a:lnTo>
                  <a:lnTo>
                    <a:pt x="285877" y="232854"/>
                  </a:lnTo>
                  <a:lnTo>
                    <a:pt x="315798" y="232854"/>
                  </a:lnTo>
                  <a:lnTo>
                    <a:pt x="315798" y="38"/>
                  </a:lnTo>
                  <a:close/>
                </a:path>
                <a:path w="738505" h="496569">
                  <a:moveTo>
                    <a:pt x="375932" y="263702"/>
                  </a:moveTo>
                  <a:lnTo>
                    <a:pt x="343103" y="263702"/>
                  </a:lnTo>
                  <a:lnTo>
                    <a:pt x="343103" y="496519"/>
                  </a:lnTo>
                  <a:lnTo>
                    <a:pt x="375932" y="496519"/>
                  </a:lnTo>
                  <a:lnTo>
                    <a:pt x="375932" y="263702"/>
                  </a:lnTo>
                  <a:close/>
                </a:path>
                <a:path w="738505" h="496569">
                  <a:moveTo>
                    <a:pt x="375932" y="38"/>
                  </a:moveTo>
                  <a:lnTo>
                    <a:pt x="343103" y="38"/>
                  </a:lnTo>
                  <a:lnTo>
                    <a:pt x="343103" y="232854"/>
                  </a:lnTo>
                  <a:lnTo>
                    <a:pt x="375932" y="232854"/>
                  </a:lnTo>
                  <a:lnTo>
                    <a:pt x="375932" y="38"/>
                  </a:lnTo>
                  <a:close/>
                </a:path>
                <a:path w="738505" h="496569">
                  <a:moveTo>
                    <a:pt x="436067" y="263702"/>
                  </a:moveTo>
                  <a:lnTo>
                    <a:pt x="400253" y="263702"/>
                  </a:lnTo>
                  <a:lnTo>
                    <a:pt x="400253" y="496519"/>
                  </a:lnTo>
                  <a:lnTo>
                    <a:pt x="436067" y="496519"/>
                  </a:lnTo>
                  <a:lnTo>
                    <a:pt x="436067" y="263702"/>
                  </a:lnTo>
                  <a:close/>
                </a:path>
                <a:path w="738505" h="496569">
                  <a:moveTo>
                    <a:pt x="436067" y="38"/>
                  </a:moveTo>
                  <a:lnTo>
                    <a:pt x="400253" y="38"/>
                  </a:lnTo>
                  <a:lnTo>
                    <a:pt x="400253" y="232854"/>
                  </a:lnTo>
                  <a:lnTo>
                    <a:pt x="436067" y="232854"/>
                  </a:lnTo>
                  <a:lnTo>
                    <a:pt x="436067" y="38"/>
                  </a:lnTo>
                  <a:close/>
                </a:path>
                <a:path w="738505" h="496569">
                  <a:moveTo>
                    <a:pt x="496176" y="76"/>
                  </a:moveTo>
                  <a:lnTo>
                    <a:pt x="457454" y="0"/>
                  </a:lnTo>
                  <a:lnTo>
                    <a:pt x="457454" y="232854"/>
                  </a:lnTo>
                  <a:lnTo>
                    <a:pt x="496176" y="232854"/>
                  </a:lnTo>
                  <a:lnTo>
                    <a:pt x="496176" y="76"/>
                  </a:lnTo>
                  <a:close/>
                </a:path>
                <a:path w="738505" h="496569">
                  <a:moveTo>
                    <a:pt x="496189" y="263702"/>
                  </a:moveTo>
                  <a:lnTo>
                    <a:pt x="457454" y="263702"/>
                  </a:lnTo>
                  <a:lnTo>
                    <a:pt x="457454" y="496519"/>
                  </a:lnTo>
                  <a:lnTo>
                    <a:pt x="496189" y="496443"/>
                  </a:lnTo>
                  <a:lnTo>
                    <a:pt x="496189" y="263702"/>
                  </a:lnTo>
                  <a:close/>
                </a:path>
                <a:path w="738505" h="496569">
                  <a:moveTo>
                    <a:pt x="556361" y="8928"/>
                  </a:moveTo>
                  <a:lnTo>
                    <a:pt x="546176" y="6350"/>
                  </a:lnTo>
                  <a:lnTo>
                    <a:pt x="535825" y="4203"/>
                  </a:lnTo>
                  <a:lnTo>
                    <a:pt x="525310" y="2489"/>
                  </a:lnTo>
                  <a:lnTo>
                    <a:pt x="514642" y="1219"/>
                  </a:lnTo>
                  <a:lnTo>
                    <a:pt x="514642" y="232803"/>
                  </a:lnTo>
                  <a:lnTo>
                    <a:pt x="556361" y="232803"/>
                  </a:lnTo>
                  <a:lnTo>
                    <a:pt x="556361" y="8928"/>
                  </a:lnTo>
                  <a:close/>
                </a:path>
                <a:path w="738505" h="496569">
                  <a:moveTo>
                    <a:pt x="556374" y="263702"/>
                  </a:moveTo>
                  <a:lnTo>
                    <a:pt x="514642" y="263702"/>
                  </a:lnTo>
                  <a:lnTo>
                    <a:pt x="514642" y="495338"/>
                  </a:lnTo>
                  <a:lnTo>
                    <a:pt x="525310" y="494055"/>
                  </a:lnTo>
                  <a:lnTo>
                    <a:pt x="535825" y="492340"/>
                  </a:lnTo>
                  <a:lnTo>
                    <a:pt x="546176" y="490194"/>
                  </a:lnTo>
                  <a:lnTo>
                    <a:pt x="556374" y="487616"/>
                  </a:lnTo>
                  <a:lnTo>
                    <a:pt x="556374" y="263702"/>
                  </a:lnTo>
                  <a:close/>
                </a:path>
                <a:path w="738505" h="496569">
                  <a:moveTo>
                    <a:pt x="616508" y="263702"/>
                  </a:moveTo>
                  <a:lnTo>
                    <a:pt x="571830" y="263702"/>
                  </a:lnTo>
                  <a:lnTo>
                    <a:pt x="571830" y="482815"/>
                  </a:lnTo>
                  <a:lnTo>
                    <a:pt x="583438" y="478459"/>
                  </a:lnTo>
                  <a:lnTo>
                    <a:pt x="594766" y="473532"/>
                  </a:lnTo>
                  <a:lnTo>
                    <a:pt x="605802" y="468058"/>
                  </a:lnTo>
                  <a:lnTo>
                    <a:pt x="616508" y="462089"/>
                  </a:lnTo>
                  <a:lnTo>
                    <a:pt x="616508" y="263702"/>
                  </a:lnTo>
                  <a:close/>
                </a:path>
                <a:path w="738505" h="496569">
                  <a:moveTo>
                    <a:pt x="616508" y="34429"/>
                  </a:moveTo>
                  <a:lnTo>
                    <a:pt x="605802" y="28473"/>
                  </a:lnTo>
                  <a:lnTo>
                    <a:pt x="594766" y="23025"/>
                  </a:lnTo>
                  <a:lnTo>
                    <a:pt x="583438" y="18097"/>
                  </a:lnTo>
                  <a:lnTo>
                    <a:pt x="571830" y="13741"/>
                  </a:lnTo>
                  <a:lnTo>
                    <a:pt x="571830" y="232854"/>
                  </a:lnTo>
                  <a:lnTo>
                    <a:pt x="616508" y="232854"/>
                  </a:lnTo>
                  <a:lnTo>
                    <a:pt x="616508" y="34429"/>
                  </a:lnTo>
                  <a:close/>
                </a:path>
                <a:path w="738505" h="496569">
                  <a:moveTo>
                    <a:pt x="676605" y="263702"/>
                  </a:moveTo>
                  <a:lnTo>
                    <a:pt x="629018" y="263702"/>
                  </a:lnTo>
                  <a:lnTo>
                    <a:pt x="629018" y="454164"/>
                  </a:lnTo>
                  <a:lnTo>
                    <a:pt x="641908" y="444868"/>
                  </a:lnTo>
                  <a:lnTo>
                    <a:pt x="654177" y="434771"/>
                  </a:lnTo>
                  <a:lnTo>
                    <a:pt x="665759" y="423926"/>
                  </a:lnTo>
                  <a:lnTo>
                    <a:pt x="676605" y="412356"/>
                  </a:lnTo>
                  <a:lnTo>
                    <a:pt x="676605" y="263702"/>
                  </a:lnTo>
                  <a:close/>
                </a:path>
                <a:path w="738505" h="496569">
                  <a:moveTo>
                    <a:pt x="676617" y="84201"/>
                  </a:moveTo>
                  <a:lnTo>
                    <a:pt x="665772" y="72656"/>
                  </a:lnTo>
                  <a:lnTo>
                    <a:pt x="654189" y="61810"/>
                  </a:lnTo>
                  <a:lnTo>
                    <a:pt x="641934" y="51714"/>
                  </a:lnTo>
                  <a:lnTo>
                    <a:pt x="629031" y="42392"/>
                  </a:lnTo>
                  <a:lnTo>
                    <a:pt x="629031" y="232854"/>
                  </a:lnTo>
                  <a:lnTo>
                    <a:pt x="676617" y="232854"/>
                  </a:lnTo>
                  <a:lnTo>
                    <a:pt x="676617" y="84201"/>
                  </a:lnTo>
                  <a:close/>
                </a:path>
                <a:path w="738505" h="496569">
                  <a:moveTo>
                    <a:pt x="738098" y="263702"/>
                  </a:moveTo>
                  <a:lnTo>
                    <a:pt x="686219" y="263702"/>
                  </a:lnTo>
                  <a:lnTo>
                    <a:pt x="686219" y="400761"/>
                  </a:lnTo>
                  <a:lnTo>
                    <a:pt x="706475" y="370446"/>
                  </a:lnTo>
                  <a:lnTo>
                    <a:pt x="722172" y="337197"/>
                  </a:lnTo>
                  <a:lnTo>
                    <a:pt x="732866" y="301472"/>
                  </a:lnTo>
                  <a:lnTo>
                    <a:pt x="738098" y="263702"/>
                  </a:lnTo>
                  <a:close/>
                </a:path>
                <a:path w="738505" h="496569">
                  <a:moveTo>
                    <a:pt x="738098" y="232816"/>
                  </a:moveTo>
                  <a:lnTo>
                    <a:pt x="732853" y="195072"/>
                  </a:lnTo>
                  <a:lnTo>
                    <a:pt x="722160" y="159359"/>
                  </a:lnTo>
                  <a:lnTo>
                    <a:pt x="706462" y="126111"/>
                  </a:lnTo>
                  <a:lnTo>
                    <a:pt x="686219" y="95796"/>
                  </a:lnTo>
                  <a:lnTo>
                    <a:pt x="686219" y="232816"/>
                  </a:lnTo>
                  <a:lnTo>
                    <a:pt x="738098" y="2328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1" name="bg object 29">
              <a:extLst>
                <a:ext uri="{FF2B5EF4-FFF2-40B4-BE49-F238E27FC236}">
                  <a16:creationId xmlns:a16="http://schemas.microsoft.com/office/drawing/2014/main" id="{C5C97B51-AB49-535C-D1B2-56BE8E9DB951}"/>
                </a:ext>
              </a:extLst>
            </p:cNvPr>
            <p:cNvSpPr/>
            <p:nvPr/>
          </p:nvSpPr>
          <p:spPr>
            <a:xfrm>
              <a:off x="581799" y="1162442"/>
              <a:ext cx="12700" cy="233045"/>
            </a:xfrm>
            <a:custGeom>
              <a:avLst/>
              <a:gdLst/>
              <a:ahLst/>
              <a:cxnLst/>
              <a:rect l="l" t="t" r="r" b="b"/>
              <a:pathLst>
                <a:path w="12700" h="233044">
                  <a:moveTo>
                    <a:pt x="12225" y="0"/>
                  </a:moveTo>
                  <a:lnTo>
                    <a:pt x="0" y="0"/>
                  </a:lnTo>
                  <a:lnTo>
                    <a:pt x="0" y="232817"/>
                  </a:lnTo>
                  <a:lnTo>
                    <a:pt x="12225" y="232817"/>
                  </a:lnTo>
                  <a:lnTo>
                    <a:pt x="122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2" name="bg object 30">
              <a:extLst>
                <a:ext uri="{FF2B5EF4-FFF2-40B4-BE49-F238E27FC236}">
                  <a16:creationId xmlns:a16="http://schemas.microsoft.com/office/drawing/2014/main" id="{2125E869-81F9-F690-C633-DAD657DEA8DC}"/>
                </a:ext>
              </a:extLst>
            </p:cNvPr>
            <p:cNvSpPr/>
            <p:nvPr/>
          </p:nvSpPr>
          <p:spPr>
            <a:xfrm>
              <a:off x="639025" y="375196"/>
              <a:ext cx="738505" cy="496570"/>
            </a:xfrm>
            <a:custGeom>
              <a:avLst/>
              <a:gdLst/>
              <a:ahLst/>
              <a:cxnLst/>
              <a:rect l="l" t="t" r="r" b="b"/>
              <a:pathLst>
                <a:path w="738505" h="496569">
                  <a:moveTo>
                    <a:pt x="15113" y="263664"/>
                  </a:moveTo>
                  <a:lnTo>
                    <a:pt x="0" y="263664"/>
                  </a:lnTo>
                  <a:lnTo>
                    <a:pt x="0" y="496493"/>
                  </a:lnTo>
                  <a:lnTo>
                    <a:pt x="15113" y="496493"/>
                  </a:lnTo>
                  <a:lnTo>
                    <a:pt x="15113" y="263664"/>
                  </a:lnTo>
                  <a:close/>
                </a:path>
                <a:path w="738505" h="496569">
                  <a:moveTo>
                    <a:pt x="15113" y="0"/>
                  </a:moveTo>
                  <a:lnTo>
                    <a:pt x="0" y="0"/>
                  </a:lnTo>
                  <a:lnTo>
                    <a:pt x="0" y="232816"/>
                  </a:lnTo>
                  <a:lnTo>
                    <a:pt x="15113" y="232816"/>
                  </a:lnTo>
                  <a:lnTo>
                    <a:pt x="15113" y="0"/>
                  </a:lnTo>
                  <a:close/>
                </a:path>
                <a:path w="738505" h="496569">
                  <a:moveTo>
                    <a:pt x="75272" y="263664"/>
                  </a:moveTo>
                  <a:lnTo>
                    <a:pt x="57150" y="263664"/>
                  </a:lnTo>
                  <a:lnTo>
                    <a:pt x="57150" y="496493"/>
                  </a:lnTo>
                  <a:lnTo>
                    <a:pt x="75272" y="496493"/>
                  </a:lnTo>
                  <a:lnTo>
                    <a:pt x="75272" y="263664"/>
                  </a:lnTo>
                  <a:close/>
                </a:path>
                <a:path w="738505" h="496569">
                  <a:moveTo>
                    <a:pt x="75272" y="0"/>
                  </a:moveTo>
                  <a:lnTo>
                    <a:pt x="57150" y="0"/>
                  </a:lnTo>
                  <a:lnTo>
                    <a:pt x="57150" y="232816"/>
                  </a:lnTo>
                  <a:lnTo>
                    <a:pt x="75272" y="232816"/>
                  </a:lnTo>
                  <a:lnTo>
                    <a:pt x="75272" y="0"/>
                  </a:lnTo>
                  <a:close/>
                </a:path>
                <a:path w="738505" h="496569">
                  <a:moveTo>
                    <a:pt x="135407" y="263664"/>
                  </a:moveTo>
                  <a:lnTo>
                    <a:pt x="114338" y="263664"/>
                  </a:lnTo>
                  <a:lnTo>
                    <a:pt x="114338" y="496493"/>
                  </a:lnTo>
                  <a:lnTo>
                    <a:pt x="135407" y="496493"/>
                  </a:lnTo>
                  <a:lnTo>
                    <a:pt x="135407" y="263664"/>
                  </a:lnTo>
                  <a:close/>
                </a:path>
                <a:path w="738505" h="496569">
                  <a:moveTo>
                    <a:pt x="135407" y="0"/>
                  </a:moveTo>
                  <a:lnTo>
                    <a:pt x="114338" y="0"/>
                  </a:lnTo>
                  <a:lnTo>
                    <a:pt x="114338" y="232816"/>
                  </a:lnTo>
                  <a:lnTo>
                    <a:pt x="135407" y="232816"/>
                  </a:lnTo>
                  <a:lnTo>
                    <a:pt x="135407" y="0"/>
                  </a:lnTo>
                  <a:close/>
                </a:path>
                <a:path w="738505" h="496569">
                  <a:moveTo>
                    <a:pt x="195516" y="263664"/>
                  </a:moveTo>
                  <a:lnTo>
                    <a:pt x="171526" y="263664"/>
                  </a:lnTo>
                  <a:lnTo>
                    <a:pt x="171526" y="496493"/>
                  </a:lnTo>
                  <a:lnTo>
                    <a:pt x="195516" y="496493"/>
                  </a:lnTo>
                  <a:lnTo>
                    <a:pt x="195516" y="263664"/>
                  </a:lnTo>
                  <a:close/>
                </a:path>
                <a:path w="738505" h="496569">
                  <a:moveTo>
                    <a:pt x="195516" y="0"/>
                  </a:moveTo>
                  <a:lnTo>
                    <a:pt x="171526" y="0"/>
                  </a:lnTo>
                  <a:lnTo>
                    <a:pt x="171526" y="232816"/>
                  </a:lnTo>
                  <a:lnTo>
                    <a:pt x="195516" y="232816"/>
                  </a:lnTo>
                  <a:lnTo>
                    <a:pt x="195516" y="0"/>
                  </a:lnTo>
                  <a:close/>
                </a:path>
                <a:path w="738505" h="496569">
                  <a:moveTo>
                    <a:pt x="255651" y="263664"/>
                  </a:moveTo>
                  <a:lnTo>
                    <a:pt x="228714" y="263664"/>
                  </a:lnTo>
                  <a:lnTo>
                    <a:pt x="228714" y="496493"/>
                  </a:lnTo>
                  <a:lnTo>
                    <a:pt x="255651" y="496493"/>
                  </a:lnTo>
                  <a:lnTo>
                    <a:pt x="255651" y="263664"/>
                  </a:lnTo>
                  <a:close/>
                </a:path>
                <a:path w="738505" h="496569">
                  <a:moveTo>
                    <a:pt x="255651" y="0"/>
                  </a:moveTo>
                  <a:lnTo>
                    <a:pt x="228714" y="0"/>
                  </a:lnTo>
                  <a:lnTo>
                    <a:pt x="228714" y="232816"/>
                  </a:lnTo>
                  <a:lnTo>
                    <a:pt x="255651" y="232816"/>
                  </a:lnTo>
                  <a:lnTo>
                    <a:pt x="255651" y="0"/>
                  </a:lnTo>
                  <a:close/>
                </a:path>
                <a:path w="738505" h="496569">
                  <a:moveTo>
                    <a:pt x="315798" y="263664"/>
                  </a:moveTo>
                  <a:lnTo>
                    <a:pt x="285877" y="263664"/>
                  </a:lnTo>
                  <a:lnTo>
                    <a:pt x="285877" y="496493"/>
                  </a:lnTo>
                  <a:lnTo>
                    <a:pt x="315798" y="496493"/>
                  </a:lnTo>
                  <a:lnTo>
                    <a:pt x="315798" y="263664"/>
                  </a:lnTo>
                  <a:close/>
                </a:path>
                <a:path w="738505" h="496569">
                  <a:moveTo>
                    <a:pt x="315798" y="0"/>
                  </a:moveTo>
                  <a:lnTo>
                    <a:pt x="285877" y="0"/>
                  </a:lnTo>
                  <a:lnTo>
                    <a:pt x="285877" y="232816"/>
                  </a:lnTo>
                  <a:lnTo>
                    <a:pt x="315798" y="232816"/>
                  </a:lnTo>
                  <a:lnTo>
                    <a:pt x="315798" y="0"/>
                  </a:lnTo>
                  <a:close/>
                </a:path>
                <a:path w="738505" h="496569">
                  <a:moveTo>
                    <a:pt x="375932" y="263664"/>
                  </a:moveTo>
                  <a:lnTo>
                    <a:pt x="343103" y="263664"/>
                  </a:lnTo>
                  <a:lnTo>
                    <a:pt x="343103" y="496493"/>
                  </a:lnTo>
                  <a:lnTo>
                    <a:pt x="375932" y="496493"/>
                  </a:lnTo>
                  <a:lnTo>
                    <a:pt x="375932" y="263664"/>
                  </a:lnTo>
                  <a:close/>
                </a:path>
                <a:path w="738505" h="496569">
                  <a:moveTo>
                    <a:pt x="375932" y="0"/>
                  </a:moveTo>
                  <a:lnTo>
                    <a:pt x="343103" y="0"/>
                  </a:lnTo>
                  <a:lnTo>
                    <a:pt x="343103" y="232816"/>
                  </a:lnTo>
                  <a:lnTo>
                    <a:pt x="375932" y="232816"/>
                  </a:lnTo>
                  <a:lnTo>
                    <a:pt x="375932" y="0"/>
                  </a:lnTo>
                  <a:close/>
                </a:path>
                <a:path w="738505" h="496569">
                  <a:moveTo>
                    <a:pt x="436067" y="263664"/>
                  </a:moveTo>
                  <a:lnTo>
                    <a:pt x="400253" y="263664"/>
                  </a:lnTo>
                  <a:lnTo>
                    <a:pt x="400253" y="496493"/>
                  </a:lnTo>
                  <a:lnTo>
                    <a:pt x="436067" y="496493"/>
                  </a:lnTo>
                  <a:lnTo>
                    <a:pt x="436067" y="263664"/>
                  </a:lnTo>
                  <a:close/>
                </a:path>
                <a:path w="738505" h="496569">
                  <a:moveTo>
                    <a:pt x="436067" y="0"/>
                  </a:moveTo>
                  <a:lnTo>
                    <a:pt x="400253" y="0"/>
                  </a:lnTo>
                  <a:lnTo>
                    <a:pt x="400253" y="232816"/>
                  </a:lnTo>
                  <a:lnTo>
                    <a:pt x="436067" y="232816"/>
                  </a:lnTo>
                  <a:lnTo>
                    <a:pt x="436067" y="0"/>
                  </a:lnTo>
                  <a:close/>
                </a:path>
                <a:path w="738505" h="496569">
                  <a:moveTo>
                    <a:pt x="496176" y="101"/>
                  </a:moveTo>
                  <a:lnTo>
                    <a:pt x="457454" y="0"/>
                  </a:lnTo>
                  <a:lnTo>
                    <a:pt x="457454" y="232816"/>
                  </a:lnTo>
                  <a:lnTo>
                    <a:pt x="496176" y="232816"/>
                  </a:lnTo>
                  <a:lnTo>
                    <a:pt x="496176" y="101"/>
                  </a:lnTo>
                  <a:close/>
                </a:path>
                <a:path w="738505" h="496569">
                  <a:moveTo>
                    <a:pt x="496189" y="263677"/>
                  </a:moveTo>
                  <a:lnTo>
                    <a:pt x="457454" y="263677"/>
                  </a:lnTo>
                  <a:lnTo>
                    <a:pt x="457454" y="496493"/>
                  </a:lnTo>
                  <a:lnTo>
                    <a:pt x="496189" y="496404"/>
                  </a:lnTo>
                  <a:lnTo>
                    <a:pt x="496189" y="263677"/>
                  </a:lnTo>
                  <a:close/>
                </a:path>
                <a:path w="738505" h="496569">
                  <a:moveTo>
                    <a:pt x="556361" y="8902"/>
                  </a:moveTo>
                  <a:lnTo>
                    <a:pt x="546176" y="6324"/>
                  </a:lnTo>
                  <a:lnTo>
                    <a:pt x="535825" y="4178"/>
                  </a:lnTo>
                  <a:lnTo>
                    <a:pt x="525310" y="2463"/>
                  </a:lnTo>
                  <a:lnTo>
                    <a:pt x="514642" y="1193"/>
                  </a:lnTo>
                  <a:lnTo>
                    <a:pt x="514642" y="232816"/>
                  </a:lnTo>
                  <a:lnTo>
                    <a:pt x="556361" y="232816"/>
                  </a:lnTo>
                  <a:lnTo>
                    <a:pt x="556361" y="8902"/>
                  </a:lnTo>
                  <a:close/>
                </a:path>
                <a:path w="738505" h="496569">
                  <a:moveTo>
                    <a:pt x="556374" y="263677"/>
                  </a:moveTo>
                  <a:lnTo>
                    <a:pt x="514642" y="263677"/>
                  </a:lnTo>
                  <a:lnTo>
                    <a:pt x="514642" y="495312"/>
                  </a:lnTo>
                  <a:lnTo>
                    <a:pt x="525310" y="494042"/>
                  </a:lnTo>
                  <a:lnTo>
                    <a:pt x="535825" y="492340"/>
                  </a:lnTo>
                  <a:lnTo>
                    <a:pt x="546176" y="490207"/>
                  </a:lnTo>
                  <a:lnTo>
                    <a:pt x="556374" y="487641"/>
                  </a:lnTo>
                  <a:lnTo>
                    <a:pt x="556374" y="263677"/>
                  </a:lnTo>
                  <a:close/>
                </a:path>
                <a:path w="738505" h="496569">
                  <a:moveTo>
                    <a:pt x="616508" y="263677"/>
                  </a:moveTo>
                  <a:lnTo>
                    <a:pt x="571830" y="263677"/>
                  </a:lnTo>
                  <a:lnTo>
                    <a:pt x="571830" y="482790"/>
                  </a:lnTo>
                  <a:lnTo>
                    <a:pt x="583438" y="478434"/>
                  </a:lnTo>
                  <a:lnTo>
                    <a:pt x="594766" y="473519"/>
                  </a:lnTo>
                  <a:lnTo>
                    <a:pt x="605802" y="468071"/>
                  </a:lnTo>
                  <a:lnTo>
                    <a:pt x="616508" y="462089"/>
                  </a:lnTo>
                  <a:lnTo>
                    <a:pt x="616508" y="263677"/>
                  </a:lnTo>
                  <a:close/>
                </a:path>
                <a:path w="738505" h="496569">
                  <a:moveTo>
                    <a:pt x="616508" y="34442"/>
                  </a:moveTo>
                  <a:lnTo>
                    <a:pt x="605802" y="28473"/>
                  </a:lnTo>
                  <a:lnTo>
                    <a:pt x="594766" y="23025"/>
                  </a:lnTo>
                  <a:lnTo>
                    <a:pt x="583438" y="18110"/>
                  </a:lnTo>
                  <a:lnTo>
                    <a:pt x="571830" y="13741"/>
                  </a:lnTo>
                  <a:lnTo>
                    <a:pt x="571830" y="232816"/>
                  </a:lnTo>
                  <a:lnTo>
                    <a:pt x="616508" y="232816"/>
                  </a:lnTo>
                  <a:lnTo>
                    <a:pt x="616508" y="34442"/>
                  </a:lnTo>
                  <a:close/>
                </a:path>
                <a:path w="738505" h="496569">
                  <a:moveTo>
                    <a:pt x="676605" y="263677"/>
                  </a:moveTo>
                  <a:lnTo>
                    <a:pt x="629018" y="263677"/>
                  </a:lnTo>
                  <a:lnTo>
                    <a:pt x="629018" y="454177"/>
                  </a:lnTo>
                  <a:lnTo>
                    <a:pt x="641908" y="444855"/>
                  </a:lnTo>
                  <a:lnTo>
                    <a:pt x="654177" y="434759"/>
                  </a:lnTo>
                  <a:lnTo>
                    <a:pt x="665759" y="423900"/>
                  </a:lnTo>
                  <a:lnTo>
                    <a:pt x="676605" y="412318"/>
                  </a:lnTo>
                  <a:lnTo>
                    <a:pt x="676605" y="263677"/>
                  </a:lnTo>
                  <a:close/>
                </a:path>
                <a:path w="738505" h="496569">
                  <a:moveTo>
                    <a:pt x="676617" y="84226"/>
                  </a:moveTo>
                  <a:lnTo>
                    <a:pt x="665772" y="72644"/>
                  </a:lnTo>
                  <a:lnTo>
                    <a:pt x="654189" y="61785"/>
                  </a:lnTo>
                  <a:lnTo>
                    <a:pt x="641934" y="51689"/>
                  </a:lnTo>
                  <a:lnTo>
                    <a:pt x="629031" y="42367"/>
                  </a:lnTo>
                  <a:lnTo>
                    <a:pt x="629031" y="232816"/>
                  </a:lnTo>
                  <a:lnTo>
                    <a:pt x="676617" y="232816"/>
                  </a:lnTo>
                  <a:lnTo>
                    <a:pt x="676617" y="84226"/>
                  </a:lnTo>
                  <a:close/>
                </a:path>
                <a:path w="738505" h="496569">
                  <a:moveTo>
                    <a:pt x="738098" y="232816"/>
                  </a:moveTo>
                  <a:lnTo>
                    <a:pt x="732853" y="195059"/>
                  </a:lnTo>
                  <a:lnTo>
                    <a:pt x="722160" y="159334"/>
                  </a:lnTo>
                  <a:lnTo>
                    <a:pt x="706462" y="126072"/>
                  </a:lnTo>
                  <a:lnTo>
                    <a:pt x="686219" y="95758"/>
                  </a:lnTo>
                  <a:lnTo>
                    <a:pt x="686219" y="232816"/>
                  </a:lnTo>
                  <a:lnTo>
                    <a:pt x="738098" y="2328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3" name="bg object 31">
              <a:extLst>
                <a:ext uri="{FF2B5EF4-FFF2-40B4-BE49-F238E27FC236}">
                  <a16:creationId xmlns:a16="http://schemas.microsoft.com/office/drawing/2014/main" id="{ABE7A761-22B9-9808-CB0F-88AE14619C27}"/>
                </a:ext>
              </a:extLst>
            </p:cNvPr>
            <p:cNvSpPr/>
            <p:nvPr/>
          </p:nvSpPr>
          <p:spPr>
            <a:xfrm>
              <a:off x="581787" y="638860"/>
              <a:ext cx="12700" cy="492759"/>
            </a:xfrm>
            <a:custGeom>
              <a:avLst/>
              <a:gdLst/>
              <a:ahLst/>
              <a:cxnLst/>
              <a:rect l="l" t="t" r="r" b="b"/>
              <a:pathLst>
                <a:path w="12700" h="492759">
                  <a:moveTo>
                    <a:pt x="12230" y="259918"/>
                  </a:moveTo>
                  <a:lnTo>
                    <a:pt x="0" y="259918"/>
                  </a:lnTo>
                  <a:lnTo>
                    <a:pt x="0" y="492734"/>
                  </a:lnTo>
                  <a:lnTo>
                    <a:pt x="12230" y="492734"/>
                  </a:lnTo>
                  <a:lnTo>
                    <a:pt x="12230" y="259918"/>
                  </a:lnTo>
                  <a:close/>
                </a:path>
                <a:path w="12700" h="492759">
                  <a:moveTo>
                    <a:pt x="12230" y="0"/>
                  </a:moveTo>
                  <a:lnTo>
                    <a:pt x="0" y="0"/>
                  </a:lnTo>
                  <a:lnTo>
                    <a:pt x="0" y="232829"/>
                  </a:lnTo>
                  <a:lnTo>
                    <a:pt x="12230" y="232829"/>
                  </a:lnTo>
                  <a:lnTo>
                    <a:pt x="1223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" name="Holder 3">
            <a:extLst>
              <a:ext uri="{FF2B5EF4-FFF2-40B4-BE49-F238E27FC236}">
                <a16:creationId xmlns:a16="http://schemas.microsoft.com/office/drawing/2014/main" id="{136DB7B2-2AEB-1B5D-4AD8-00980763D9E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75034" y="6637387"/>
            <a:ext cx="17749578" cy="3337024"/>
          </a:xfrm>
          <a:prstGeom prst="rect">
            <a:avLst/>
          </a:prstGeom>
        </p:spPr>
        <p:txBody>
          <a:bodyPr lIns="0" tIns="0" rIns="0" bIns="0"/>
          <a:lstStyle>
            <a:lvl1pPr marL="457200" indent="-457200">
              <a:lnSpc>
                <a:spcPct val="125000"/>
              </a:lnSpc>
              <a:buFontTx/>
              <a:buNone/>
              <a:defRPr sz="3400" b="0" i="0" dirty="0">
                <a:solidFill>
                  <a:schemeClr val="bg1"/>
                </a:solidFill>
                <a:latin typeface="Helvetica" pitchFamily="2" charset="0"/>
                <a:ea typeface="+mn-ea"/>
                <a:cs typeface="Helvetica" pitchFamily="2" charset="0"/>
              </a:defRPr>
            </a:lvl1pPr>
            <a:lvl2pPr>
              <a:defRPr sz="2800">
                <a:solidFill>
                  <a:schemeClr val="bg1"/>
                </a:solidFill>
                <a:latin typeface="Helvetica" pitchFamily="2" charset="0"/>
              </a:defRPr>
            </a:lvl2pPr>
            <a:lvl3pPr>
              <a:defRPr sz="24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</a:lstStyle>
          <a:p>
            <a:r>
              <a:rPr lang="de-AT" dirty="0"/>
              <a:t>Eventuell weitere Hinweise wie </a:t>
            </a:r>
          </a:p>
          <a:p>
            <a:pPr lvl="1"/>
            <a:r>
              <a:rPr lang="de-AT" dirty="0"/>
              <a:t>Handlungsaufforderungen</a:t>
            </a:r>
          </a:p>
          <a:p>
            <a:pPr lvl="1"/>
            <a:r>
              <a:rPr lang="de-AT" dirty="0"/>
              <a:t>Downloadbare Ressourcen oder Literatur</a:t>
            </a:r>
          </a:p>
          <a:p>
            <a:pPr lvl="1"/>
            <a:r>
              <a:rPr lang="de-AT" dirty="0"/>
              <a:t>QR-Code, Ausblick oder finaler Humor…</a:t>
            </a:r>
          </a:p>
        </p:txBody>
      </p:sp>
    </p:spTree>
    <p:extLst>
      <p:ext uri="{BB962C8B-B14F-4D97-AF65-F5344CB8AC3E}">
        <p14:creationId xmlns:p14="http://schemas.microsoft.com/office/powerpoint/2010/main" val="2860480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313" userDrawn="1">
          <p15:clr>
            <a:srgbClr val="FBAE40"/>
          </p15:clr>
        </p15:guide>
        <p15:guide id="2" pos="707" userDrawn="1">
          <p15:clr>
            <a:srgbClr val="FBAE40"/>
          </p15:clr>
        </p15:guide>
        <p15:guide id="3" pos="12047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I Schriftart, BULME Farb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 hasCustomPrompt="1"/>
          </p:nvPr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 lIns="0" tIns="0" rIns="0" bIns="0"/>
          <a:lstStyle>
            <a:lvl1pPr>
              <a:defRPr sz="5000" b="1" i="0">
                <a:solidFill>
                  <a:srgbClr val="A2CB3E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de-AT" dirty="0"/>
              <a:t>CI: Schriftarten, Farben</a:t>
            </a:r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 hasCustomPrompt="1"/>
          </p:nvPr>
        </p:nvSpPr>
        <p:spPr>
          <a:xfrm>
            <a:off x="979488" y="2460923"/>
            <a:ext cx="18145570" cy="756084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25000"/>
              </a:lnSpc>
              <a:buFont typeface="Arial" panose="020B0604020202020204" pitchFamily="34" charset="0"/>
              <a:buNone/>
              <a:defRPr sz="3200" b="0" i="0" dirty="0"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1pPr>
            <a:lvl2pPr>
              <a:defRPr sz="2800">
                <a:solidFill>
                  <a:schemeClr val="bg1"/>
                </a:solidFill>
              </a:defRPr>
            </a:lvl2pPr>
            <a:lvl3pPr>
              <a:defRPr sz="24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</a:lstStyle>
          <a:p>
            <a:pPr>
              <a:lnSpc>
                <a:spcPct val="115000"/>
              </a:lnSpc>
            </a:pPr>
            <a:r>
              <a:rPr lang="de-AT" dirty="0">
                <a:effectLst/>
                <a:latin typeface="Helvetica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BULME Schriftart: 	Helvetica </a:t>
            </a:r>
            <a:br>
              <a:rPr lang="de-AT" dirty="0">
                <a:effectLst/>
                <a:latin typeface="Helvetica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de-AT" dirty="0">
              <a:effectLst/>
              <a:latin typeface="Helvetica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de-AT" dirty="0" err="1">
                <a:effectLst/>
                <a:latin typeface="Helvetica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Bulme</a:t>
            </a:r>
            <a:r>
              <a:rPr lang="de-AT" dirty="0">
                <a:effectLst/>
                <a:latin typeface="Helvetica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-Blau:		HEX	#102D41</a:t>
            </a:r>
          </a:p>
          <a:p>
            <a:pPr>
              <a:lnSpc>
                <a:spcPct val="115000"/>
              </a:lnSpc>
            </a:pPr>
            <a:r>
              <a:rPr lang="de-AT" dirty="0">
                <a:effectLst/>
                <a:latin typeface="Helvetica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				RGB	16 │45│65</a:t>
            </a:r>
          </a:p>
          <a:p>
            <a:pPr>
              <a:lnSpc>
                <a:spcPct val="115000"/>
              </a:lnSpc>
            </a:pPr>
            <a:r>
              <a:rPr lang="de-AT" dirty="0">
                <a:solidFill>
                  <a:srgbClr val="FFE32C"/>
                </a:solidFill>
                <a:effectLst/>
                <a:latin typeface="Helvetica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WING:			HEX	#FFE32C</a:t>
            </a:r>
          </a:p>
          <a:p>
            <a:pPr>
              <a:lnSpc>
                <a:spcPct val="115000"/>
              </a:lnSpc>
            </a:pPr>
            <a:r>
              <a:rPr lang="de-AT" dirty="0">
                <a:solidFill>
                  <a:srgbClr val="FFE32C"/>
                </a:solidFill>
                <a:effectLst/>
                <a:latin typeface="Helvetica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				RGB	255 │227│44</a:t>
            </a:r>
            <a:endParaRPr lang="de-AT" dirty="0">
              <a:effectLst/>
              <a:latin typeface="Helvetica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de-AT" dirty="0">
                <a:solidFill>
                  <a:srgbClr val="DE5528"/>
                </a:solidFill>
                <a:effectLst/>
                <a:latin typeface="Helvetica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Elektrotechnik:</a:t>
            </a:r>
            <a:r>
              <a:rPr lang="de-AT" dirty="0">
                <a:solidFill>
                  <a:srgbClr val="DE5528"/>
                </a:solidFill>
                <a:ea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de-AT" dirty="0">
                <a:solidFill>
                  <a:srgbClr val="DE5528"/>
                </a:solidFill>
                <a:effectLst/>
                <a:latin typeface="Helvetica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HEX	#DE5528</a:t>
            </a:r>
          </a:p>
          <a:p>
            <a:pPr>
              <a:lnSpc>
                <a:spcPct val="115000"/>
              </a:lnSpc>
              <a:tabLst>
                <a:tab pos="449580" algn="l"/>
                <a:tab pos="899160" algn="l"/>
                <a:tab pos="1348740" algn="l"/>
                <a:tab pos="1798320" algn="l"/>
                <a:tab pos="2247900" algn="l"/>
                <a:tab pos="4298950" algn="l"/>
              </a:tabLst>
            </a:pPr>
            <a:r>
              <a:rPr lang="de-AT" dirty="0">
                <a:solidFill>
                  <a:srgbClr val="DE5528"/>
                </a:solidFill>
                <a:cs typeface="Times New Roman" panose="02020603050405020304" pitchFamily="18" charset="0"/>
              </a:rPr>
              <a:t>					             RGB 222 │85│40</a:t>
            </a:r>
            <a:r>
              <a:rPr lang="de-AT" dirty="0">
                <a:effectLst/>
                <a:latin typeface="Helvetica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>
              <a:lnSpc>
                <a:spcPct val="115000"/>
              </a:lnSpc>
            </a:pPr>
            <a:r>
              <a:rPr lang="de-AT" dirty="0">
                <a:solidFill>
                  <a:srgbClr val="A2CB3E"/>
                </a:solidFill>
                <a:effectLst/>
                <a:latin typeface="Helvetica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Elektronik:			HEX	#A2CB3E</a:t>
            </a:r>
          </a:p>
          <a:p>
            <a:pPr>
              <a:lnSpc>
                <a:spcPct val="115000"/>
              </a:lnSpc>
            </a:pPr>
            <a:r>
              <a:rPr lang="de-AT" dirty="0">
                <a:solidFill>
                  <a:srgbClr val="A2CB3E"/>
                </a:solidFill>
                <a:effectLst/>
                <a:latin typeface="Helvetica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				RGB	162 │203│62</a:t>
            </a:r>
            <a:endParaRPr lang="de-AT" dirty="0">
              <a:effectLst/>
              <a:latin typeface="Helvetica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de-AT" dirty="0">
                <a:solidFill>
                  <a:srgbClr val="7BB7E5"/>
                </a:solidFill>
                <a:effectLst/>
                <a:latin typeface="Helvetica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Maschinenbau:		HEX	#7BB7E5</a:t>
            </a:r>
          </a:p>
          <a:p>
            <a:pPr>
              <a:lnSpc>
                <a:spcPct val="115000"/>
              </a:lnSpc>
            </a:pPr>
            <a:r>
              <a:rPr lang="de-AT" dirty="0">
                <a:solidFill>
                  <a:srgbClr val="7BB7E5"/>
                </a:solidFill>
                <a:effectLst/>
                <a:latin typeface="Helvetica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				RGB	123 │183│229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43D81C-2C5A-3417-2919-E3B38C62454D}"/>
              </a:ext>
            </a:extLst>
          </p:cNvPr>
          <p:cNvSpPr txBox="1"/>
          <p:nvPr userDrawn="1"/>
        </p:nvSpPr>
        <p:spPr>
          <a:xfrm>
            <a:off x="7868093" y="108452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8" name="Holder 3">
            <a:extLst>
              <a:ext uri="{FF2B5EF4-FFF2-40B4-BE49-F238E27FC236}">
                <a16:creationId xmlns:a16="http://schemas.microsoft.com/office/drawing/2014/main" id="{54459A97-A5A3-C2B2-975B-3A4BB56080D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5256000" y="10470452"/>
            <a:ext cx="9612000" cy="562927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9" name="Holder 4">
            <a:extLst>
              <a:ext uri="{FF2B5EF4-FFF2-40B4-BE49-F238E27FC236}">
                <a16:creationId xmlns:a16="http://schemas.microsoft.com/office/drawing/2014/main" id="{F7068105-1346-F8EC-9488-D3F2D460C542}"/>
              </a:ext>
            </a:extLst>
          </p:cNvPr>
          <p:cNvSpPr>
            <a:spLocks noGrp="1"/>
          </p:cNvSpPr>
          <p:nvPr>
            <p:ph type="dt" sz="half" idx="6"/>
          </p:nvPr>
        </p:nvSpPr>
        <p:spPr>
          <a:xfrm>
            <a:off x="1005205" y="10470452"/>
            <a:ext cx="3600000" cy="562927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3/3/2026</a:t>
            </a:fld>
            <a:endParaRPr lang="en-US" dirty="0"/>
          </a:p>
        </p:txBody>
      </p:sp>
      <p:sp>
        <p:nvSpPr>
          <p:cNvPr id="10" name="Holder 5">
            <a:extLst>
              <a:ext uri="{FF2B5EF4-FFF2-40B4-BE49-F238E27FC236}">
                <a16:creationId xmlns:a16="http://schemas.microsoft.com/office/drawing/2014/main" id="{71CFE310-D9F9-44FA-C2D6-044C3A5CFCC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5508962" y="10470452"/>
            <a:ext cx="3600000" cy="562927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‹Nr.›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603894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50">
          <p15:clr>
            <a:srgbClr val="FBAE40"/>
          </p15:clr>
        </p15:guide>
        <p15:guide id="2" pos="617">
          <p15:clr>
            <a:srgbClr val="FBAE40"/>
          </p15:clr>
        </p15:guide>
        <p15:guide id="3" pos="12047">
          <p15:clr>
            <a:srgbClr val="FBAE40"/>
          </p15:clr>
        </p15:guide>
        <p15:guide id="4" orient="horz" pos="6313">
          <p15:clr>
            <a:srgbClr val="FBAE40"/>
          </p15:clr>
        </p15:guide>
        <p15:guide id="5" orient="horz" pos="87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 Logos, Symbo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 hasCustomPrompt="1"/>
          </p:nvPr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 lIns="0" tIns="0" rIns="0" bIns="0"/>
          <a:lstStyle>
            <a:lvl1pPr>
              <a:defRPr sz="5000" b="1" i="0">
                <a:solidFill>
                  <a:srgbClr val="A2CB3E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de-AT" dirty="0"/>
              <a:t>CI: Logos und Symbole zum kopieren</a:t>
            </a:r>
            <a:br>
              <a:rPr lang="de-AT" dirty="0"/>
            </a:br>
            <a:br>
              <a:rPr lang="de-AT" dirty="0"/>
            </a:br>
            <a:endParaRPr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43D81C-2C5A-3417-2919-E3B38C62454D}"/>
              </a:ext>
            </a:extLst>
          </p:cNvPr>
          <p:cNvSpPr txBox="1"/>
          <p:nvPr userDrawn="1"/>
        </p:nvSpPr>
        <p:spPr>
          <a:xfrm>
            <a:off x="7868093" y="108452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8" name="Holder 3">
            <a:extLst>
              <a:ext uri="{FF2B5EF4-FFF2-40B4-BE49-F238E27FC236}">
                <a16:creationId xmlns:a16="http://schemas.microsoft.com/office/drawing/2014/main" id="{54459A97-A5A3-C2B2-975B-3A4BB56080D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5256000" y="10470452"/>
            <a:ext cx="9612000" cy="562927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9" name="Holder 4">
            <a:extLst>
              <a:ext uri="{FF2B5EF4-FFF2-40B4-BE49-F238E27FC236}">
                <a16:creationId xmlns:a16="http://schemas.microsoft.com/office/drawing/2014/main" id="{F7068105-1346-F8EC-9488-D3F2D460C542}"/>
              </a:ext>
            </a:extLst>
          </p:cNvPr>
          <p:cNvSpPr>
            <a:spLocks noGrp="1"/>
          </p:cNvSpPr>
          <p:nvPr>
            <p:ph type="dt" sz="half" idx="6"/>
          </p:nvPr>
        </p:nvSpPr>
        <p:spPr>
          <a:xfrm>
            <a:off x="1005205" y="10470452"/>
            <a:ext cx="3600000" cy="562927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3/3/2026</a:t>
            </a:fld>
            <a:endParaRPr lang="en-US" dirty="0"/>
          </a:p>
        </p:txBody>
      </p:sp>
      <p:sp>
        <p:nvSpPr>
          <p:cNvPr id="10" name="Holder 5">
            <a:extLst>
              <a:ext uri="{FF2B5EF4-FFF2-40B4-BE49-F238E27FC236}">
                <a16:creationId xmlns:a16="http://schemas.microsoft.com/office/drawing/2014/main" id="{71CFE310-D9F9-44FA-C2D6-044C3A5CFCC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5508962" y="10470452"/>
            <a:ext cx="3600000" cy="562927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‹Nr.›</a:t>
            </a:fld>
            <a:endParaRPr dirty="0"/>
          </a:p>
        </p:txBody>
      </p:sp>
      <p:pic>
        <p:nvPicPr>
          <p:cNvPr id="34" name="Grafik 3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50858975-A949-6BF1-5C52-669B5DCFBBA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8628" y="2820963"/>
            <a:ext cx="7772400" cy="2125428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60BE52C-BFE1-0333-109C-D645A6EA82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3072" y="2526980"/>
            <a:ext cx="720000" cy="7200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A5CFCF8-9979-89FF-8ABA-46DFF0D741E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85205" y="2598980"/>
            <a:ext cx="720000" cy="5760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45BA65C4-A21B-96D8-C8A5-E756029A610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25024" y="2598980"/>
            <a:ext cx="720000" cy="57600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26B5310F-F26B-ECAB-8E63-0F38230DE45B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45205" y="2531579"/>
            <a:ext cx="720000" cy="720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16893947-3029-0FAB-82D6-0F74BEBFBF9E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288452" y="2642435"/>
            <a:ext cx="720000" cy="57600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7D1A942D-3B2A-F3FB-99C6-33125DB6370F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31699" y="2598980"/>
            <a:ext cx="720000" cy="720000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89ED5752-66FB-08DF-AA8E-F2F154A61B75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65197" y="2642435"/>
            <a:ext cx="720000" cy="720000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07BE9122-9205-D294-5601-D714FDF383D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398695" y="2742980"/>
            <a:ext cx="720000" cy="576000"/>
          </a:xfrm>
          <a:prstGeom prst="rect">
            <a:avLst/>
          </a:prstGeom>
        </p:spPr>
      </p:pic>
      <p:pic>
        <p:nvPicPr>
          <p:cNvPr id="25" name="Grafik 24" descr="Ein Bild, das Muster, Rechteck, Grafiken, Design enthält.&#10;&#10;KI-generierte Inhalte können fehlerhaft sein.">
            <a:extLst>
              <a:ext uri="{FF2B5EF4-FFF2-40B4-BE49-F238E27FC236}">
                <a16:creationId xmlns:a16="http://schemas.microsoft.com/office/drawing/2014/main" id="{8C984062-F744-A786-0F84-40D93D09E5A0}"/>
              </a:ext>
            </a:extLst>
          </p:cNvPr>
          <p:cNvPicPr>
            <a:picLocks noChangeAspect="1"/>
          </p:cNvPicPr>
          <p:nvPr userDrawn="1"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8628" y="5845299"/>
            <a:ext cx="3352800" cy="3340100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C05F0FFF-3C4B-2D63-47A8-48FA94DB5D1D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332050" y="2642435"/>
            <a:ext cx="720000" cy="7200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73EAE80F-521C-056E-F07D-70679A7A588A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255130" y="6086599"/>
            <a:ext cx="2857500" cy="2857500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629625EF-F18F-678D-70BA-15A324AE9318}"/>
              </a:ext>
            </a:extLst>
          </p:cNvPr>
          <p:cNvSpPr txBox="1"/>
          <p:nvPr userDrawn="1"/>
        </p:nvSpPr>
        <p:spPr>
          <a:xfrm>
            <a:off x="1383071" y="9185399"/>
            <a:ext cx="5827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BULME EL QR-Code (weiß / schwarz</a:t>
            </a:r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F19410B0-3523-2237-08A8-D6B306FA935C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352847" y="6086599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4940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50">
          <p15:clr>
            <a:srgbClr val="FBAE40"/>
          </p15:clr>
        </p15:guide>
        <p15:guide id="2" pos="617">
          <p15:clr>
            <a:srgbClr val="FBAE40"/>
          </p15:clr>
        </p15:guide>
        <p15:guide id="3" pos="12047">
          <p15:clr>
            <a:srgbClr val="FBAE40"/>
          </p15:clr>
        </p15:guide>
        <p15:guide id="4" orient="horz" pos="6313">
          <p15:clr>
            <a:srgbClr val="FBAE40"/>
          </p15:clr>
        </p15:guide>
        <p15:guide id="5" orient="horz" pos="87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: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 hasCustomPrompt="1"/>
          </p:nvPr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 lIns="0" tIns="0" rIns="0" bIns="0"/>
          <a:lstStyle>
            <a:lvl1pPr>
              <a:defRPr sz="5000" b="1" i="0">
                <a:solidFill>
                  <a:srgbClr val="A2CB3E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de-AT" dirty="0"/>
              <a:t>Icons: Menschen</a:t>
            </a:r>
            <a:br>
              <a:rPr lang="de-AT" dirty="0"/>
            </a:br>
            <a:br>
              <a:rPr lang="de-AT" dirty="0"/>
            </a:br>
            <a:endParaRPr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43D81C-2C5A-3417-2919-E3B38C62454D}"/>
              </a:ext>
            </a:extLst>
          </p:cNvPr>
          <p:cNvSpPr txBox="1"/>
          <p:nvPr userDrawn="1"/>
        </p:nvSpPr>
        <p:spPr>
          <a:xfrm>
            <a:off x="7868093" y="108452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8" name="Holder 3">
            <a:extLst>
              <a:ext uri="{FF2B5EF4-FFF2-40B4-BE49-F238E27FC236}">
                <a16:creationId xmlns:a16="http://schemas.microsoft.com/office/drawing/2014/main" id="{54459A97-A5A3-C2B2-975B-3A4BB56080D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5256000" y="10470452"/>
            <a:ext cx="9612000" cy="562927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9" name="Holder 4">
            <a:extLst>
              <a:ext uri="{FF2B5EF4-FFF2-40B4-BE49-F238E27FC236}">
                <a16:creationId xmlns:a16="http://schemas.microsoft.com/office/drawing/2014/main" id="{F7068105-1346-F8EC-9488-D3F2D460C542}"/>
              </a:ext>
            </a:extLst>
          </p:cNvPr>
          <p:cNvSpPr>
            <a:spLocks noGrp="1"/>
          </p:cNvSpPr>
          <p:nvPr>
            <p:ph type="dt" sz="half" idx="6"/>
          </p:nvPr>
        </p:nvSpPr>
        <p:spPr>
          <a:xfrm>
            <a:off x="1005205" y="10470452"/>
            <a:ext cx="3600000" cy="562927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3/3/2026</a:t>
            </a:fld>
            <a:endParaRPr lang="en-US" dirty="0"/>
          </a:p>
        </p:txBody>
      </p:sp>
      <p:sp>
        <p:nvSpPr>
          <p:cNvPr id="10" name="Holder 5">
            <a:extLst>
              <a:ext uri="{FF2B5EF4-FFF2-40B4-BE49-F238E27FC236}">
                <a16:creationId xmlns:a16="http://schemas.microsoft.com/office/drawing/2014/main" id="{71CFE310-D9F9-44FA-C2D6-044C3A5CFCC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5508962" y="10470452"/>
            <a:ext cx="3600000" cy="562927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‹Nr.›</a:t>
            </a:fld>
            <a:endParaRPr dirty="0"/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06F670E9-5939-73B4-7C3E-F7CB62E9DE5E}"/>
              </a:ext>
            </a:extLst>
          </p:cNvPr>
          <p:cNvSpPr txBox="1">
            <a:spLocks/>
          </p:cNvSpPr>
          <p:nvPr userDrawn="1"/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B050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2D38797-2CED-D0B2-76F3-E7672D160B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78714" y="3097833"/>
            <a:ext cx="1080000" cy="10800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42D7C0A-169A-99AD-0E6E-8BA861772AF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78235" y="5871108"/>
            <a:ext cx="1080000" cy="10800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E8CCB0C2-B292-FF58-590E-9445AFC2141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22064" y="3142410"/>
            <a:ext cx="1080000" cy="10800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332D90A3-9631-7148-DAF2-AEA501020FD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2064" y="3142410"/>
            <a:ext cx="1080000" cy="10800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C93E0487-5A4A-8153-6093-A37779616601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138796" y="5879492"/>
            <a:ext cx="1080000" cy="10800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FDF4B646-936B-8447-79EB-5A08682C4E02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082064" y="3142410"/>
            <a:ext cx="1080000" cy="108000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F394D8BB-99B6-0637-2855-D169C0E6841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909607" y="3182235"/>
            <a:ext cx="1080000" cy="1080000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73D16725-DB21-2039-93DB-3F8CEB5C1131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56112" y="3182235"/>
            <a:ext cx="1080000" cy="1080000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D56B575E-C10B-2B33-F217-E9BF7D1741A6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187600" y="3142410"/>
            <a:ext cx="1080000" cy="10800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C30689F6-E6C5-5FDD-FDD5-4EC30CB8677B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3406896" y="3077110"/>
            <a:ext cx="1080000" cy="1080000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29776758-634D-D743-9655-C287DE806223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2138796" y="3177435"/>
            <a:ext cx="1080000" cy="10800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964D6F53-A497-AF53-F317-71A6996C246F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0827780" y="5932810"/>
            <a:ext cx="1080000" cy="1080000"/>
          </a:xfrm>
          <a:prstGeom prst="rect">
            <a:avLst/>
          </a:prstGeom>
        </p:spPr>
      </p:pic>
      <p:pic>
        <p:nvPicPr>
          <p:cNvPr id="32" name="Grafik 31">
            <a:extLst>
              <a:ext uri="{FF2B5EF4-FFF2-40B4-BE49-F238E27FC236}">
                <a16:creationId xmlns:a16="http://schemas.microsoft.com/office/drawing/2014/main" id="{35A15CB2-50AE-FE32-8D69-8ABE0B2C4512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4674996" y="3077110"/>
            <a:ext cx="1080000" cy="1080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EBD4E65D-DFC0-2FD8-596C-8F1675EBF5FD}"/>
              </a:ext>
            </a:extLst>
          </p:cNvPr>
          <p:cNvPicPr>
            <a:picLocks noChangeAspect="1"/>
          </p:cNvPicPr>
          <p:nvPr userDrawn="1"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8379328" y="3077110"/>
            <a:ext cx="1080000" cy="1080000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DA7BB369-55A4-3208-0153-09D3515818AC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5943096" y="3077110"/>
            <a:ext cx="1080000" cy="1080000"/>
          </a:xfrm>
          <a:prstGeom prst="rect">
            <a:avLst/>
          </a:prstGeom>
        </p:spPr>
      </p:pic>
      <p:pic>
        <p:nvPicPr>
          <p:cNvPr id="37" name="Grafik 36">
            <a:extLst>
              <a:ext uri="{FF2B5EF4-FFF2-40B4-BE49-F238E27FC236}">
                <a16:creationId xmlns:a16="http://schemas.microsoft.com/office/drawing/2014/main" id="{AC31D608-D640-8D3E-25F7-DF1726344356}"/>
              </a:ext>
            </a:extLst>
          </p:cNvPr>
          <p:cNvPicPr>
            <a:picLocks noChangeAspect="1"/>
          </p:cNvPicPr>
          <p:nvPr userDrawn="1"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7153160" y="3077110"/>
            <a:ext cx="1080000" cy="1080000"/>
          </a:xfrm>
          <a:prstGeom prst="rect">
            <a:avLst/>
          </a:prstGeom>
        </p:spPr>
      </p:pic>
      <p:pic>
        <p:nvPicPr>
          <p:cNvPr id="38" name="Grafik 37">
            <a:extLst>
              <a:ext uri="{FF2B5EF4-FFF2-40B4-BE49-F238E27FC236}">
                <a16:creationId xmlns:a16="http://schemas.microsoft.com/office/drawing/2014/main" id="{D2DE2B60-0198-0ADC-B7DD-19761A9516C6}"/>
              </a:ext>
            </a:extLst>
          </p:cNvPr>
          <p:cNvPicPr>
            <a:picLocks noChangeAspect="1"/>
          </p:cNvPicPr>
          <p:nvPr userDrawn="1"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871114" y="4502823"/>
            <a:ext cx="1080000" cy="1080000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0ACAFBE0-FBAC-ED73-6F3E-7252808E1BD6}"/>
              </a:ext>
            </a:extLst>
          </p:cNvPr>
          <p:cNvPicPr>
            <a:picLocks noChangeAspect="1"/>
          </p:cNvPicPr>
          <p:nvPr userDrawn="1"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3002064" y="4488198"/>
            <a:ext cx="1080000" cy="1080000"/>
          </a:xfrm>
          <a:prstGeom prst="rect">
            <a:avLst/>
          </a:prstGeom>
        </p:spPr>
      </p:pic>
      <p:pic>
        <p:nvPicPr>
          <p:cNvPr id="40" name="Grafik 39">
            <a:extLst>
              <a:ext uri="{FF2B5EF4-FFF2-40B4-BE49-F238E27FC236}">
                <a16:creationId xmlns:a16="http://schemas.microsoft.com/office/drawing/2014/main" id="{7C0576E3-64D6-14C6-5AA8-1C47405A625D}"/>
              </a:ext>
            </a:extLst>
          </p:cNvPr>
          <p:cNvPicPr>
            <a:picLocks noChangeAspect="1"/>
          </p:cNvPicPr>
          <p:nvPr userDrawn="1"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951114" y="4502823"/>
            <a:ext cx="1080000" cy="1080000"/>
          </a:xfrm>
          <a:prstGeom prst="rect">
            <a:avLst/>
          </a:prstGeom>
        </p:spPr>
      </p:pic>
      <p:pic>
        <p:nvPicPr>
          <p:cNvPr id="41" name="Grafik 40">
            <a:extLst>
              <a:ext uri="{FF2B5EF4-FFF2-40B4-BE49-F238E27FC236}">
                <a16:creationId xmlns:a16="http://schemas.microsoft.com/office/drawing/2014/main" id="{EE8CEEA6-C5C7-14DF-D518-E4C2092495A0}"/>
              </a:ext>
            </a:extLst>
          </p:cNvPr>
          <p:cNvPicPr>
            <a:picLocks noChangeAspect="1"/>
          </p:cNvPicPr>
          <p:nvPr userDrawn="1"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5450576" y="4488198"/>
            <a:ext cx="1080000" cy="1080000"/>
          </a:xfrm>
          <a:prstGeom prst="rect">
            <a:avLst/>
          </a:prstGeom>
        </p:spPr>
      </p:pic>
      <p:pic>
        <p:nvPicPr>
          <p:cNvPr id="42" name="Grafik 41">
            <a:extLst>
              <a:ext uri="{FF2B5EF4-FFF2-40B4-BE49-F238E27FC236}">
                <a16:creationId xmlns:a16="http://schemas.microsoft.com/office/drawing/2014/main" id="{F0162998-20AE-184E-8156-EC60B2DDAFBC}"/>
              </a:ext>
            </a:extLst>
          </p:cNvPr>
          <p:cNvPicPr>
            <a:picLocks noChangeAspect="1"/>
          </p:cNvPicPr>
          <p:nvPr userDrawn="1"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4053014" y="4502823"/>
            <a:ext cx="1080000" cy="1080000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4E7C86CE-3A8E-0DD0-9169-6BDDCA65BD8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822349" y="4430009"/>
            <a:ext cx="1080000" cy="1080000"/>
          </a:xfrm>
          <a:prstGeom prst="rect">
            <a:avLst/>
          </a:prstGeom>
        </p:spPr>
      </p:pic>
      <p:pic>
        <p:nvPicPr>
          <p:cNvPr id="44" name="Grafik 43">
            <a:extLst>
              <a:ext uri="{FF2B5EF4-FFF2-40B4-BE49-F238E27FC236}">
                <a16:creationId xmlns:a16="http://schemas.microsoft.com/office/drawing/2014/main" id="{97B608BF-080B-EA2F-A264-82393274E3E5}"/>
              </a:ext>
            </a:extLst>
          </p:cNvPr>
          <p:cNvPicPr>
            <a:picLocks noChangeAspect="1"/>
          </p:cNvPicPr>
          <p:nvPr userDrawn="1"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6848138" y="4388767"/>
            <a:ext cx="1080000" cy="1080000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CE7F21CB-CE6C-0D0A-4EA7-A3A8B4176DB3}"/>
              </a:ext>
            </a:extLst>
          </p:cNvPr>
          <p:cNvPicPr>
            <a:picLocks noChangeAspect="1"/>
          </p:cNvPicPr>
          <p:nvPr userDrawn="1"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17008430" y="4455360"/>
            <a:ext cx="1080000" cy="1080000"/>
          </a:xfrm>
          <a:prstGeom prst="rect">
            <a:avLst/>
          </a:prstGeom>
        </p:spPr>
      </p:pic>
      <p:pic>
        <p:nvPicPr>
          <p:cNvPr id="46" name="Grafik 45">
            <a:extLst>
              <a:ext uri="{FF2B5EF4-FFF2-40B4-BE49-F238E27FC236}">
                <a16:creationId xmlns:a16="http://schemas.microsoft.com/office/drawing/2014/main" id="{387223CC-2686-E6C3-14AE-DD5C0C444197}"/>
              </a:ext>
            </a:extLst>
          </p:cNvPr>
          <p:cNvPicPr>
            <a:picLocks noChangeAspect="1"/>
          </p:cNvPicPr>
          <p:nvPr userDrawn="1"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6784337" y="3077110"/>
            <a:ext cx="1080000" cy="1080000"/>
          </a:xfrm>
          <a:prstGeom prst="rect">
            <a:avLst/>
          </a:prstGeom>
        </p:spPr>
      </p:pic>
      <p:pic>
        <p:nvPicPr>
          <p:cNvPr id="47" name="Grafik 46">
            <a:extLst>
              <a:ext uri="{FF2B5EF4-FFF2-40B4-BE49-F238E27FC236}">
                <a16:creationId xmlns:a16="http://schemas.microsoft.com/office/drawing/2014/main" id="{C9D1C9FA-87CA-B868-D58D-61C0E4F64698}"/>
              </a:ext>
            </a:extLst>
          </p:cNvPr>
          <p:cNvPicPr>
            <a:picLocks noChangeAspect="1"/>
          </p:cNvPicPr>
          <p:nvPr userDrawn="1"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6777690" y="5871108"/>
            <a:ext cx="1080000" cy="1080000"/>
          </a:xfrm>
          <a:prstGeom prst="rect">
            <a:avLst/>
          </a:prstGeom>
        </p:spPr>
      </p:pic>
      <p:pic>
        <p:nvPicPr>
          <p:cNvPr id="48" name="Grafik 47">
            <a:extLst>
              <a:ext uri="{FF2B5EF4-FFF2-40B4-BE49-F238E27FC236}">
                <a16:creationId xmlns:a16="http://schemas.microsoft.com/office/drawing/2014/main" id="{39E97EC5-5185-4E66-D477-22D8EAD35AF5}"/>
              </a:ext>
            </a:extLst>
          </p:cNvPr>
          <p:cNvPicPr>
            <a:picLocks noChangeAspect="1"/>
          </p:cNvPicPr>
          <p:nvPr userDrawn="1"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10870696" y="3097833"/>
            <a:ext cx="1080000" cy="1080000"/>
          </a:xfrm>
          <a:prstGeom prst="rect">
            <a:avLst/>
          </a:prstGeom>
        </p:spPr>
      </p:pic>
      <p:pic>
        <p:nvPicPr>
          <p:cNvPr id="49" name="Grafik 48">
            <a:extLst>
              <a:ext uri="{FF2B5EF4-FFF2-40B4-BE49-F238E27FC236}">
                <a16:creationId xmlns:a16="http://schemas.microsoft.com/office/drawing/2014/main" id="{DC7DC153-50AC-06B3-A35E-4E6DDBFB609C}"/>
              </a:ext>
            </a:extLst>
          </p:cNvPr>
          <p:cNvPicPr>
            <a:picLocks noChangeAspect="1"/>
          </p:cNvPicPr>
          <p:nvPr userDrawn="1"/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5443719" y="5899311"/>
            <a:ext cx="1080000" cy="1080000"/>
          </a:xfrm>
          <a:prstGeom prst="rect">
            <a:avLst/>
          </a:prstGeom>
        </p:spPr>
      </p:pic>
      <p:pic>
        <p:nvPicPr>
          <p:cNvPr id="50" name="Grafik 49">
            <a:extLst>
              <a:ext uri="{FF2B5EF4-FFF2-40B4-BE49-F238E27FC236}">
                <a16:creationId xmlns:a16="http://schemas.microsoft.com/office/drawing/2014/main" id="{0E4ED5AC-A2A2-8D25-C679-F2136D97F800}"/>
              </a:ext>
            </a:extLst>
          </p:cNvPr>
          <p:cNvPicPr>
            <a:picLocks noChangeAspect="1"/>
          </p:cNvPicPr>
          <p:nvPr userDrawn="1"/>
        </p:nvPicPr>
        <p:blipFill>
          <a:blip r:embed="rId56"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1951114" y="5932810"/>
            <a:ext cx="1080000" cy="1080000"/>
          </a:xfrm>
          <a:prstGeom prst="rect">
            <a:avLst/>
          </a:prstGeom>
        </p:spPr>
      </p:pic>
      <p:pic>
        <p:nvPicPr>
          <p:cNvPr id="51" name="Grafik 50">
            <a:extLst>
              <a:ext uri="{FF2B5EF4-FFF2-40B4-BE49-F238E27FC236}">
                <a16:creationId xmlns:a16="http://schemas.microsoft.com/office/drawing/2014/main" id="{476F4A78-1C7F-0670-10CA-08AF820B9EFE}"/>
              </a:ext>
            </a:extLst>
          </p:cNvPr>
          <p:cNvPicPr>
            <a:picLocks noChangeAspect="1"/>
          </p:cNvPicPr>
          <p:nvPr userDrawn="1"/>
        </p:nvPicPr>
        <p:blipFill>
          <a:blip r:embed="rId58"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962398" y="5999385"/>
            <a:ext cx="1080000" cy="1080000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751A64D-8F97-194A-8C5F-9EB6E79EA826}"/>
              </a:ext>
            </a:extLst>
          </p:cNvPr>
          <p:cNvPicPr>
            <a:picLocks noChangeAspect="1"/>
          </p:cNvPicPr>
          <p:nvPr userDrawn="1"/>
        </p:nvPicPr>
        <p:blipFill>
          <a:blip r:embed="rId60"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tretch>
            <a:fillRect/>
          </a:stretch>
        </p:blipFill>
        <p:spPr>
          <a:xfrm>
            <a:off x="8004751" y="5879492"/>
            <a:ext cx="1080000" cy="1080000"/>
          </a:xfrm>
          <a:prstGeom prst="rect">
            <a:avLst/>
          </a:prstGeom>
        </p:spPr>
      </p:pic>
      <p:pic>
        <p:nvPicPr>
          <p:cNvPr id="53" name="Grafik 52">
            <a:extLst>
              <a:ext uri="{FF2B5EF4-FFF2-40B4-BE49-F238E27FC236}">
                <a16:creationId xmlns:a16="http://schemas.microsoft.com/office/drawing/2014/main" id="{4E409635-59A2-AB48-F94D-D888C46BBDD6}"/>
              </a:ext>
            </a:extLst>
          </p:cNvPr>
          <p:cNvPicPr>
            <a:picLocks noChangeAspect="1"/>
          </p:cNvPicPr>
          <p:nvPr userDrawn="1"/>
        </p:nvPicPr>
        <p:blipFill>
          <a:blip r:embed="rId62">
            <a:extLst>
              <a:ext uri="{96DAC541-7B7A-43D3-8B79-37D633B846F1}">
                <asvg:svgBlip xmlns:asvg="http://schemas.microsoft.com/office/drawing/2016/SVG/main" r:embed="rId63"/>
              </a:ext>
            </a:extLst>
          </a:blip>
          <a:stretch>
            <a:fillRect/>
          </a:stretch>
        </p:blipFill>
        <p:spPr>
          <a:xfrm>
            <a:off x="4113114" y="5932810"/>
            <a:ext cx="1080000" cy="1080000"/>
          </a:xfrm>
          <a:prstGeom prst="rect">
            <a:avLst/>
          </a:prstGeom>
        </p:spPr>
      </p:pic>
      <p:pic>
        <p:nvPicPr>
          <p:cNvPr id="54" name="Grafik 53">
            <a:extLst>
              <a:ext uri="{FF2B5EF4-FFF2-40B4-BE49-F238E27FC236}">
                <a16:creationId xmlns:a16="http://schemas.microsoft.com/office/drawing/2014/main" id="{B6B806C2-36EB-BDC0-F196-194C8CCFB144}"/>
              </a:ext>
            </a:extLst>
          </p:cNvPr>
          <p:cNvPicPr>
            <a:picLocks noChangeAspect="1"/>
          </p:cNvPicPr>
          <p:nvPr userDrawn="1"/>
        </p:nvPicPr>
        <p:blipFill>
          <a:blip r:embed="rId64">
            <a:extLst>
              <a:ext uri="{96DAC541-7B7A-43D3-8B79-37D633B846F1}">
                <asvg:svgBlip xmlns:asvg="http://schemas.microsoft.com/office/drawing/2016/SVG/main" r:embed="rId65"/>
              </a:ext>
            </a:extLst>
          </a:blip>
          <a:stretch>
            <a:fillRect/>
          </a:stretch>
        </p:blipFill>
        <p:spPr>
          <a:xfrm>
            <a:off x="18300592" y="4456597"/>
            <a:ext cx="1080000" cy="1080000"/>
          </a:xfrm>
          <a:prstGeom prst="rect">
            <a:avLst/>
          </a:prstGeom>
        </p:spPr>
      </p:pic>
      <p:pic>
        <p:nvPicPr>
          <p:cNvPr id="55" name="Grafik 54">
            <a:extLst>
              <a:ext uri="{FF2B5EF4-FFF2-40B4-BE49-F238E27FC236}">
                <a16:creationId xmlns:a16="http://schemas.microsoft.com/office/drawing/2014/main" id="{0F3B0CA4-F705-4DF8-6489-E30237501AD9}"/>
              </a:ext>
            </a:extLst>
          </p:cNvPr>
          <p:cNvPicPr>
            <a:picLocks noChangeAspect="1"/>
          </p:cNvPicPr>
          <p:nvPr userDrawn="1"/>
        </p:nvPicPr>
        <p:blipFill>
          <a:blip r:embed="rId66">
            <a:extLs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3031114" y="5899311"/>
            <a:ext cx="1080000" cy="1080000"/>
          </a:xfrm>
          <a:prstGeom prst="rect">
            <a:avLst/>
          </a:prstGeom>
        </p:spPr>
      </p:pic>
      <p:pic>
        <p:nvPicPr>
          <p:cNvPr id="56" name="Grafik 55">
            <a:extLst>
              <a:ext uri="{FF2B5EF4-FFF2-40B4-BE49-F238E27FC236}">
                <a16:creationId xmlns:a16="http://schemas.microsoft.com/office/drawing/2014/main" id="{BEB5A37B-8FAE-4A68-0A2D-CE79A20BF8FB}"/>
              </a:ext>
            </a:extLst>
          </p:cNvPr>
          <p:cNvPicPr>
            <a:picLocks noChangeAspect="1"/>
          </p:cNvPicPr>
          <p:nvPr userDrawn="1"/>
        </p:nvPicPr>
        <p:blipFill>
          <a:blip r:embed="rId68">
            <a:extLst>
              <a:ext uri="{96DAC541-7B7A-43D3-8B79-37D633B846F1}">
                <asvg:svgBlip xmlns:asvg="http://schemas.microsoft.com/office/drawing/2016/SVG/main" r:embed="rId69"/>
              </a:ext>
            </a:extLst>
          </a:blip>
          <a:stretch>
            <a:fillRect/>
          </a:stretch>
        </p:blipFill>
        <p:spPr>
          <a:xfrm>
            <a:off x="10888402" y="4474305"/>
            <a:ext cx="1080000" cy="1080000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44695755-80B0-4089-4B71-1CD5DB73E64C}"/>
              </a:ext>
            </a:extLst>
          </p:cNvPr>
          <p:cNvPicPr>
            <a:picLocks noChangeAspect="1"/>
          </p:cNvPicPr>
          <p:nvPr userDrawn="1"/>
        </p:nvPicPr>
        <p:blipFill>
          <a:blip r:embed="rId70"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13427917" y="4474305"/>
            <a:ext cx="1080000" cy="1080000"/>
          </a:xfrm>
          <a:prstGeom prst="rect">
            <a:avLst/>
          </a:prstGeom>
        </p:spPr>
      </p:pic>
      <p:pic>
        <p:nvPicPr>
          <p:cNvPr id="58" name="Grafik 57">
            <a:extLst>
              <a:ext uri="{FF2B5EF4-FFF2-40B4-BE49-F238E27FC236}">
                <a16:creationId xmlns:a16="http://schemas.microsoft.com/office/drawing/2014/main" id="{FDE81B6F-7A65-B975-261B-40A2B6C4905E}"/>
              </a:ext>
            </a:extLst>
          </p:cNvPr>
          <p:cNvPicPr>
            <a:picLocks noChangeAspect="1"/>
          </p:cNvPicPr>
          <p:nvPr userDrawn="1"/>
        </p:nvPicPr>
        <p:blipFill>
          <a:blip r:embed="rId72">
            <a:extLst>
              <a:ext uri="{96DAC541-7B7A-43D3-8B79-37D633B846F1}">
                <asvg:svgBlip xmlns:asvg="http://schemas.microsoft.com/office/drawing/2016/SVG/main" r:embed="rId73"/>
              </a:ext>
            </a:extLst>
          </a:blip>
          <a:stretch>
            <a:fillRect/>
          </a:stretch>
        </p:blipFill>
        <p:spPr>
          <a:xfrm>
            <a:off x="8140300" y="4367410"/>
            <a:ext cx="1080000" cy="1080000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5C631958-48C3-16F0-F53F-A190F8D9F2BF}"/>
              </a:ext>
            </a:extLst>
          </p:cNvPr>
          <p:cNvPicPr>
            <a:picLocks noChangeAspect="1"/>
          </p:cNvPicPr>
          <p:nvPr userDrawn="1"/>
        </p:nvPicPr>
        <p:blipFill>
          <a:blip r:embed="rId74">
            <a:extLst>
              <a:ext uri="{96DAC541-7B7A-43D3-8B79-37D633B846F1}">
                <asvg:svgBlip xmlns:asvg="http://schemas.microsoft.com/office/drawing/2016/SVG/main" r:embed="rId75"/>
              </a:ext>
            </a:extLst>
          </a:blip>
          <a:stretch>
            <a:fillRect/>
          </a:stretch>
        </p:blipFill>
        <p:spPr>
          <a:xfrm>
            <a:off x="12138796" y="4455360"/>
            <a:ext cx="1080000" cy="1080000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A7D8FA9A-7591-7923-9FCE-4F2B30C261D0}"/>
              </a:ext>
            </a:extLst>
          </p:cNvPr>
          <p:cNvPicPr>
            <a:picLocks noChangeAspect="1"/>
          </p:cNvPicPr>
          <p:nvPr userDrawn="1"/>
        </p:nvPicPr>
        <p:blipFill>
          <a:blip r:embed="rId76">
            <a:extLst>
              <a:ext uri="{96DAC541-7B7A-43D3-8B79-37D633B846F1}">
                <asvg:svgBlip xmlns:asvg="http://schemas.microsoft.com/office/drawing/2016/SVG/main" r:embed="rId77"/>
              </a:ext>
            </a:extLst>
          </a:blip>
          <a:stretch>
            <a:fillRect/>
          </a:stretch>
        </p:blipFill>
        <p:spPr>
          <a:xfrm>
            <a:off x="9436035" y="4458348"/>
            <a:ext cx="1080000" cy="1080000"/>
          </a:xfrm>
          <a:prstGeom prst="rect">
            <a:avLst/>
          </a:prstGeom>
        </p:spPr>
      </p:pic>
      <p:pic>
        <p:nvPicPr>
          <p:cNvPr id="61" name="Grafik 60">
            <a:extLst>
              <a:ext uri="{FF2B5EF4-FFF2-40B4-BE49-F238E27FC236}">
                <a16:creationId xmlns:a16="http://schemas.microsoft.com/office/drawing/2014/main" id="{88950A23-CAEC-5C49-BA60-AB111F15D1B3}"/>
              </a:ext>
            </a:extLst>
          </p:cNvPr>
          <p:cNvPicPr>
            <a:picLocks noChangeAspect="1"/>
          </p:cNvPicPr>
          <p:nvPr userDrawn="1"/>
        </p:nvPicPr>
        <p:blipFill>
          <a:blip r:embed="rId78">
            <a:extLst>
              <a:ext uri="{96DAC541-7B7A-43D3-8B79-37D633B846F1}">
                <asvg:svgBlip xmlns:asvg="http://schemas.microsoft.com/office/drawing/2016/SVG/main" r:embed="rId79"/>
              </a:ext>
            </a:extLst>
          </a:blip>
          <a:stretch>
            <a:fillRect/>
          </a:stretch>
        </p:blipFill>
        <p:spPr>
          <a:xfrm>
            <a:off x="14689309" y="4474305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439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50">
          <p15:clr>
            <a:srgbClr val="FBAE40"/>
          </p15:clr>
        </p15:guide>
        <p15:guide id="2" pos="617">
          <p15:clr>
            <a:srgbClr val="FBAE40"/>
          </p15:clr>
        </p15:guide>
        <p15:guide id="3" pos="12047">
          <p15:clr>
            <a:srgbClr val="FBAE40"/>
          </p15:clr>
        </p15:guide>
        <p15:guide id="4" orient="horz" pos="6313">
          <p15:clr>
            <a:srgbClr val="FBAE40"/>
          </p15:clr>
        </p15:guide>
        <p15:guide id="5" orient="horz" pos="87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: Te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 hasCustomPrompt="1"/>
          </p:nvPr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 lIns="0" tIns="0" rIns="0" bIns="0"/>
          <a:lstStyle>
            <a:lvl1pPr>
              <a:defRPr sz="5000" b="1" i="0">
                <a:solidFill>
                  <a:srgbClr val="A2CB3E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de-AT" dirty="0"/>
              <a:t>Icons: Tech</a:t>
            </a:r>
            <a:br>
              <a:rPr lang="de-AT" dirty="0"/>
            </a:br>
            <a:br>
              <a:rPr lang="de-AT" dirty="0"/>
            </a:br>
            <a:endParaRPr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43D81C-2C5A-3417-2919-E3B38C62454D}"/>
              </a:ext>
            </a:extLst>
          </p:cNvPr>
          <p:cNvSpPr txBox="1"/>
          <p:nvPr userDrawn="1"/>
        </p:nvSpPr>
        <p:spPr>
          <a:xfrm>
            <a:off x="7868093" y="108452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8" name="Holder 3">
            <a:extLst>
              <a:ext uri="{FF2B5EF4-FFF2-40B4-BE49-F238E27FC236}">
                <a16:creationId xmlns:a16="http://schemas.microsoft.com/office/drawing/2014/main" id="{54459A97-A5A3-C2B2-975B-3A4BB56080D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5256000" y="10470452"/>
            <a:ext cx="9612000" cy="562927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9" name="Holder 4">
            <a:extLst>
              <a:ext uri="{FF2B5EF4-FFF2-40B4-BE49-F238E27FC236}">
                <a16:creationId xmlns:a16="http://schemas.microsoft.com/office/drawing/2014/main" id="{F7068105-1346-F8EC-9488-D3F2D460C542}"/>
              </a:ext>
            </a:extLst>
          </p:cNvPr>
          <p:cNvSpPr>
            <a:spLocks noGrp="1"/>
          </p:cNvSpPr>
          <p:nvPr>
            <p:ph type="dt" sz="half" idx="6"/>
          </p:nvPr>
        </p:nvSpPr>
        <p:spPr>
          <a:xfrm>
            <a:off x="1005205" y="10470452"/>
            <a:ext cx="3600000" cy="562927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3/3/2026</a:t>
            </a:fld>
            <a:endParaRPr lang="en-US" dirty="0"/>
          </a:p>
        </p:txBody>
      </p:sp>
      <p:sp>
        <p:nvSpPr>
          <p:cNvPr id="10" name="Holder 5">
            <a:extLst>
              <a:ext uri="{FF2B5EF4-FFF2-40B4-BE49-F238E27FC236}">
                <a16:creationId xmlns:a16="http://schemas.microsoft.com/office/drawing/2014/main" id="{71CFE310-D9F9-44FA-C2D6-044C3A5CFCC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5508962" y="10470452"/>
            <a:ext cx="3600000" cy="562927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‹Nr.›</a:t>
            </a:fld>
            <a:endParaRPr dirty="0"/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06F670E9-5939-73B4-7C3E-F7CB62E9DE5E}"/>
              </a:ext>
            </a:extLst>
          </p:cNvPr>
          <p:cNvSpPr txBox="1">
            <a:spLocks/>
          </p:cNvSpPr>
          <p:nvPr userDrawn="1"/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B050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3760FB9-2C73-EC02-9D85-C9AAE92615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70432" y="2396164"/>
            <a:ext cx="1080000" cy="10800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FFB2BC41-D5A6-E055-B969-DBA9FDE018A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86440" y="2396164"/>
            <a:ext cx="1080000" cy="10800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11D33D87-6363-0CD2-F06E-25EF5AED623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21376" y="2372939"/>
            <a:ext cx="1080000" cy="108000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7B18F84F-318D-ADD9-9DA5-59F7D734EE5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54592" y="2438214"/>
            <a:ext cx="1080000" cy="1080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ACB1DD05-9E55-A4AA-FE3F-0807346D8C96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71344" y="2372939"/>
            <a:ext cx="1080000" cy="108000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85100944-D5DC-4979-1A47-DB8E4278CE55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674644" y="5317592"/>
            <a:ext cx="1080000" cy="1080000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496257F6-3806-F8A0-F95F-E309C9EC3A34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405764" y="5325604"/>
            <a:ext cx="1080000" cy="1080000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DC3BEED0-4930-7BF0-6E95-8040D47DE442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671610" y="3908539"/>
            <a:ext cx="1080000" cy="10800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054C1CFA-0542-B8B8-1F1E-F968C63A65B0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011378" y="5359239"/>
            <a:ext cx="1080000" cy="1080000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DCE6BE2-D2B1-F549-E45B-F6A3D3FA29E9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906866" y="5390615"/>
            <a:ext cx="1080000" cy="10800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A1BAF731-B772-5FFA-9E89-81EDC80C3F62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139918" y="5337114"/>
            <a:ext cx="1080000" cy="1080000"/>
          </a:xfrm>
          <a:prstGeom prst="rect">
            <a:avLst/>
          </a:prstGeom>
        </p:spPr>
      </p:pic>
      <p:pic>
        <p:nvPicPr>
          <p:cNvPr id="31" name="Grafik 30">
            <a:extLst>
              <a:ext uri="{FF2B5EF4-FFF2-40B4-BE49-F238E27FC236}">
                <a16:creationId xmlns:a16="http://schemas.microsoft.com/office/drawing/2014/main" id="{716CC388-DD53-F949-AB5C-3B29F41F8691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366388" y="3879664"/>
            <a:ext cx="1080000" cy="1080000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A7F3E894-5FC5-8BD7-25CD-CDD0CB4E846F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35306" y="3908539"/>
            <a:ext cx="1080000" cy="1080000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E87A5DA6-B578-23CC-CE93-EB4ECB46A657}"/>
              </a:ext>
            </a:extLst>
          </p:cNvPr>
          <p:cNvPicPr>
            <a:picLocks noChangeAspect="1"/>
          </p:cNvPicPr>
          <p:nvPr userDrawn="1"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79768" y="5319527"/>
            <a:ext cx="1080000" cy="1080000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FF2401F8-BFB5-6E95-951F-B9F7888B3583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508030" y="5319527"/>
            <a:ext cx="1080000" cy="1080000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24D8640F-859B-3387-2173-280429F7845D}"/>
              </a:ext>
            </a:extLst>
          </p:cNvPr>
          <p:cNvPicPr>
            <a:picLocks noChangeAspect="1"/>
          </p:cNvPicPr>
          <p:nvPr userDrawn="1"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3697158" y="5319527"/>
            <a:ext cx="1080000" cy="1080000"/>
          </a:xfrm>
          <a:prstGeom prst="rect">
            <a:avLst/>
          </a:prstGeom>
        </p:spPr>
      </p:pic>
      <p:pic>
        <p:nvPicPr>
          <p:cNvPr id="64" name="Grafik 63">
            <a:extLst>
              <a:ext uri="{FF2B5EF4-FFF2-40B4-BE49-F238E27FC236}">
                <a16:creationId xmlns:a16="http://schemas.microsoft.com/office/drawing/2014/main" id="{BE7BC537-F495-3236-1454-1822437789EC}"/>
              </a:ext>
            </a:extLst>
          </p:cNvPr>
          <p:cNvPicPr>
            <a:picLocks noChangeAspect="1"/>
          </p:cNvPicPr>
          <p:nvPr userDrawn="1"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0375246" y="5322103"/>
            <a:ext cx="1080000" cy="1080000"/>
          </a:xfrm>
          <a:prstGeom prst="rect">
            <a:avLst/>
          </a:prstGeom>
        </p:spPr>
      </p:pic>
      <p:pic>
        <p:nvPicPr>
          <p:cNvPr id="65" name="Grafik 64">
            <a:extLst>
              <a:ext uri="{FF2B5EF4-FFF2-40B4-BE49-F238E27FC236}">
                <a16:creationId xmlns:a16="http://schemas.microsoft.com/office/drawing/2014/main" id="{DA339883-6A38-4421-CC35-529EBB545DC2}"/>
              </a:ext>
            </a:extLst>
          </p:cNvPr>
          <p:cNvPicPr>
            <a:picLocks noChangeAspect="1"/>
          </p:cNvPicPr>
          <p:nvPr userDrawn="1"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13926631" y="5319527"/>
            <a:ext cx="1080000" cy="1080000"/>
          </a:xfrm>
          <a:prstGeom prst="rect">
            <a:avLst/>
          </a:prstGeom>
        </p:spPr>
      </p:pic>
      <p:pic>
        <p:nvPicPr>
          <p:cNvPr id="66" name="Grafik 65">
            <a:extLst>
              <a:ext uri="{FF2B5EF4-FFF2-40B4-BE49-F238E27FC236}">
                <a16:creationId xmlns:a16="http://schemas.microsoft.com/office/drawing/2014/main" id="{073B6C08-8357-92D5-ED55-C60E5F163EEF}"/>
              </a:ext>
            </a:extLst>
          </p:cNvPr>
          <p:cNvPicPr>
            <a:picLocks noChangeAspect="1"/>
          </p:cNvPicPr>
          <p:nvPr userDrawn="1"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9244464" y="2428714"/>
            <a:ext cx="1080000" cy="1080000"/>
          </a:xfrm>
          <a:prstGeom prst="rect">
            <a:avLst/>
          </a:prstGeom>
        </p:spPr>
      </p:pic>
      <p:pic>
        <p:nvPicPr>
          <p:cNvPr id="67" name="Grafik 66">
            <a:extLst>
              <a:ext uri="{FF2B5EF4-FFF2-40B4-BE49-F238E27FC236}">
                <a16:creationId xmlns:a16="http://schemas.microsoft.com/office/drawing/2014/main" id="{1BFDE45F-F24B-0DE3-E830-0B6C335F818D}"/>
              </a:ext>
            </a:extLst>
          </p:cNvPr>
          <p:cNvPicPr>
            <a:picLocks noChangeAspect="1"/>
          </p:cNvPicPr>
          <p:nvPr userDrawn="1"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2640814" y="5337114"/>
            <a:ext cx="1080000" cy="1080000"/>
          </a:xfrm>
          <a:prstGeom prst="rect">
            <a:avLst/>
          </a:prstGeom>
        </p:spPr>
      </p:pic>
      <p:pic>
        <p:nvPicPr>
          <p:cNvPr id="68" name="Grafik 67">
            <a:extLst>
              <a:ext uri="{FF2B5EF4-FFF2-40B4-BE49-F238E27FC236}">
                <a16:creationId xmlns:a16="http://schemas.microsoft.com/office/drawing/2014/main" id="{D8059820-F441-F1B4-5244-82ED35556314}"/>
              </a:ext>
            </a:extLst>
          </p:cNvPr>
          <p:cNvPicPr>
            <a:picLocks noChangeAspect="1"/>
          </p:cNvPicPr>
          <p:nvPr userDrawn="1"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10477442" y="2386664"/>
            <a:ext cx="1080000" cy="1080000"/>
          </a:xfrm>
          <a:prstGeom prst="rect">
            <a:avLst/>
          </a:prstGeom>
        </p:spPr>
      </p:pic>
      <p:pic>
        <p:nvPicPr>
          <p:cNvPr id="69" name="Grafik 68">
            <a:extLst>
              <a:ext uri="{FF2B5EF4-FFF2-40B4-BE49-F238E27FC236}">
                <a16:creationId xmlns:a16="http://schemas.microsoft.com/office/drawing/2014/main" id="{610872A6-49FA-ED7E-91B3-DF7DBA304A27}"/>
              </a:ext>
            </a:extLst>
          </p:cNvPr>
          <p:cNvPicPr>
            <a:picLocks noChangeAspect="1"/>
          </p:cNvPicPr>
          <p:nvPr userDrawn="1"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11710420" y="2372939"/>
            <a:ext cx="1080000" cy="1080000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488944C7-CA5B-20DA-5811-BE5558A72EA9}"/>
              </a:ext>
            </a:extLst>
          </p:cNvPr>
          <p:cNvPicPr>
            <a:picLocks noChangeAspect="1"/>
          </p:cNvPicPr>
          <p:nvPr userDrawn="1"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12990426" y="2372939"/>
            <a:ext cx="1080000" cy="1080000"/>
          </a:xfrm>
          <a:prstGeom prst="rect">
            <a:avLst/>
          </a:prstGeom>
        </p:spPr>
      </p:pic>
      <p:pic>
        <p:nvPicPr>
          <p:cNvPr id="71" name="Grafik 70">
            <a:extLst>
              <a:ext uri="{FF2B5EF4-FFF2-40B4-BE49-F238E27FC236}">
                <a16:creationId xmlns:a16="http://schemas.microsoft.com/office/drawing/2014/main" id="{E050FFBD-C253-851D-F26B-8174056E6F6B}"/>
              </a:ext>
            </a:extLst>
          </p:cNvPr>
          <p:cNvPicPr>
            <a:picLocks noChangeAspect="1"/>
          </p:cNvPicPr>
          <p:nvPr userDrawn="1"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2366388" y="5319527"/>
            <a:ext cx="1080000" cy="1080000"/>
          </a:xfrm>
          <a:prstGeom prst="rect">
            <a:avLst/>
          </a:prstGeom>
        </p:spPr>
      </p:pic>
      <p:pic>
        <p:nvPicPr>
          <p:cNvPr id="72" name="Grafik 71">
            <a:extLst>
              <a:ext uri="{FF2B5EF4-FFF2-40B4-BE49-F238E27FC236}">
                <a16:creationId xmlns:a16="http://schemas.microsoft.com/office/drawing/2014/main" id="{71B66BFA-5603-A7F5-E36E-943955DD7314}"/>
              </a:ext>
            </a:extLst>
          </p:cNvPr>
          <p:cNvPicPr>
            <a:picLocks noChangeAspect="1"/>
          </p:cNvPicPr>
          <p:nvPr userDrawn="1"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15350432" y="5325604"/>
            <a:ext cx="1080000" cy="1080000"/>
          </a:xfrm>
          <a:prstGeom prst="rect">
            <a:avLst/>
          </a:prstGeom>
        </p:spPr>
      </p:pic>
      <p:pic>
        <p:nvPicPr>
          <p:cNvPr id="73" name="Grafik 72">
            <a:extLst>
              <a:ext uri="{FF2B5EF4-FFF2-40B4-BE49-F238E27FC236}">
                <a16:creationId xmlns:a16="http://schemas.microsoft.com/office/drawing/2014/main" id="{EA89255B-CCB2-46FA-2CC2-3FA55F8C924D}"/>
              </a:ext>
            </a:extLst>
          </p:cNvPr>
          <p:cNvPicPr>
            <a:picLocks noChangeAspect="1"/>
          </p:cNvPicPr>
          <p:nvPr userDrawn="1"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3583464" y="2405664"/>
            <a:ext cx="1080000" cy="1080000"/>
          </a:xfrm>
          <a:prstGeom prst="rect">
            <a:avLst/>
          </a:prstGeom>
        </p:spPr>
      </p:pic>
      <p:pic>
        <p:nvPicPr>
          <p:cNvPr id="74" name="Grafik 73">
            <a:extLst>
              <a:ext uri="{FF2B5EF4-FFF2-40B4-BE49-F238E27FC236}">
                <a16:creationId xmlns:a16="http://schemas.microsoft.com/office/drawing/2014/main" id="{377BB85A-A298-9B0E-D1E1-BCD5AE11AAF1}"/>
              </a:ext>
            </a:extLst>
          </p:cNvPr>
          <p:cNvPicPr>
            <a:picLocks noChangeAspect="1"/>
          </p:cNvPicPr>
          <p:nvPr userDrawn="1"/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6528731" y="3927889"/>
            <a:ext cx="1080000" cy="108000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96D67255-FA57-6122-6D64-3BD20301AF06}"/>
              </a:ext>
            </a:extLst>
          </p:cNvPr>
          <p:cNvPicPr>
            <a:picLocks noChangeAspect="1"/>
          </p:cNvPicPr>
          <p:nvPr userDrawn="1"/>
        </p:nvPicPr>
        <p:blipFill>
          <a:blip r:embed="rId56"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5071946" y="3926614"/>
            <a:ext cx="1080000" cy="1080000"/>
          </a:xfrm>
          <a:prstGeom prst="rect">
            <a:avLst/>
          </a:prstGeom>
        </p:spPr>
      </p:pic>
      <p:pic>
        <p:nvPicPr>
          <p:cNvPr id="76" name="Grafik 75">
            <a:extLst>
              <a:ext uri="{FF2B5EF4-FFF2-40B4-BE49-F238E27FC236}">
                <a16:creationId xmlns:a16="http://schemas.microsoft.com/office/drawing/2014/main" id="{CF4A6D4C-D05E-FA24-FD64-32C37D0CEBC8}"/>
              </a:ext>
            </a:extLst>
          </p:cNvPr>
          <p:cNvPicPr>
            <a:picLocks noChangeAspect="1"/>
          </p:cNvPicPr>
          <p:nvPr userDrawn="1"/>
        </p:nvPicPr>
        <p:blipFill>
          <a:blip r:embed="rId58"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7985516" y="3926027"/>
            <a:ext cx="1080000" cy="1080000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55F56D86-F251-9983-F018-01134C1B0B07}"/>
              </a:ext>
            </a:extLst>
          </p:cNvPr>
          <p:cNvPicPr>
            <a:picLocks noChangeAspect="1"/>
          </p:cNvPicPr>
          <p:nvPr userDrawn="1"/>
        </p:nvPicPr>
        <p:blipFill>
          <a:blip r:embed="rId60"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tretch>
            <a:fillRect/>
          </a:stretch>
        </p:blipFill>
        <p:spPr>
          <a:xfrm>
            <a:off x="7876312" y="2396164"/>
            <a:ext cx="1080000" cy="1080000"/>
          </a:xfrm>
          <a:prstGeom prst="rect">
            <a:avLst/>
          </a:prstGeom>
        </p:spPr>
      </p:pic>
      <p:pic>
        <p:nvPicPr>
          <p:cNvPr id="78" name="Grafik 77">
            <a:extLst>
              <a:ext uri="{FF2B5EF4-FFF2-40B4-BE49-F238E27FC236}">
                <a16:creationId xmlns:a16="http://schemas.microsoft.com/office/drawing/2014/main" id="{53DFD9E2-5A07-8444-1369-E08516EB18BA}"/>
              </a:ext>
            </a:extLst>
          </p:cNvPr>
          <p:cNvPicPr>
            <a:picLocks noChangeAspect="1"/>
          </p:cNvPicPr>
          <p:nvPr userDrawn="1"/>
        </p:nvPicPr>
        <p:blipFill>
          <a:blip r:embed="rId62">
            <a:extLst>
              <a:ext uri="{96DAC541-7B7A-43D3-8B79-37D633B846F1}">
                <asvg:svgBlip xmlns:asvg="http://schemas.microsoft.com/office/drawing/2016/SVG/main" r:embed="rId63"/>
              </a:ext>
            </a:extLst>
          </a:blip>
          <a:stretch>
            <a:fillRect/>
          </a:stretch>
        </p:blipFill>
        <p:spPr>
          <a:xfrm>
            <a:off x="15542782" y="2478855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9435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50">
          <p15:clr>
            <a:srgbClr val="FBAE40"/>
          </p15:clr>
        </p15:guide>
        <p15:guide id="2" pos="617">
          <p15:clr>
            <a:srgbClr val="FBAE40"/>
          </p15:clr>
        </p15:guide>
        <p15:guide id="3" pos="12047">
          <p15:clr>
            <a:srgbClr val="FBAE40"/>
          </p15:clr>
        </p15:guide>
        <p15:guide id="4" orient="horz" pos="6313">
          <p15:clr>
            <a:srgbClr val="FBAE40"/>
          </p15:clr>
        </p15:guide>
        <p15:guide id="5" orient="horz" pos="87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: Finance etc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 hasCustomPrompt="1"/>
          </p:nvPr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 lIns="0" tIns="0" rIns="0" bIns="0"/>
          <a:lstStyle>
            <a:lvl1pPr>
              <a:defRPr sz="5000" b="1" i="0">
                <a:solidFill>
                  <a:srgbClr val="A2CB3E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de-AT" dirty="0"/>
              <a:t>Icons: Finanzen etc.</a:t>
            </a:r>
            <a:br>
              <a:rPr lang="de-AT" dirty="0"/>
            </a:br>
            <a:br>
              <a:rPr lang="de-AT" dirty="0"/>
            </a:br>
            <a:endParaRPr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43D81C-2C5A-3417-2919-E3B38C62454D}"/>
              </a:ext>
            </a:extLst>
          </p:cNvPr>
          <p:cNvSpPr txBox="1"/>
          <p:nvPr userDrawn="1"/>
        </p:nvSpPr>
        <p:spPr>
          <a:xfrm>
            <a:off x="7868093" y="108452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8" name="Holder 3">
            <a:extLst>
              <a:ext uri="{FF2B5EF4-FFF2-40B4-BE49-F238E27FC236}">
                <a16:creationId xmlns:a16="http://schemas.microsoft.com/office/drawing/2014/main" id="{54459A97-A5A3-C2B2-975B-3A4BB56080D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5256000" y="10470452"/>
            <a:ext cx="9612000" cy="562927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9" name="Holder 4">
            <a:extLst>
              <a:ext uri="{FF2B5EF4-FFF2-40B4-BE49-F238E27FC236}">
                <a16:creationId xmlns:a16="http://schemas.microsoft.com/office/drawing/2014/main" id="{F7068105-1346-F8EC-9488-D3F2D460C542}"/>
              </a:ext>
            </a:extLst>
          </p:cNvPr>
          <p:cNvSpPr>
            <a:spLocks noGrp="1"/>
          </p:cNvSpPr>
          <p:nvPr>
            <p:ph type="dt" sz="half" idx="6"/>
          </p:nvPr>
        </p:nvSpPr>
        <p:spPr>
          <a:xfrm>
            <a:off x="1005205" y="10470452"/>
            <a:ext cx="3600000" cy="562927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3/3/2026</a:t>
            </a:fld>
            <a:endParaRPr lang="en-US" dirty="0"/>
          </a:p>
        </p:txBody>
      </p:sp>
      <p:sp>
        <p:nvSpPr>
          <p:cNvPr id="10" name="Holder 5">
            <a:extLst>
              <a:ext uri="{FF2B5EF4-FFF2-40B4-BE49-F238E27FC236}">
                <a16:creationId xmlns:a16="http://schemas.microsoft.com/office/drawing/2014/main" id="{71CFE310-D9F9-44FA-C2D6-044C3A5CFCC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5508962" y="10470452"/>
            <a:ext cx="3600000" cy="562927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‹Nr.›</a:t>
            </a:fld>
            <a:endParaRPr dirty="0"/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06F670E9-5939-73B4-7C3E-F7CB62E9DE5E}"/>
              </a:ext>
            </a:extLst>
          </p:cNvPr>
          <p:cNvSpPr txBox="1">
            <a:spLocks/>
          </p:cNvSpPr>
          <p:nvPr userDrawn="1"/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B050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0392C84-C8F1-C71A-D368-6CD4F8BCF5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587334" y="1910926"/>
            <a:ext cx="1080000" cy="10800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F7378DCF-ED63-3937-A030-0D6A6657F0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291193" y="1910926"/>
            <a:ext cx="1080000" cy="10800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36B7CE1-890F-1D7C-C139-B06B6B99C00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04125" y="1963707"/>
            <a:ext cx="1080000" cy="10800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2528064D-AEDD-4673-2FDE-10CE5F3A563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69387" y="1920863"/>
            <a:ext cx="1080000" cy="10800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352B31E9-298F-831D-24B2-9BE65A776F8C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13486" y="3253875"/>
            <a:ext cx="1080000" cy="10800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C9B4ED6C-72E8-1169-6158-C427851ACEA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048024" y="3253875"/>
            <a:ext cx="1080000" cy="108000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CBEC772E-BEE5-6AD8-DBA1-78914EA5C4E2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186950" y="3275441"/>
            <a:ext cx="1080000" cy="1080000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DF227F9A-0D54-1E21-1F8C-7139EBBFFAD9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363418" y="1920863"/>
            <a:ext cx="1080000" cy="1080000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FD36DB02-3493-0608-526E-0D61CCD39F76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080312" y="1920863"/>
            <a:ext cx="1080000" cy="10800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79249C1F-2D9F-D416-2032-8D65BB003FC7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448682" y="1942763"/>
            <a:ext cx="1080000" cy="1080000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8DF9EAA9-79ED-64B6-2F6A-0F0A06F4B169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35026" y="1920863"/>
            <a:ext cx="1080000" cy="10800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29C397B5-6C32-0CCC-09F8-08A3492D4299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874645" y="1920863"/>
            <a:ext cx="1080000" cy="1080000"/>
          </a:xfrm>
          <a:prstGeom prst="rect">
            <a:avLst/>
          </a:prstGeom>
        </p:spPr>
      </p:pic>
      <p:pic>
        <p:nvPicPr>
          <p:cNvPr id="32" name="Grafik 31">
            <a:extLst>
              <a:ext uri="{FF2B5EF4-FFF2-40B4-BE49-F238E27FC236}">
                <a16:creationId xmlns:a16="http://schemas.microsoft.com/office/drawing/2014/main" id="{703BC0A7-2A8C-0213-B53F-052F1076DC7A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3056350" y="1920863"/>
            <a:ext cx="1080000" cy="1080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BD08825D-1F5C-7FE6-F0D0-9E2CBA93FC4F}"/>
              </a:ext>
            </a:extLst>
          </p:cNvPr>
          <p:cNvPicPr>
            <a:picLocks noChangeAspect="1"/>
          </p:cNvPicPr>
          <p:nvPr userDrawn="1"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8474690" y="3275441"/>
            <a:ext cx="1080000" cy="1080000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5F364A8-FE9C-8F50-ABA8-BE6403F1D9A8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944214" y="3316406"/>
            <a:ext cx="1080000" cy="1080000"/>
          </a:xfrm>
          <a:prstGeom prst="rect">
            <a:avLst/>
          </a:prstGeom>
        </p:spPr>
      </p:pic>
      <p:pic>
        <p:nvPicPr>
          <p:cNvPr id="37" name="Grafik 36">
            <a:extLst>
              <a:ext uri="{FF2B5EF4-FFF2-40B4-BE49-F238E27FC236}">
                <a16:creationId xmlns:a16="http://schemas.microsoft.com/office/drawing/2014/main" id="{CA1B4A4F-F199-A946-20BF-297B23C908D6}"/>
              </a:ext>
            </a:extLst>
          </p:cNvPr>
          <p:cNvPicPr>
            <a:picLocks noChangeAspect="1"/>
          </p:cNvPicPr>
          <p:nvPr userDrawn="1"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3621358" y="3277241"/>
            <a:ext cx="1080000" cy="1080000"/>
          </a:xfrm>
          <a:prstGeom prst="rect">
            <a:avLst/>
          </a:prstGeom>
        </p:spPr>
      </p:pic>
      <p:pic>
        <p:nvPicPr>
          <p:cNvPr id="38" name="Grafik 37">
            <a:extLst>
              <a:ext uri="{FF2B5EF4-FFF2-40B4-BE49-F238E27FC236}">
                <a16:creationId xmlns:a16="http://schemas.microsoft.com/office/drawing/2014/main" id="{1EEE7556-4EB3-8D3D-90A6-C09C86210B41}"/>
              </a:ext>
            </a:extLst>
          </p:cNvPr>
          <p:cNvPicPr>
            <a:picLocks noChangeAspect="1"/>
          </p:cNvPicPr>
          <p:nvPr userDrawn="1"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4365382" y="3253875"/>
            <a:ext cx="1080000" cy="1080000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A7C9DDFA-B3EE-D330-7E58-78BAC07B22FB}"/>
              </a:ext>
            </a:extLst>
          </p:cNvPr>
          <p:cNvPicPr>
            <a:picLocks noChangeAspect="1"/>
          </p:cNvPicPr>
          <p:nvPr userDrawn="1"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15003237" y="3275441"/>
            <a:ext cx="1080000" cy="1080000"/>
          </a:xfrm>
          <a:prstGeom prst="rect">
            <a:avLst/>
          </a:prstGeom>
        </p:spPr>
      </p:pic>
      <p:pic>
        <p:nvPicPr>
          <p:cNvPr id="40" name="Grafik 39">
            <a:extLst>
              <a:ext uri="{FF2B5EF4-FFF2-40B4-BE49-F238E27FC236}">
                <a16:creationId xmlns:a16="http://schemas.microsoft.com/office/drawing/2014/main" id="{E9B2AEB3-6633-FDB9-B0DD-88E60BE0596C}"/>
              </a:ext>
            </a:extLst>
          </p:cNvPr>
          <p:cNvPicPr>
            <a:picLocks noChangeAspect="1"/>
          </p:cNvPicPr>
          <p:nvPr userDrawn="1"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780814" y="3288963"/>
            <a:ext cx="1080000" cy="1080000"/>
          </a:xfrm>
          <a:prstGeom prst="rect">
            <a:avLst/>
          </a:prstGeom>
        </p:spPr>
      </p:pic>
      <p:pic>
        <p:nvPicPr>
          <p:cNvPr id="41" name="Grafik 40">
            <a:extLst>
              <a:ext uri="{FF2B5EF4-FFF2-40B4-BE49-F238E27FC236}">
                <a16:creationId xmlns:a16="http://schemas.microsoft.com/office/drawing/2014/main" id="{E9169B0D-4F3A-6C40-ACA3-CEBEAA75D1F7}"/>
              </a:ext>
            </a:extLst>
          </p:cNvPr>
          <p:cNvPicPr>
            <a:picLocks noChangeAspect="1"/>
          </p:cNvPicPr>
          <p:nvPr userDrawn="1"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5670486" y="1920863"/>
            <a:ext cx="1080000" cy="1080000"/>
          </a:xfrm>
          <a:prstGeom prst="rect">
            <a:avLst/>
          </a:prstGeom>
        </p:spPr>
      </p:pic>
      <p:pic>
        <p:nvPicPr>
          <p:cNvPr id="42" name="Grafik 41">
            <a:extLst>
              <a:ext uri="{FF2B5EF4-FFF2-40B4-BE49-F238E27FC236}">
                <a16:creationId xmlns:a16="http://schemas.microsoft.com/office/drawing/2014/main" id="{C9EFC726-53AA-A808-82A3-C62F77C98C77}"/>
              </a:ext>
            </a:extLst>
          </p:cNvPr>
          <p:cNvPicPr>
            <a:picLocks noChangeAspect="1"/>
          </p:cNvPicPr>
          <p:nvPr userDrawn="1"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3056350" y="3264566"/>
            <a:ext cx="1080000" cy="1080000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6EA52B65-AE3E-8ED7-133E-AD0F3FC3A6D5}"/>
              </a:ext>
            </a:extLst>
          </p:cNvPr>
          <p:cNvPicPr>
            <a:picLocks noChangeAspect="1"/>
          </p:cNvPicPr>
          <p:nvPr userDrawn="1"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7040282" y="3275441"/>
            <a:ext cx="1080000" cy="1080000"/>
          </a:xfrm>
          <a:prstGeom prst="rect">
            <a:avLst/>
          </a:prstGeom>
        </p:spPr>
      </p:pic>
      <p:pic>
        <p:nvPicPr>
          <p:cNvPr id="44" name="Grafik 43">
            <a:extLst>
              <a:ext uri="{FF2B5EF4-FFF2-40B4-BE49-F238E27FC236}">
                <a16:creationId xmlns:a16="http://schemas.microsoft.com/office/drawing/2014/main" id="{67B6EA5C-C0D5-DDB2-F9B4-D47BC83DABC6}"/>
              </a:ext>
            </a:extLst>
          </p:cNvPr>
          <p:cNvPicPr>
            <a:picLocks noChangeAspect="1"/>
          </p:cNvPicPr>
          <p:nvPr userDrawn="1"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11265840" y="7286813"/>
            <a:ext cx="1080000" cy="1080000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09F4E29D-5146-2A29-A038-8467E9729CC1}"/>
              </a:ext>
            </a:extLst>
          </p:cNvPr>
          <p:cNvPicPr>
            <a:picLocks noChangeAspect="1"/>
          </p:cNvPicPr>
          <p:nvPr userDrawn="1"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6839738" y="7317275"/>
            <a:ext cx="1080000" cy="1080000"/>
          </a:xfrm>
          <a:prstGeom prst="rect">
            <a:avLst/>
          </a:prstGeom>
        </p:spPr>
      </p:pic>
      <p:pic>
        <p:nvPicPr>
          <p:cNvPr id="46" name="Grafik 45">
            <a:extLst>
              <a:ext uri="{FF2B5EF4-FFF2-40B4-BE49-F238E27FC236}">
                <a16:creationId xmlns:a16="http://schemas.microsoft.com/office/drawing/2014/main" id="{92D80BE4-A21B-96EE-BBD5-1A5E201DADD0}"/>
              </a:ext>
            </a:extLst>
          </p:cNvPr>
          <p:cNvPicPr>
            <a:picLocks noChangeAspect="1"/>
          </p:cNvPicPr>
          <p:nvPr userDrawn="1"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6817867" y="5821287"/>
            <a:ext cx="1080000" cy="1080000"/>
          </a:xfrm>
          <a:prstGeom prst="rect">
            <a:avLst/>
          </a:prstGeom>
        </p:spPr>
      </p:pic>
      <p:pic>
        <p:nvPicPr>
          <p:cNvPr id="47" name="Grafik 46">
            <a:extLst>
              <a:ext uri="{FF2B5EF4-FFF2-40B4-BE49-F238E27FC236}">
                <a16:creationId xmlns:a16="http://schemas.microsoft.com/office/drawing/2014/main" id="{6FBDCB48-61F8-935E-A68C-4FBBE333EFFD}"/>
              </a:ext>
            </a:extLst>
          </p:cNvPr>
          <p:cNvPicPr>
            <a:picLocks noChangeAspect="1"/>
          </p:cNvPicPr>
          <p:nvPr userDrawn="1"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3283418" y="8797687"/>
            <a:ext cx="1080000" cy="1080000"/>
          </a:xfrm>
          <a:prstGeom prst="rect">
            <a:avLst/>
          </a:prstGeom>
        </p:spPr>
      </p:pic>
      <p:pic>
        <p:nvPicPr>
          <p:cNvPr id="48" name="Grafik 47">
            <a:extLst>
              <a:ext uri="{FF2B5EF4-FFF2-40B4-BE49-F238E27FC236}">
                <a16:creationId xmlns:a16="http://schemas.microsoft.com/office/drawing/2014/main" id="{54ED0D32-9526-115F-2FF2-0E518DD0E409}"/>
              </a:ext>
            </a:extLst>
          </p:cNvPr>
          <p:cNvPicPr>
            <a:picLocks noChangeAspect="1"/>
          </p:cNvPicPr>
          <p:nvPr userDrawn="1"/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2037793" y="8797687"/>
            <a:ext cx="1080000" cy="1080000"/>
          </a:xfrm>
          <a:prstGeom prst="rect">
            <a:avLst/>
          </a:prstGeom>
        </p:spPr>
      </p:pic>
      <p:pic>
        <p:nvPicPr>
          <p:cNvPr id="49" name="Grafik 48">
            <a:extLst>
              <a:ext uri="{FF2B5EF4-FFF2-40B4-BE49-F238E27FC236}">
                <a16:creationId xmlns:a16="http://schemas.microsoft.com/office/drawing/2014/main" id="{88B746B5-E753-C3A9-3000-6ED69E081B8E}"/>
              </a:ext>
            </a:extLst>
          </p:cNvPr>
          <p:cNvPicPr>
            <a:picLocks noChangeAspect="1"/>
          </p:cNvPicPr>
          <p:nvPr userDrawn="1"/>
        </p:nvPicPr>
        <p:blipFill>
          <a:blip r:embed="rId56"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927581" y="8797687"/>
            <a:ext cx="1080000" cy="1080000"/>
          </a:xfrm>
          <a:prstGeom prst="rect">
            <a:avLst/>
          </a:prstGeom>
        </p:spPr>
      </p:pic>
      <p:pic>
        <p:nvPicPr>
          <p:cNvPr id="50" name="Grafik 49">
            <a:extLst>
              <a:ext uri="{FF2B5EF4-FFF2-40B4-BE49-F238E27FC236}">
                <a16:creationId xmlns:a16="http://schemas.microsoft.com/office/drawing/2014/main" id="{E440CF0A-07C6-2B67-5A8A-2DAA52BA7120}"/>
              </a:ext>
            </a:extLst>
          </p:cNvPr>
          <p:cNvPicPr>
            <a:picLocks noChangeAspect="1"/>
          </p:cNvPicPr>
          <p:nvPr userDrawn="1"/>
        </p:nvPicPr>
        <p:blipFill>
          <a:blip r:embed="rId58"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15690068" y="7194488"/>
            <a:ext cx="1080000" cy="1080000"/>
          </a:xfrm>
          <a:prstGeom prst="rect">
            <a:avLst/>
          </a:prstGeom>
        </p:spPr>
      </p:pic>
      <p:pic>
        <p:nvPicPr>
          <p:cNvPr id="51" name="Grafik 50">
            <a:extLst>
              <a:ext uri="{FF2B5EF4-FFF2-40B4-BE49-F238E27FC236}">
                <a16:creationId xmlns:a16="http://schemas.microsoft.com/office/drawing/2014/main" id="{CF734041-D34C-0B54-86A1-692983C3849F}"/>
              </a:ext>
            </a:extLst>
          </p:cNvPr>
          <p:cNvPicPr>
            <a:picLocks noChangeAspect="1"/>
          </p:cNvPicPr>
          <p:nvPr userDrawn="1"/>
        </p:nvPicPr>
        <p:blipFill>
          <a:blip r:embed="rId60"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tretch>
            <a:fillRect/>
          </a:stretch>
        </p:blipFill>
        <p:spPr>
          <a:xfrm>
            <a:off x="14486619" y="7194488"/>
            <a:ext cx="1080000" cy="1080000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A5653365-B31A-FD17-BD34-80C8297471B9}"/>
              </a:ext>
            </a:extLst>
          </p:cNvPr>
          <p:cNvPicPr>
            <a:picLocks noChangeAspect="1"/>
          </p:cNvPicPr>
          <p:nvPr userDrawn="1"/>
        </p:nvPicPr>
        <p:blipFill>
          <a:blip r:embed="rId62">
            <a:extLst>
              <a:ext uri="{96DAC541-7B7A-43D3-8B79-37D633B846F1}">
                <asvg:svgBlip xmlns:asvg="http://schemas.microsoft.com/office/drawing/2016/SVG/main" r:embed="rId63"/>
              </a:ext>
            </a:extLst>
          </a:blip>
          <a:stretch>
            <a:fillRect/>
          </a:stretch>
        </p:blipFill>
        <p:spPr>
          <a:xfrm>
            <a:off x="5646590" y="7317275"/>
            <a:ext cx="1080000" cy="1080000"/>
          </a:xfrm>
          <a:prstGeom prst="rect">
            <a:avLst/>
          </a:prstGeom>
        </p:spPr>
      </p:pic>
      <p:pic>
        <p:nvPicPr>
          <p:cNvPr id="53" name="Grafik 52">
            <a:extLst>
              <a:ext uri="{FF2B5EF4-FFF2-40B4-BE49-F238E27FC236}">
                <a16:creationId xmlns:a16="http://schemas.microsoft.com/office/drawing/2014/main" id="{EC6BB471-033A-9D0B-6BD1-893657F2E51F}"/>
              </a:ext>
            </a:extLst>
          </p:cNvPr>
          <p:cNvPicPr>
            <a:picLocks noChangeAspect="1"/>
          </p:cNvPicPr>
          <p:nvPr userDrawn="1"/>
        </p:nvPicPr>
        <p:blipFill>
          <a:blip r:embed="rId64">
            <a:extLst>
              <a:ext uri="{96DAC541-7B7A-43D3-8B79-37D633B846F1}">
                <asvg:svgBlip xmlns:asvg="http://schemas.microsoft.com/office/drawing/2016/SVG/main" r:embed="rId65"/>
              </a:ext>
            </a:extLst>
          </a:blip>
          <a:stretch>
            <a:fillRect/>
          </a:stretch>
        </p:blipFill>
        <p:spPr>
          <a:xfrm>
            <a:off x="5637340" y="5811263"/>
            <a:ext cx="1080000" cy="1080000"/>
          </a:xfrm>
          <a:prstGeom prst="rect">
            <a:avLst/>
          </a:prstGeom>
        </p:spPr>
      </p:pic>
      <p:pic>
        <p:nvPicPr>
          <p:cNvPr id="54" name="Grafik 53">
            <a:extLst>
              <a:ext uri="{FF2B5EF4-FFF2-40B4-BE49-F238E27FC236}">
                <a16:creationId xmlns:a16="http://schemas.microsoft.com/office/drawing/2014/main" id="{C99F6A7B-5816-1EA6-162B-00AC1174ACED}"/>
              </a:ext>
            </a:extLst>
          </p:cNvPr>
          <p:cNvPicPr>
            <a:picLocks noChangeAspect="1"/>
          </p:cNvPicPr>
          <p:nvPr userDrawn="1"/>
        </p:nvPicPr>
        <p:blipFill>
          <a:blip r:embed="rId66">
            <a:extLs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8078224" y="8702600"/>
            <a:ext cx="1080000" cy="1080000"/>
          </a:xfrm>
          <a:prstGeom prst="rect">
            <a:avLst/>
          </a:prstGeom>
        </p:spPr>
      </p:pic>
      <p:pic>
        <p:nvPicPr>
          <p:cNvPr id="55" name="Grafik 54">
            <a:extLst>
              <a:ext uri="{FF2B5EF4-FFF2-40B4-BE49-F238E27FC236}">
                <a16:creationId xmlns:a16="http://schemas.microsoft.com/office/drawing/2014/main" id="{50E0464C-6F0B-F012-3A15-0E511C5C55EC}"/>
              </a:ext>
            </a:extLst>
          </p:cNvPr>
          <p:cNvPicPr>
            <a:picLocks noChangeAspect="1"/>
          </p:cNvPicPr>
          <p:nvPr userDrawn="1"/>
        </p:nvPicPr>
        <p:blipFill>
          <a:blip r:embed="rId68">
            <a:extLst>
              <a:ext uri="{96DAC541-7B7A-43D3-8B79-37D633B846F1}">
                <asvg:svgBlip xmlns:asvg="http://schemas.microsoft.com/office/drawing/2016/SVG/main" r:embed="rId69"/>
              </a:ext>
            </a:extLst>
          </a:blip>
          <a:stretch>
            <a:fillRect/>
          </a:stretch>
        </p:blipFill>
        <p:spPr>
          <a:xfrm>
            <a:off x="2120729" y="7286863"/>
            <a:ext cx="1080000" cy="1080000"/>
          </a:xfrm>
          <a:prstGeom prst="rect">
            <a:avLst/>
          </a:prstGeom>
        </p:spPr>
      </p:pic>
      <p:pic>
        <p:nvPicPr>
          <p:cNvPr id="56" name="Grafik 55">
            <a:extLst>
              <a:ext uri="{FF2B5EF4-FFF2-40B4-BE49-F238E27FC236}">
                <a16:creationId xmlns:a16="http://schemas.microsoft.com/office/drawing/2014/main" id="{586EC1E1-4753-B9C4-3DE9-096646E23FC2}"/>
              </a:ext>
            </a:extLst>
          </p:cNvPr>
          <p:cNvPicPr>
            <a:picLocks noChangeAspect="1"/>
          </p:cNvPicPr>
          <p:nvPr userDrawn="1"/>
        </p:nvPicPr>
        <p:blipFill>
          <a:blip r:embed="rId70"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2037793" y="5816813"/>
            <a:ext cx="1080000" cy="1080000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8F9BC8A8-E273-2C4B-12DB-9BC3AE5FC01A}"/>
              </a:ext>
            </a:extLst>
          </p:cNvPr>
          <p:cNvPicPr>
            <a:picLocks noChangeAspect="1"/>
          </p:cNvPicPr>
          <p:nvPr userDrawn="1"/>
        </p:nvPicPr>
        <p:blipFill>
          <a:blip r:embed="rId72">
            <a:extLst>
              <a:ext uri="{96DAC541-7B7A-43D3-8B79-37D633B846F1}">
                <asvg:svgBlip xmlns:asvg="http://schemas.microsoft.com/office/drawing/2016/SVG/main" r:embed="rId73"/>
              </a:ext>
            </a:extLst>
          </a:blip>
          <a:stretch>
            <a:fillRect/>
          </a:stretch>
        </p:blipFill>
        <p:spPr>
          <a:xfrm>
            <a:off x="9295112" y="5835274"/>
            <a:ext cx="1080000" cy="1080000"/>
          </a:xfrm>
          <a:prstGeom prst="rect">
            <a:avLst/>
          </a:prstGeom>
        </p:spPr>
      </p:pic>
      <p:pic>
        <p:nvPicPr>
          <p:cNvPr id="58" name="Grafik 57">
            <a:extLst>
              <a:ext uri="{FF2B5EF4-FFF2-40B4-BE49-F238E27FC236}">
                <a16:creationId xmlns:a16="http://schemas.microsoft.com/office/drawing/2014/main" id="{CE3C50A7-D5B2-3012-0F65-6C868730BA0A}"/>
              </a:ext>
            </a:extLst>
          </p:cNvPr>
          <p:cNvPicPr>
            <a:picLocks noChangeAspect="1"/>
          </p:cNvPicPr>
          <p:nvPr userDrawn="1"/>
        </p:nvPicPr>
        <p:blipFill>
          <a:blip r:embed="rId74">
            <a:extLst>
              <a:ext uri="{96DAC541-7B7A-43D3-8B79-37D633B846F1}">
                <asvg:svgBlip xmlns:asvg="http://schemas.microsoft.com/office/drawing/2016/SVG/main" r:embed="rId75"/>
              </a:ext>
            </a:extLst>
          </a:blip>
          <a:stretch>
            <a:fillRect/>
          </a:stretch>
        </p:blipFill>
        <p:spPr>
          <a:xfrm>
            <a:off x="12058009" y="8637045"/>
            <a:ext cx="1080000" cy="1080000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53CFA519-FAAF-74EA-293C-0517D42A51DE}"/>
              </a:ext>
            </a:extLst>
          </p:cNvPr>
          <p:cNvPicPr>
            <a:picLocks noChangeAspect="1"/>
          </p:cNvPicPr>
          <p:nvPr userDrawn="1"/>
        </p:nvPicPr>
        <p:blipFill>
          <a:blip r:embed="rId76">
            <a:extLst>
              <a:ext uri="{96DAC541-7B7A-43D3-8B79-37D633B846F1}">
                <asvg:svgBlip xmlns:asvg="http://schemas.microsoft.com/office/drawing/2016/SVG/main" r:embed="rId77"/>
              </a:ext>
            </a:extLst>
          </a:blip>
          <a:stretch>
            <a:fillRect/>
          </a:stretch>
        </p:blipFill>
        <p:spPr>
          <a:xfrm>
            <a:off x="10933500" y="8637045"/>
            <a:ext cx="1080000" cy="1080000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7A176E88-0824-2D61-F3B3-603F0805FE79}"/>
              </a:ext>
            </a:extLst>
          </p:cNvPr>
          <p:cNvPicPr>
            <a:picLocks noChangeAspect="1"/>
          </p:cNvPicPr>
          <p:nvPr userDrawn="1"/>
        </p:nvPicPr>
        <p:blipFill>
          <a:blip r:embed="rId78">
            <a:extLst>
              <a:ext uri="{96DAC541-7B7A-43D3-8B79-37D633B846F1}">
                <asvg:svgBlip xmlns:asvg="http://schemas.microsoft.com/office/drawing/2016/SVG/main" r:embed="rId79"/>
              </a:ext>
            </a:extLst>
          </a:blip>
          <a:stretch>
            <a:fillRect/>
          </a:stretch>
        </p:blipFill>
        <p:spPr>
          <a:xfrm>
            <a:off x="16896326" y="7194488"/>
            <a:ext cx="1080000" cy="1080000"/>
          </a:xfrm>
          <a:prstGeom prst="rect">
            <a:avLst/>
          </a:prstGeom>
        </p:spPr>
      </p:pic>
      <p:pic>
        <p:nvPicPr>
          <p:cNvPr id="61" name="Grafik 60">
            <a:extLst>
              <a:ext uri="{FF2B5EF4-FFF2-40B4-BE49-F238E27FC236}">
                <a16:creationId xmlns:a16="http://schemas.microsoft.com/office/drawing/2014/main" id="{A49050FA-2C72-BEED-13C3-B29EB0652BA0}"/>
              </a:ext>
            </a:extLst>
          </p:cNvPr>
          <p:cNvPicPr>
            <a:picLocks noChangeAspect="1"/>
          </p:cNvPicPr>
          <p:nvPr userDrawn="1"/>
        </p:nvPicPr>
        <p:blipFill>
          <a:blip r:embed="rId80">
            <a:extLst>
              <a:ext uri="{96DAC541-7B7A-43D3-8B79-37D633B846F1}">
                <asvg:svgBlip xmlns:asvg="http://schemas.microsoft.com/office/drawing/2016/SVG/main" r:embed="rId81"/>
              </a:ext>
            </a:extLst>
          </a:blip>
          <a:stretch>
            <a:fillRect/>
          </a:stretch>
        </p:blipFill>
        <p:spPr>
          <a:xfrm>
            <a:off x="18195354" y="7193719"/>
            <a:ext cx="1080000" cy="1080000"/>
          </a:xfrm>
          <a:prstGeom prst="rect">
            <a:avLst/>
          </a:prstGeom>
        </p:spPr>
      </p:pic>
      <p:pic>
        <p:nvPicPr>
          <p:cNvPr id="79" name="Grafik 78">
            <a:extLst>
              <a:ext uri="{FF2B5EF4-FFF2-40B4-BE49-F238E27FC236}">
                <a16:creationId xmlns:a16="http://schemas.microsoft.com/office/drawing/2014/main" id="{E480E05E-3E8B-68E6-08D3-5B677EBE1826}"/>
              </a:ext>
            </a:extLst>
          </p:cNvPr>
          <p:cNvPicPr>
            <a:picLocks noChangeAspect="1"/>
          </p:cNvPicPr>
          <p:nvPr userDrawn="1"/>
        </p:nvPicPr>
        <p:blipFill>
          <a:blip r:embed="rId82">
            <a:extLst>
              <a:ext uri="{96DAC541-7B7A-43D3-8B79-37D633B846F1}">
                <asvg:svgBlip xmlns:asvg="http://schemas.microsoft.com/office/drawing/2016/SVG/main" r:embed="rId83"/>
              </a:ext>
            </a:extLst>
          </a:blip>
          <a:stretch>
            <a:fillRect/>
          </a:stretch>
        </p:blipFill>
        <p:spPr>
          <a:xfrm>
            <a:off x="10569643" y="5810482"/>
            <a:ext cx="1080000" cy="1080000"/>
          </a:xfrm>
          <a:prstGeom prst="rect">
            <a:avLst/>
          </a:prstGeom>
        </p:spPr>
      </p:pic>
      <p:pic>
        <p:nvPicPr>
          <p:cNvPr id="80" name="Grafik 79">
            <a:extLst>
              <a:ext uri="{FF2B5EF4-FFF2-40B4-BE49-F238E27FC236}">
                <a16:creationId xmlns:a16="http://schemas.microsoft.com/office/drawing/2014/main" id="{92C97253-44DC-0BB4-D98D-1A3E46453A94}"/>
              </a:ext>
            </a:extLst>
          </p:cNvPr>
          <p:cNvPicPr>
            <a:picLocks noChangeAspect="1"/>
          </p:cNvPicPr>
          <p:nvPr userDrawn="1"/>
        </p:nvPicPr>
        <p:blipFill>
          <a:blip r:embed="rId84">
            <a:extLst>
              <a:ext uri="{96DAC541-7B7A-43D3-8B79-37D633B846F1}">
                <asvg:svgBlip xmlns:asvg="http://schemas.microsoft.com/office/drawing/2016/SVG/main" r:embed="rId85"/>
              </a:ext>
            </a:extLst>
          </a:blip>
          <a:stretch>
            <a:fillRect/>
          </a:stretch>
        </p:blipFill>
        <p:spPr>
          <a:xfrm>
            <a:off x="11844174" y="5749037"/>
            <a:ext cx="1080000" cy="1080000"/>
          </a:xfrm>
          <a:prstGeom prst="rect">
            <a:avLst/>
          </a:prstGeom>
        </p:spPr>
      </p:pic>
      <p:pic>
        <p:nvPicPr>
          <p:cNvPr id="81" name="Grafik 80">
            <a:extLst>
              <a:ext uri="{FF2B5EF4-FFF2-40B4-BE49-F238E27FC236}">
                <a16:creationId xmlns:a16="http://schemas.microsoft.com/office/drawing/2014/main" id="{0CE8DA80-30A0-AAFD-D3CD-48303AE686E3}"/>
              </a:ext>
            </a:extLst>
          </p:cNvPr>
          <p:cNvPicPr>
            <a:picLocks noChangeAspect="1"/>
          </p:cNvPicPr>
          <p:nvPr userDrawn="1"/>
        </p:nvPicPr>
        <p:blipFill>
          <a:blip r:embed="rId86">
            <a:extLst>
              <a:ext uri="{96DAC541-7B7A-43D3-8B79-37D633B846F1}">
                <asvg:svgBlip xmlns:asvg="http://schemas.microsoft.com/office/drawing/2016/SVG/main" r:embed="rId87"/>
              </a:ext>
            </a:extLst>
          </a:blip>
          <a:stretch>
            <a:fillRect/>
          </a:stretch>
        </p:blipFill>
        <p:spPr>
          <a:xfrm>
            <a:off x="6881757" y="8765825"/>
            <a:ext cx="1080000" cy="1080000"/>
          </a:xfrm>
          <a:prstGeom prst="rect">
            <a:avLst/>
          </a:prstGeom>
        </p:spPr>
      </p:pic>
      <p:pic>
        <p:nvPicPr>
          <p:cNvPr id="82" name="Grafik 81">
            <a:extLst>
              <a:ext uri="{FF2B5EF4-FFF2-40B4-BE49-F238E27FC236}">
                <a16:creationId xmlns:a16="http://schemas.microsoft.com/office/drawing/2014/main" id="{3F588592-3A75-6316-2B70-989297E7D5EF}"/>
              </a:ext>
            </a:extLst>
          </p:cNvPr>
          <p:cNvPicPr>
            <a:picLocks noChangeAspect="1"/>
          </p:cNvPicPr>
          <p:nvPr userDrawn="1"/>
        </p:nvPicPr>
        <p:blipFill>
          <a:blip r:embed="rId88">
            <a:extLst>
              <a:ext uri="{96DAC541-7B7A-43D3-8B79-37D633B846F1}">
                <asvg:svgBlip xmlns:asvg="http://schemas.microsoft.com/office/drawing/2016/SVG/main" r:embed="rId89"/>
              </a:ext>
            </a:extLst>
          </a:blip>
          <a:stretch>
            <a:fillRect/>
          </a:stretch>
        </p:blipFill>
        <p:spPr>
          <a:xfrm>
            <a:off x="9344403" y="7286813"/>
            <a:ext cx="1080000" cy="1080000"/>
          </a:xfrm>
          <a:prstGeom prst="rect">
            <a:avLst/>
          </a:prstGeom>
        </p:spPr>
      </p:pic>
      <p:pic>
        <p:nvPicPr>
          <p:cNvPr id="83" name="Grafik 82">
            <a:extLst>
              <a:ext uri="{FF2B5EF4-FFF2-40B4-BE49-F238E27FC236}">
                <a16:creationId xmlns:a16="http://schemas.microsoft.com/office/drawing/2014/main" id="{5F4A015E-3A6F-6A6D-8951-84931A765429}"/>
              </a:ext>
            </a:extLst>
          </p:cNvPr>
          <p:cNvPicPr>
            <a:picLocks noChangeAspect="1"/>
          </p:cNvPicPr>
          <p:nvPr userDrawn="1"/>
        </p:nvPicPr>
        <p:blipFill>
          <a:blip r:embed="rId90">
            <a:extLst>
              <a:ext uri="{96DAC541-7B7A-43D3-8B79-37D633B846F1}">
                <asvg:svgBlip xmlns:asvg="http://schemas.microsoft.com/office/drawing/2016/SVG/main" r:embed="rId91"/>
              </a:ext>
            </a:extLst>
          </a:blip>
          <a:stretch>
            <a:fillRect/>
          </a:stretch>
        </p:blipFill>
        <p:spPr>
          <a:xfrm>
            <a:off x="3357491" y="7262737"/>
            <a:ext cx="1080000" cy="1080000"/>
          </a:xfrm>
          <a:prstGeom prst="rect">
            <a:avLst/>
          </a:prstGeom>
        </p:spPr>
      </p:pic>
      <p:pic>
        <p:nvPicPr>
          <p:cNvPr id="84" name="Grafik 83">
            <a:extLst>
              <a:ext uri="{FF2B5EF4-FFF2-40B4-BE49-F238E27FC236}">
                <a16:creationId xmlns:a16="http://schemas.microsoft.com/office/drawing/2014/main" id="{C52656B8-7C72-E1A8-3929-76CA0AC207D5}"/>
              </a:ext>
            </a:extLst>
          </p:cNvPr>
          <p:cNvPicPr>
            <a:picLocks noChangeAspect="1"/>
          </p:cNvPicPr>
          <p:nvPr userDrawn="1"/>
        </p:nvPicPr>
        <p:blipFill>
          <a:blip r:embed="rId92">
            <a:extLst>
              <a:ext uri="{96DAC541-7B7A-43D3-8B79-37D633B846F1}">
                <asvg:svgBlip xmlns:asvg="http://schemas.microsoft.com/office/drawing/2016/SVG/main" r:embed="rId93"/>
              </a:ext>
            </a:extLst>
          </a:blip>
          <a:stretch>
            <a:fillRect/>
          </a:stretch>
        </p:blipFill>
        <p:spPr>
          <a:xfrm>
            <a:off x="3237642" y="5821287"/>
            <a:ext cx="1080000" cy="1080000"/>
          </a:xfrm>
          <a:prstGeom prst="rect">
            <a:avLst/>
          </a:prstGeom>
        </p:spPr>
      </p:pic>
      <p:pic>
        <p:nvPicPr>
          <p:cNvPr id="85" name="Grafik 84">
            <a:extLst>
              <a:ext uri="{FF2B5EF4-FFF2-40B4-BE49-F238E27FC236}">
                <a16:creationId xmlns:a16="http://schemas.microsoft.com/office/drawing/2014/main" id="{F097CD53-652A-6B87-0650-FC78BAB2A828}"/>
              </a:ext>
            </a:extLst>
          </p:cNvPr>
          <p:cNvPicPr>
            <a:picLocks noChangeAspect="1"/>
          </p:cNvPicPr>
          <p:nvPr userDrawn="1"/>
        </p:nvPicPr>
        <p:blipFill>
          <a:blip r:embed="rId94">
            <a:extLst>
              <a:ext uri="{96DAC541-7B7A-43D3-8B79-37D633B846F1}">
                <asvg:svgBlip xmlns:asvg="http://schemas.microsoft.com/office/drawing/2016/SVG/main" r:embed="rId95"/>
              </a:ext>
            </a:extLst>
          </a:blip>
          <a:stretch>
            <a:fillRect/>
          </a:stretch>
        </p:blipFill>
        <p:spPr>
          <a:xfrm>
            <a:off x="13141227" y="5804012"/>
            <a:ext cx="1080000" cy="1080000"/>
          </a:xfrm>
          <a:prstGeom prst="rect">
            <a:avLst/>
          </a:prstGeom>
        </p:spPr>
      </p:pic>
      <p:pic>
        <p:nvPicPr>
          <p:cNvPr id="86" name="Grafik 85">
            <a:extLst>
              <a:ext uri="{FF2B5EF4-FFF2-40B4-BE49-F238E27FC236}">
                <a16:creationId xmlns:a16="http://schemas.microsoft.com/office/drawing/2014/main" id="{CDD93587-FA77-55A6-68EB-DEFD2442CE6B}"/>
              </a:ext>
            </a:extLst>
          </p:cNvPr>
          <p:cNvPicPr>
            <a:picLocks noChangeAspect="1"/>
          </p:cNvPicPr>
          <p:nvPr userDrawn="1"/>
        </p:nvPicPr>
        <p:blipFill>
          <a:blip r:embed="rId96">
            <a:extLst>
              <a:ext uri="{96DAC541-7B7A-43D3-8B79-37D633B846F1}">
                <asvg:svgBlip xmlns:asvg="http://schemas.microsoft.com/office/drawing/2016/SVG/main" r:embed="rId97"/>
              </a:ext>
            </a:extLst>
          </a:blip>
          <a:stretch>
            <a:fillRect/>
          </a:stretch>
        </p:blipFill>
        <p:spPr>
          <a:xfrm>
            <a:off x="16896326" y="5749037"/>
            <a:ext cx="1080000" cy="1080000"/>
          </a:xfrm>
          <a:prstGeom prst="rect">
            <a:avLst/>
          </a:prstGeom>
        </p:spPr>
      </p:pic>
      <p:pic>
        <p:nvPicPr>
          <p:cNvPr id="87" name="Grafik 86">
            <a:extLst>
              <a:ext uri="{FF2B5EF4-FFF2-40B4-BE49-F238E27FC236}">
                <a16:creationId xmlns:a16="http://schemas.microsoft.com/office/drawing/2014/main" id="{B429180D-6EF1-72BA-3FD3-BF042796ECDF}"/>
              </a:ext>
            </a:extLst>
          </p:cNvPr>
          <p:cNvPicPr>
            <a:picLocks noChangeAspect="1"/>
          </p:cNvPicPr>
          <p:nvPr userDrawn="1"/>
        </p:nvPicPr>
        <p:blipFill>
          <a:blip r:embed="rId98">
            <a:extLst>
              <a:ext uri="{96DAC541-7B7A-43D3-8B79-37D633B846F1}">
                <asvg:svgBlip xmlns:asvg="http://schemas.microsoft.com/office/drawing/2016/SVG/main" r:embed="rId99"/>
              </a:ext>
            </a:extLst>
          </a:blip>
          <a:stretch>
            <a:fillRect/>
          </a:stretch>
        </p:blipFill>
        <p:spPr>
          <a:xfrm>
            <a:off x="10309205" y="7268906"/>
            <a:ext cx="1080000" cy="1080000"/>
          </a:xfrm>
          <a:prstGeom prst="rect">
            <a:avLst/>
          </a:prstGeom>
        </p:spPr>
      </p:pic>
      <p:pic>
        <p:nvPicPr>
          <p:cNvPr id="88" name="Grafik 87">
            <a:extLst>
              <a:ext uri="{FF2B5EF4-FFF2-40B4-BE49-F238E27FC236}">
                <a16:creationId xmlns:a16="http://schemas.microsoft.com/office/drawing/2014/main" id="{F99FF2F2-9D5A-B5EA-EF7D-EA4DC12CF86F}"/>
              </a:ext>
            </a:extLst>
          </p:cNvPr>
          <p:cNvPicPr>
            <a:picLocks noChangeAspect="1"/>
          </p:cNvPicPr>
          <p:nvPr userDrawn="1"/>
        </p:nvPicPr>
        <p:blipFill>
          <a:blip r:embed="rId100">
            <a:extLst>
              <a:ext uri="{96DAC541-7B7A-43D3-8B79-37D633B846F1}">
                <asvg:svgBlip xmlns:asvg="http://schemas.microsoft.com/office/drawing/2016/SVG/main" r:embed="rId101"/>
              </a:ext>
            </a:extLst>
          </a:blip>
          <a:stretch>
            <a:fillRect/>
          </a:stretch>
        </p:blipFill>
        <p:spPr>
          <a:xfrm>
            <a:off x="4437491" y="7286813"/>
            <a:ext cx="1080000" cy="1080000"/>
          </a:xfrm>
          <a:prstGeom prst="rect">
            <a:avLst/>
          </a:prstGeom>
        </p:spPr>
      </p:pic>
      <p:pic>
        <p:nvPicPr>
          <p:cNvPr id="89" name="Grafik 88">
            <a:extLst>
              <a:ext uri="{FF2B5EF4-FFF2-40B4-BE49-F238E27FC236}">
                <a16:creationId xmlns:a16="http://schemas.microsoft.com/office/drawing/2014/main" id="{15C929FE-F395-93EB-3B66-0B8449E0DDD4}"/>
              </a:ext>
            </a:extLst>
          </p:cNvPr>
          <p:cNvPicPr>
            <a:picLocks noChangeAspect="1"/>
          </p:cNvPicPr>
          <p:nvPr userDrawn="1"/>
        </p:nvPicPr>
        <p:blipFill>
          <a:blip r:embed="rId102">
            <a:extLst>
              <a:ext uri="{96DAC541-7B7A-43D3-8B79-37D633B846F1}">
                <asvg:svgBlip xmlns:asvg="http://schemas.microsoft.com/office/drawing/2016/SVG/main" r:embed="rId103"/>
              </a:ext>
            </a:extLst>
          </a:blip>
          <a:stretch>
            <a:fillRect/>
          </a:stretch>
        </p:blipFill>
        <p:spPr>
          <a:xfrm>
            <a:off x="15621795" y="5801712"/>
            <a:ext cx="1080000" cy="1080000"/>
          </a:xfrm>
          <a:prstGeom prst="rect">
            <a:avLst/>
          </a:prstGeom>
        </p:spPr>
      </p:pic>
      <p:pic>
        <p:nvPicPr>
          <p:cNvPr id="90" name="Grafik 89">
            <a:extLst>
              <a:ext uri="{FF2B5EF4-FFF2-40B4-BE49-F238E27FC236}">
                <a16:creationId xmlns:a16="http://schemas.microsoft.com/office/drawing/2014/main" id="{F3CB4DFC-E113-AC82-ED26-05E71C47101D}"/>
              </a:ext>
            </a:extLst>
          </p:cNvPr>
          <p:cNvPicPr>
            <a:picLocks noChangeAspect="1"/>
          </p:cNvPicPr>
          <p:nvPr userDrawn="1"/>
        </p:nvPicPr>
        <p:blipFill>
          <a:blip r:embed="rId104">
            <a:extLst>
              <a:ext uri="{96DAC541-7B7A-43D3-8B79-37D633B846F1}">
                <asvg:svgBlip xmlns:asvg="http://schemas.microsoft.com/office/drawing/2016/SVG/main" r:embed="rId105"/>
              </a:ext>
            </a:extLst>
          </a:blip>
          <a:stretch>
            <a:fillRect/>
          </a:stretch>
        </p:blipFill>
        <p:spPr>
          <a:xfrm>
            <a:off x="4437491" y="5811263"/>
            <a:ext cx="1080000" cy="1080000"/>
          </a:xfrm>
          <a:prstGeom prst="rect">
            <a:avLst/>
          </a:prstGeom>
        </p:spPr>
      </p:pic>
      <p:pic>
        <p:nvPicPr>
          <p:cNvPr id="91" name="Grafik 90">
            <a:extLst>
              <a:ext uri="{FF2B5EF4-FFF2-40B4-BE49-F238E27FC236}">
                <a16:creationId xmlns:a16="http://schemas.microsoft.com/office/drawing/2014/main" id="{B4DEA80E-F7D2-4654-D083-3BA78F3898AE}"/>
              </a:ext>
            </a:extLst>
          </p:cNvPr>
          <p:cNvPicPr>
            <a:picLocks noChangeAspect="1"/>
          </p:cNvPicPr>
          <p:nvPr userDrawn="1"/>
        </p:nvPicPr>
        <p:blipFill>
          <a:blip r:embed="rId106">
            <a:extLst>
              <a:ext uri="{96DAC541-7B7A-43D3-8B79-37D633B846F1}">
                <asvg:svgBlip xmlns:asvg="http://schemas.microsoft.com/office/drawing/2016/SVG/main" r:embed="rId107"/>
              </a:ext>
            </a:extLst>
          </a:blip>
          <a:stretch>
            <a:fillRect/>
          </a:stretch>
        </p:blipFill>
        <p:spPr>
          <a:xfrm>
            <a:off x="14486619" y="5782174"/>
            <a:ext cx="1080000" cy="1080000"/>
          </a:xfrm>
          <a:prstGeom prst="rect">
            <a:avLst/>
          </a:prstGeom>
        </p:spPr>
      </p:pic>
      <p:pic>
        <p:nvPicPr>
          <p:cNvPr id="92" name="Grafik 91">
            <a:extLst>
              <a:ext uri="{FF2B5EF4-FFF2-40B4-BE49-F238E27FC236}">
                <a16:creationId xmlns:a16="http://schemas.microsoft.com/office/drawing/2014/main" id="{56E0DF99-AD5A-6E28-31E5-FC2B4C650190}"/>
              </a:ext>
            </a:extLst>
          </p:cNvPr>
          <p:cNvPicPr>
            <a:picLocks noChangeAspect="1"/>
          </p:cNvPicPr>
          <p:nvPr userDrawn="1"/>
        </p:nvPicPr>
        <p:blipFill>
          <a:blip r:embed="rId108">
            <a:extLst>
              <a:ext uri="{96DAC541-7B7A-43D3-8B79-37D633B846F1}">
                <asvg:svgBlip xmlns:asvg="http://schemas.microsoft.com/office/drawing/2016/SVG/main" r:embed="rId109"/>
              </a:ext>
            </a:extLst>
          </a:blip>
          <a:stretch>
            <a:fillRect/>
          </a:stretch>
        </p:blipFill>
        <p:spPr>
          <a:xfrm>
            <a:off x="5646590" y="8839974"/>
            <a:ext cx="1080000" cy="1080000"/>
          </a:xfrm>
          <a:prstGeom prst="rect">
            <a:avLst/>
          </a:prstGeom>
        </p:spPr>
      </p:pic>
      <p:pic>
        <p:nvPicPr>
          <p:cNvPr id="93" name="Grafik 92">
            <a:extLst>
              <a:ext uri="{FF2B5EF4-FFF2-40B4-BE49-F238E27FC236}">
                <a16:creationId xmlns:a16="http://schemas.microsoft.com/office/drawing/2014/main" id="{ACEC1713-CF94-C630-3C70-4343462D2441}"/>
              </a:ext>
            </a:extLst>
          </p:cNvPr>
          <p:cNvPicPr>
            <a:picLocks noChangeAspect="1"/>
          </p:cNvPicPr>
          <p:nvPr userDrawn="1"/>
        </p:nvPicPr>
        <p:blipFill>
          <a:blip r:embed="rId110">
            <a:extLst>
              <a:ext uri="{96DAC541-7B7A-43D3-8B79-37D633B846F1}">
                <asvg:svgBlip xmlns:asvg="http://schemas.microsoft.com/office/drawing/2016/SVG/main" r:embed="rId111"/>
              </a:ext>
            </a:extLst>
          </a:blip>
          <a:stretch>
            <a:fillRect/>
          </a:stretch>
        </p:blipFill>
        <p:spPr>
          <a:xfrm>
            <a:off x="9505862" y="8697650"/>
            <a:ext cx="1080000" cy="1080000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3D8B58F1-4BA6-95D1-DBD8-A443B93FEB87}"/>
              </a:ext>
            </a:extLst>
          </p:cNvPr>
          <p:cNvPicPr>
            <a:picLocks noChangeAspect="1"/>
          </p:cNvPicPr>
          <p:nvPr userDrawn="1"/>
        </p:nvPicPr>
        <p:blipFill>
          <a:blip r:embed="rId112">
            <a:extLst>
              <a:ext uri="{96DAC541-7B7A-43D3-8B79-37D633B846F1}">
                <asvg:svgBlip xmlns:asvg="http://schemas.microsoft.com/office/drawing/2016/SVG/main" r:embed="rId113"/>
              </a:ext>
            </a:extLst>
          </a:blip>
          <a:stretch>
            <a:fillRect/>
          </a:stretch>
        </p:blipFill>
        <p:spPr>
          <a:xfrm>
            <a:off x="927581" y="5821287"/>
            <a:ext cx="1080000" cy="1080000"/>
          </a:xfrm>
          <a:prstGeom prst="rect">
            <a:avLst/>
          </a:prstGeom>
        </p:spPr>
      </p:pic>
      <p:pic>
        <p:nvPicPr>
          <p:cNvPr id="95" name="Grafik 94">
            <a:extLst>
              <a:ext uri="{FF2B5EF4-FFF2-40B4-BE49-F238E27FC236}">
                <a16:creationId xmlns:a16="http://schemas.microsoft.com/office/drawing/2014/main" id="{4DD96B29-29C1-BE1B-571A-5A395AA1ECD9}"/>
              </a:ext>
            </a:extLst>
          </p:cNvPr>
          <p:cNvPicPr>
            <a:picLocks noChangeAspect="1"/>
          </p:cNvPicPr>
          <p:nvPr userDrawn="1"/>
        </p:nvPicPr>
        <p:blipFill>
          <a:blip r:embed="rId114">
            <a:extLst>
              <a:ext uri="{96DAC541-7B7A-43D3-8B79-37D633B846F1}">
                <asvg:svgBlip xmlns:asvg="http://schemas.microsoft.com/office/drawing/2016/SVG/main" r:embed="rId115"/>
              </a:ext>
            </a:extLst>
          </a:blip>
          <a:stretch>
            <a:fillRect/>
          </a:stretch>
        </p:blipFill>
        <p:spPr>
          <a:xfrm>
            <a:off x="4411423" y="8797687"/>
            <a:ext cx="1080000" cy="1080000"/>
          </a:xfrm>
          <a:prstGeom prst="rect">
            <a:avLst/>
          </a:prstGeom>
        </p:spPr>
      </p:pic>
      <p:pic>
        <p:nvPicPr>
          <p:cNvPr id="96" name="Grafik 95">
            <a:extLst>
              <a:ext uri="{FF2B5EF4-FFF2-40B4-BE49-F238E27FC236}">
                <a16:creationId xmlns:a16="http://schemas.microsoft.com/office/drawing/2014/main" id="{B3B6E9FD-4EC8-ED15-CA06-5061553EFACF}"/>
              </a:ext>
            </a:extLst>
          </p:cNvPr>
          <p:cNvPicPr>
            <a:picLocks noChangeAspect="1"/>
          </p:cNvPicPr>
          <p:nvPr userDrawn="1"/>
        </p:nvPicPr>
        <p:blipFill>
          <a:blip r:embed="rId116">
            <a:extLst>
              <a:ext uri="{96DAC541-7B7A-43D3-8B79-37D633B846F1}">
                <asvg:svgBlip xmlns:asvg="http://schemas.microsoft.com/office/drawing/2016/SVG/main" r:embed="rId117"/>
              </a:ext>
            </a:extLst>
          </a:blip>
          <a:stretch>
            <a:fillRect/>
          </a:stretch>
        </p:blipFill>
        <p:spPr>
          <a:xfrm>
            <a:off x="8056333" y="7317275"/>
            <a:ext cx="1080000" cy="1080000"/>
          </a:xfrm>
          <a:prstGeom prst="rect">
            <a:avLst/>
          </a:prstGeom>
        </p:spPr>
      </p:pic>
      <p:pic>
        <p:nvPicPr>
          <p:cNvPr id="97" name="Grafik 96">
            <a:extLst>
              <a:ext uri="{FF2B5EF4-FFF2-40B4-BE49-F238E27FC236}">
                <a16:creationId xmlns:a16="http://schemas.microsoft.com/office/drawing/2014/main" id="{81A51E79-E928-4CC8-4A62-3495BC0F9CF6}"/>
              </a:ext>
            </a:extLst>
          </p:cNvPr>
          <p:cNvPicPr>
            <a:picLocks noChangeAspect="1"/>
          </p:cNvPicPr>
          <p:nvPr userDrawn="1"/>
        </p:nvPicPr>
        <p:blipFill>
          <a:blip r:embed="rId118">
            <a:extLst>
              <a:ext uri="{96DAC541-7B7A-43D3-8B79-37D633B846F1}">
                <asvg:svgBlip xmlns:asvg="http://schemas.microsoft.com/office/drawing/2016/SVG/main" r:embed="rId119"/>
              </a:ext>
            </a:extLst>
          </a:blip>
          <a:stretch>
            <a:fillRect/>
          </a:stretch>
        </p:blipFill>
        <p:spPr>
          <a:xfrm>
            <a:off x="8017716" y="5811263"/>
            <a:ext cx="1080000" cy="1080000"/>
          </a:xfrm>
          <a:prstGeom prst="rect">
            <a:avLst/>
          </a:prstGeom>
        </p:spPr>
      </p:pic>
      <p:pic>
        <p:nvPicPr>
          <p:cNvPr id="98" name="Grafik 97">
            <a:extLst>
              <a:ext uri="{FF2B5EF4-FFF2-40B4-BE49-F238E27FC236}">
                <a16:creationId xmlns:a16="http://schemas.microsoft.com/office/drawing/2014/main" id="{9A384AEF-34B6-BF2F-B6A1-B49905F0E4C5}"/>
              </a:ext>
            </a:extLst>
          </p:cNvPr>
          <p:cNvPicPr>
            <a:picLocks noChangeAspect="1"/>
          </p:cNvPicPr>
          <p:nvPr userDrawn="1"/>
        </p:nvPicPr>
        <p:blipFill>
          <a:blip r:embed="rId82">
            <a:extLst>
              <a:ext uri="{96DAC541-7B7A-43D3-8B79-37D633B846F1}">
                <asvg:svgBlip xmlns:asvg="http://schemas.microsoft.com/office/drawing/2016/SVG/main" r:embed="rId83"/>
              </a:ext>
            </a:extLst>
          </a:blip>
          <a:stretch>
            <a:fillRect/>
          </a:stretch>
        </p:blipFill>
        <p:spPr>
          <a:xfrm>
            <a:off x="927581" y="7286813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0086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50">
          <p15:clr>
            <a:srgbClr val="FBAE40"/>
          </p15:clr>
        </p15:guide>
        <p15:guide id="2" pos="617">
          <p15:clr>
            <a:srgbClr val="FBAE40"/>
          </p15:clr>
        </p15:guide>
        <p15:guide id="3" pos="12047">
          <p15:clr>
            <a:srgbClr val="FBAE40"/>
          </p15:clr>
        </p15:guide>
        <p15:guide id="4" orient="horz" pos="6313">
          <p15:clr>
            <a:srgbClr val="FBAE40"/>
          </p15:clr>
        </p15:guide>
        <p15:guide id="5" orient="horz" pos="87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: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 hasCustomPrompt="1"/>
          </p:nvPr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 lIns="0" tIns="0" rIns="0" bIns="0"/>
          <a:lstStyle>
            <a:lvl1pPr>
              <a:defRPr sz="5000" b="1" i="0">
                <a:solidFill>
                  <a:srgbClr val="A2CB3E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de-AT" dirty="0"/>
              <a:t>Icons: Pfeile</a:t>
            </a:r>
            <a:br>
              <a:rPr lang="de-AT" dirty="0"/>
            </a:br>
            <a:br>
              <a:rPr lang="de-AT" dirty="0"/>
            </a:br>
            <a:endParaRPr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43D81C-2C5A-3417-2919-E3B38C62454D}"/>
              </a:ext>
            </a:extLst>
          </p:cNvPr>
          <p:cNvSpPr txBox="1"/>
          <p:nvPr userDrawn="1"/>
        </p:nvSpPr>
        <p:spPr>
          <a:xfrm>
            <a:off x="7868093" y="108452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8" name="Holder 3">
            <a:extLst>
              <a:ext uri="{FF2B5EF4-FFF2-40B4-BE49-F238E27FC236}">
                <a16:creationId xmlns:a16="http://schemas.microsoft.com/office/drawing/2014/main" id="{54459A97-A5A3-C2B2-975B-3A4BB56080D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5256000" y="10470452"/>
            <a:ext cx="9612000" cy="562927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9" name="Holder 4">
            <a:extLst>
              <a:ext uri="{FF2B5EF4-FFF2-40B4-BE49-F238E27FC236}">
                <a16:creationId xmlns:a16="http://schemas.microsoft.com/office/drawing/2014/main" id="{F7068105-1346-F8EC-9488-D3F2D460C542}"/>
              </a:ext>
            </a:extLst>
          </p:cNvPr>
          <p:cNvSpPr>
            <a:spLocks noGrp="1"/>
          </p:cNvSpPr>
          <p:nvPr>
            <p:ph type="dt" sz="half" idx="6"/>
          </p:nvPr>
        </p:nvSpPr>
        <p:spPr>
          <a:xfrm>
            <a:off x="1005205" y="10470452"/>
            <a:ext cx="3600000" cy="562927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3/3/2026</a:t>
            </a:fld>
            <a:endParaRPr lang="en-US" dirty="0"/>
          </a:p>
        </p:txBody>
      </p:sp>
      <p:sp>
        <p:nvSpPr>
          <p:cNvPr id="10" name="Holder 5">
            <a:extLst>
              <a:ext uri="{FF2B5EF4-FFF2-40B4-BE49-F238E27FC236}">
                <a16:creationId xmlns:a16="http://schemas.microsoft.com/office/drawing/2014/main" id="{71CFE310-D9F9-44FA-C2D6-044C3A5CFCC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5508962" y="10470452"/>
            <a:ext cx="3600000" cy="562927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‹Nr.›</a:t>
            </a:fld>
            <a:endParaRPr dirty="0"/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06F670E9-5939-73B4-7C3E-F7CB62E9DE5E}"/>
              </a:ext>
            </a:extLst>
          </p:cNvPr>
          <p:cNvSpPr txBox="1">
            <a:spLocks/>
          </p:cNvSpPr>
          <p:nvPr userDrawn="1"/>
        </p:nvSpPr>
        <p:spPr>
          <a:xfrm>
            <a:off x="979488" y="588715"/>
            <a:ext cx="12312922" cy="78063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B050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7908A9D-C721-8506-3DEC-DCEDF53E9D2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30874" y="2622533"/>
            <a:ext cx="1080000" cy="10800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5EAA75E-A0A7-C855-406F-9E8A16D2EFE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693199" y="2726283"/>
            <a:ext cx="1080000" cy="10800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44A50A1-691A-B51C-73BA-EE582877934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596888" y="2726283"/>
            <a:ext cx="1080000" cy="108000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C6593021-A8E0-8335-48D0-DEBD5841067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30949" y="2622533"/>
            <a:ext cx="1080000" cy="1080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C70944-6387-1270-9CA5-A0773BB2F02D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640149" y="2629496"/>
            <a:ext cx="1080000" cy="108000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76226185-5942-529A-4892-E04A509426E7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310949" y="2673552"/>
            <a:ext cx="1080000" cy="1080000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ACBDF699-29E7-B7FD-8C0B-F5822EC01B44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441702" y="2568867"/>
            <a:ext cx="1080000" cy="1080000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2304A049-6CFA-4336-4DF6-E12099E8B0A8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21599" y="2584302"/>
            <a:ext cx="1080000" cy="10800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A7F132FF-2319-EDAB-D25E-EEB39820B4AF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5265299" y="2726283"/>
            <a:ext cx="1080000" cy="1080000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A1699BDC-8BD0-B6FA-A5E0-25F81B87B451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3974574" y="2726283"/>
            <a:ext cx="1080000" cy="10800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C0B0A39-EA38-29E2-1A5E-52AE83136AEC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6431093" y="2756508"/>
            <a:ext cx="1080000" cy="1080000"/>
          </a:xfrm>
          <a:prstGeom prst="rect">
            <a:avLst/>
          </a:prstGeom>
        </p:spPr>
      </p:pic>
      <p:pic>
        <p:nvPicPr>
          <p:cNvPr id="31" name="Grafik 30">
            <a:extLst>
              <a:ext uri="{FF2B5EF4-FFF2-40B4-BE49-F238E27FC236}">
                <a16:creationId xmlns:a16="http://schemas.microsoft.com/office/drawing/2014/main" id="{0B7D5C1D-BD86-1F0F-8AF1-3158150D8A52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5388538" y="4410333"/>
            <a:ext cx="1080000" cy="1080000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17BCDA58-AC82-9A92-74D7-13ED57204924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4136776" y="4410333"/>
            <a:ext cx="1080000" cy="1080000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950F247E-9582-4CF0-C5C3-72DB74C422BD}"/>
              </a:ext>
            </a:extLst>
          </p:cNvPr>
          <p:cNvPicPr>
            <a:picLocks noChangeAspect="1"/>
          </p:cNvPicPr>
          <p:nvPr userDrawn="1"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3003193" y="2756508"/>
            <a:ext cx="1080000" cy="1080000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1D7D0F4A-57DB-5455-C02A-156FDB0D8296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6516888" y="4525083"/>
            <a:ext cx="1080000" cy="1080000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99E21938-E290-14B8-AC91-FA47628159DD}"/>
              </a:ext>
            </a:extLst>
          </p:cNvPr>
          <p:cNvPicPr>
            <a:picLocks noChangeAspect="1"/>
          </p:cNvPicPr>
          <p:nvPr userDrawn="1"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2917724" y="4571058"/>
            <a:ext cx="1080000" cy="1080000"/>
          </a:xfrm>
          <a:prstGeom prst="rect">
            <a:avLst/>
          </a:prstGeom>
        </p:spPr>
      </p:pic>
      <p:pic>
        <p:nvPicPr>
          <p:cNvPr id="64" name="Grafik 63">
            <a:extLst>
              <a:ext uri="{FF2B5EF4-FFF2-40B4-BE49-F238E27FC236}">
                <a16:creationId xmlns:a16="http://schemas.microsoft.com/office/drawing/2014/main" id="{A6688428-6BE1-3FC0-5D8A-523CEA8E1E59}"/>
              </a:ext>
            </a:extLst>
          </p:cNvPr>
          <p:cNvPicPr>
            <a:picLocks noChangeAspect="1"/>
          </p:cNvPicPr>
          <p:nvPr userDrawn="1"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154699" y="4410333"/>
            <a:ext cx="1080000" cy="1080000"/>
          </a:xfrm>
          <a:prstGeom prst="rect">
            <a:avLst/>
          </a:prstGeom>
        </p:spPr>
      </p:pic>
      <p:pic>
        <p:nvPicPr>
          <p:cNvPr id="65" name="Grafik 64">
            <a:extLst>
              <a:ext uri="{FF2B5EF4-FFF2-40B4-BE49-F238E27FC236}">
                <a16:creationId xmlns:a16="http://schemas.microsoft.com/office/drawing/2014/main" id="{14BF561C-8FD6-1248-4784-48BEF6DDC288}"/>
              </a:ext>
            </a:extLst>
          </p:cNvPr>
          <p:cNvPicPr>
            <a:picLocks noChangeAspect="1"/>
          </p:cNvPicPr>
          <p:nvPr userDrawn="1"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4966874" y="4469021"/>
            <a:ext cx="1080000" cy="1080000"/>
          </a:xfrm>
          <a:prstGeom prst="rect">
            <a:avLst/>
          </a:prstGeom>
        </p:spPr>
      </p:pic>
      <p:pic>
        <p:nvPicPr>
          <p:cNvPr id="66" name="Grafik 65">
            <a:extLst>
              <a:ext uri="{FF2B5EF4-FFF2-40B4-BE49-F238E27FC236}">
                <a16:creationId xmlns:a16="http://schemas.microsoft.com/office/drawing/2014/main" id="{45188F61-CD26-1431-2831-E2E28B98D410}"/>
              </a:ext>
            </a:extLst>
          </p:cNvPr>
          <p:cNvPicPr>
            <a:picLocks noChangeAspect="1"/>
          </p:cNvPicPr>
          <p:nvPr userDrawn="1"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17436" y="4410333"/>
            <a:ext cx="1080000" cy="1080000"/>
          </a:xfrm>
          <a:prstGeom prst="rect">
            <a:avLst/>
          </a:prstGeom>
        </p:spPr>
      </p:pic>
      <p:pic>
        <p:nvPicPr>
          <p:cNvPr id="67" name="Grafik 66">
            <a:extLst>
              <a:ext uri="{FF2B5EF4-FFF2-40B4-BE49-F238E27FC236}">
                <a16:creationId xmlns:a16="http://schemas.microsoft.com/office/drawing/2014/main" id="{5CECEC51-9E8A-D348-B2F7-7E1CEFCF17FA}"/>
              </a:ext>
            </a:extLst>
          </p:cNvPr>
          <p:cNvPicPr>
            <a:picLocks noChangeAspect="1"/>
          </p:cNvPicPr>
          <p:nvPr userDrawn="1"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2365674" y="4469021"/>
            <a:ext cx="1080000" cy="1080000"/>
          </a:xfrm>
          <a:prstGeom prst="rect">
            <a:avLst/>
          </a:prstGeom>
        </p:spPr>
      </p:pic>
      <p:pic>
        <p:nvPicPr>
          <p:cNvPr id="68" name="Grafik 67">
            <a:extLst>
              <a:ext uri="{FF2B5EF4-FFF2-40B4-BE49-F238E27FC236}">
                <a16:creationId xmlns:a16="http://schemas.microsoft.com/office/drawing/2014/main" id="{653FF4A8-0AA5-DB13-8F8F-49AD19D1E6BB}"/>
              </a:ext>
            </a:extLst>
          </p:cNvPr>
          <p:cNvPicPr>
            <a:picLocks noChangeAspect="1"/>
          </p:cNvPicPr>
          <p:nvPr userDrawn="1"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1159512" y="6366471"/>
            <a:ext cx="1080000" cy="1080000"/>
          </a:xfrm>
          <a:prstGeom prst="rect">
            <a:avLst/>
          </a:prstGeom>
        </p:spPr>
      </p:pic>
      <p:pic>
        <p:nvPicPr>
          <p:cNvPr id="69" name="Grafik 68">
            <a:extLst>
              <a:ext uri="{FF2B5EF4-FFF2-40B4-BE49-F238E27FC236}">
                <a16:creationId xmlns:a16="http://schemas.microsoft.com/office/drawing/2014/main" id="{51EAAD84-9D07-66C0-0E46-0B61A2C7C6C4}"/>
              </a:ext>
            </a:extLst>
          </p:cNvPr>
          <p:cNvPicPr>
            <a:picLocks noChangeAspect="1"/>
          </p:cNvPicPr>
          <p:nvPr userDrawn="1"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6210999" y="6350196"/>
            <a:ext cx="1080000" cy="1080000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98D9801B-8C96-D677-59BA-3E99B1CE5A51}"/>
              </a:ext>
            </a:extLst>
          </p:cNvPr>
          <p:cNvPicPr>
            <a:picLocks noChangeAspect="1"/>
          </p:cNvPicPr>
          <p:nvPr userDrawn="1"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6168449" y="7826646"/>
            <a:ext cx="1080000" cy="1080000"/>
          </a:xfrm>
          <a:prstGeom prst="rect">
            <a:avLst/>
          </a:prstGeom>
        </p:spPr>
      </p:pic>
      <p:pic>
        <p:nvPicPr>
          <p:cNvPr id="71" name="Grafik 70">
            <a:extLst>
              <a:ext uri="{FF2B5EF4-FFF2-40B4-BE49-F238E27FC236}">
                <a16:creationId xmlns:a16="http://schemas.microsoft.com/office/drawing/2014/main" id="{90AFCA52-B8BD-1A40-315F-20584B92C533}"/>
              </a:ext>
            </a:extLst>
          </p:cNvPr>
          <p:cNvPicPr>
            <a:picLocks noChangeAspect="1"/>
          </p:cNvPicPr>
          <p:nvPr userDrawn="1"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8647098" y="6278209"/>
            <a:ext cx="1080000" cy="1080000"/>
          </a:xfrm>
          <a:prstGeom prst="rect">
            <a:avLst/>
          </a:prstGeom>
        </p:spPr>
      </p:pic>
      <p:pic>
        <p:nvPicPr>
          <p:cNvPr id="72" name="Grafik 71">
            <a:extLst>
              <a:ext uri="{FF2B5EF4-FFF2-40B4-BE49-F238E27FC236}">
                <a16:creationId xmlns:a16="http://schemas.microsoft.com/office/drawing/2014/main" id="{8A348409-22CE-7A56-FDA6-B9D6C1DFEA56}"/>
              </a:ext>
            </a:extLst>
          </p:cNvPr>
          <p:cNvPicPr>
            <a:picLocks noChangeAspect="1"/>
          </p:cNvPicPr>
          <p:nvPr userDrawn="1"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8696374" y="7856946"/>
            <a:ext cx="1080000" cy="1080000"/>
          </a:xfrm>
          <a:prstGeom prst="rect">
            <a:avLst/>
          </a:prstGeom>
        </p:spPr>
      </p:pic>
      <p:pic>
        <p:nvPicPr>
          <p:cNvPr id="73" name="Grafik 72">
            <a:extLst>
              <a:ext uri="{FF2B5EF4-FFF2-40B4-BE49-F238E27FC236}">
                <a16:creationId xmlns:a16="http://schemas.microsoft.com/office/drawing/2014/main" id="{1EF70462-BAA2-8BDE-B4C3-3991F4AD5D4A}"/>
              </a:ext>
            </a:extLst>
          </p:cNvPr>
          <p:cNvPicPr>
            <a:picLocks noChangeAspect="1"/>
          </p:cNvPicPr>
          <p:nvPr userDrawn="1"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1230949" y="7851171"/>
            <a:ext cx="1080000" cy="1080000"/>
          </a:xfrm>
          <a:prstGeom prst="rect">
            <a:avLst/>
          </a:prstGeom>
        </p:spPr>
      </p:pic>
      <p:pic>
        <p:nvPicPr>
          <p:cNvPr id="74" name="Grafik 73">
            <a:extLst>
              <a:ext uri="{FF2B5EF4-FFF2-40B4-BE49-F238E27FC236}">
                <a16:creationId xmlns:a16="http://schemas.microsoft.com/office/drawing/2014/main" id="{B3BB2537-D1D1-3A00-9303-FC649C020759}"/>
              </a:ext>
            </a:extLst>
          </p:cNvPr>
          <p:cNvPicPr>
            <a:picLocks noChangeAspect="1"/>
          </p:cNvPicPr>
          <p:nvPr userDrawn="1"/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4863149" y="6412671"/>
            <a:ext cx="1080000" cy="108000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270A6B89-E49A-E8FA-ACDF-A9453BAF932F}"/>
              </a:ext>
            </a:extLst>
          </p:cNvPr>
          <p:cNvPicPr>
            <a:picLocks noChangeAspect="1"/>
          </p:cNvPicPr>
          <p:nvPr userDrawn="1"/>
        </p:nvPicPr>
        <p:blipFill>
          <a:blip r:embed="rId56"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4833224" y="7826646"/>
            <a:ext cx="1080000" cy="1080000"/>
          </a:xfrm>
          <a:prstGeom prst="rect">
            <a:avLst/>
          </a:prstGeom>
        </p:spPr>
      </p:pic>
      <p:pic>
        <p:nvPicPr>
          <p:cNvPr id="76" name="Grafik 75">
            <a:extLst>
              <a:ext uri="{FF2B5EF4-FFF2-40B4-BE49-F238E27FC236}">
                <a16:creationId xmlns:a16="http://schemas.microsoft.com/office/drawing/2014/main" id="{72676831-861D-2ACF-19BC-8D95B6C97B13}"/>
              </a:ext>
            </a:extLst>
          </p:cNvPr>
          <p:cNvPicPr>
            <a:picLocks noChangeAspect="1"/>
          </p:cNvPicPr>
          <p:nvPr userDrawn="1"/>
        </p:nvPicPr>
        <p:blipFill>
          <a:blip r:embed="rId58"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3571186" y="6439383"/>
            <a:ext cx="1080000" cy="1080000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B8F42756-66EF-81D4-C123-5BCEFD97F9A7}"/>
              </a:ext>
            </a:extLst>
          </p:cNvPr>
          <p:cNvPicPr>
            <a:picLocks noChangeAspect="1"/>
          </p:cNvPicPr>
          <p:nvPr userDrawn="1"/>
        </p:nvPicPr>
        <p:blipFill>
          <a:blip r:embed="rId60"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tretch>
            <a:fillRect/>
          </a:stretch>
        </p:blipFill>
        <p:spPr>
          <a:xfrm>
            <a:off x="3562224" y="7851171"/>
            <a:ext cx="1080000" cy="1080000"/>
          </a:xfrm>
          <a:prstGeom prst="rect">
            <a:avLst/>
          </a:prstGeom>
        </p:spPr>
      </p:pic>
      <p:pic>
        <p:nvPicPr>
          <p:cNvPr id="78" name="Grafik 77">
            <a:extLst>
              <a:ext uri="{FF2B5EF4-FFF2-40B4-BE49-F238E27FC236}">
                <a16:creationId xmlns:a16="http://schemas.microsoft.com/office/drawing/2014/main" id="{B65E1B85-9A53-8B68-99FF-7912E7C8BDD9}"/>
              </a:ext>
            </a:extLst>
          </p:cNvPr>
          <p:cNvPicPr>
            <a:picLocks noChangeAspect="1"/>
          </p:cNvPicPr>
          <p:nvPr userDrawn="1"/>
        </p:nvPicPr>
        <p:blipFill>
          <a:blip r:embed="rId62">
            <a:extLst>
              <a:ext uri="{96DAC541-7B7A-43D3-8B79-37D633B846F1}">
                <asvg:svgBlip xmlns:asvg="http://schemas.microsoft.com/office/drawing/2016/SVG/main" r:embed="rId63"/>
              </a:ext>
            </a:extLst>
          </a:blip>
          <a:stretch>
            <a:fillRect/>
          </a:stretch>
        </p:blipFill>
        <p:spPr>
          <a:xfrm>
            <a:off x="2397449" y="6412446"/>
            <a:ext cx="1080000" cy="1080000"/>
          </a:xfrm>
          <a:prstGeom prst="rect">
            <a:avLst/>
          </a:prstGeom>
        </p:spPr>
      </p:pic>
      <p:pic>
        <p:nvPicPr>
          <p:cNvPr id="99" name="Grafik 98">
            <a:extLst>
              <a:ext uri="{FF2B5EF4-FFF2-40B4-BE49-F238E27FC236}">
                <a16:creationId xmlns:a16="http://schemas.microsoft.com/office/drawing/2014/main" id="{F5D92250-9DE3-750A-DC55-837C33B566B7}"/>
              </a:ext>
            </a:extLst>
          </p:cNvPr>
          <p:cNvPicPr>
            <a:picLocks noChangeAspect="1"/>
          </p:cNvPicPr>
          <p:nvPr userDrawn="1"/>
        </p:nvPicPr>
        <p:blipFill>
          <a:blip r:embed="rId64">
            <a:extLst>
              <a:ext uri="{96DAC541-7B7A-43D3-8B79-37D633B846F1}">
                <asvg:svgBlip xmlns:asvg="http://schemas.microsoft.com/office/drawing/2016/SVG/main" r:embed="rId65"/>
              </a:ext>
            </a:extLst>
          </a:blip>
          <a:stretch>
            <a:fillRect/>
          </a:stretch>
        </p:blipFill>
        <p:spPr>
          <a:xfrm>
            <a:off x="9947210" y="6231471"/>
            <a:ext cx="1080000" cy="1080000"/>
          </a:xfrm>
          <a:prstGeom prst="rect">
            <a:avLst/>
          </a:prstGeom>
        </p:spPr>
      </p:pic>
      <p:pic>
        <p:nvPicPr>
          <p:cNvPr id="100" name="Grafik 99">
            <a:extLst>
              <a:ext uri="{FF2B5EF4-FFF2-40B4-BE49-F238E27FC236}">
                <a16:creationId xmlns:a16="http://schemas.microsoft.com/office/drawing/2014/main" id="{AB73CC29-E6A4-6993-B6B0-FD4BB5BDBB60}"/>
              </a:ext>
            </a:extLst>
          </p:cNvPr>
          <p:cNvPicPr>
            <a:picLocks noChangeAspect="1"/>
          </p:cNvPicPr>
          <p:nvPr userDrawn="1"/>
        </p:nvPicPr>
        <p:blipFill>
          <a:blip r:embed="rId66">
            <a:extLs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10075924" y="7826646"/>
            <a:ext cx="1080000" cy="1080000"/>
          </a:xfrm>
          <a:prstGeom prst="rect">
            <a:avLst/>
          </a:prstGeom>
        </p:spPr>
      </p:pic>
      <p:pic>
        <p:nvPicPr>
          <p:cNvPr id="101" name="Grafik 100">
            <a:extLst>
              <a:ext uri="{FF2B5EF4-FFF2-40B4-BE49-F238E27FC236}">
                <a16:creationId xmlns:a16="http://schemas.microsoft.com/office/drawing/2014/main" id="{8712A4BB-FE21-1DD7-6B0A-2468DAAFF3C5}"/>
              </a:ext>
            </a:extLst>
          </p:cNvPr>
          <p:cNvPicPr>
            <a:picLocks noChangeAspect="1"/>
          </p:cNvPicPr>
          <p:nvPr userDrawn="1"/>
        </p:nvPicPr>
        <p:blipFill>
          <a:blip r:embed="rId68">
            <a:extLst>
              <a:ext uri="{96DAC541-7B7A-43D3-8B79-37D633B846F1}">
                <asvg:svgBlip xmlns:asvg="http://schemas.microsoft.com/office/drawing/2016/SVG/main" r:embed="rId69"/>
              </a:ext>
            </a:extLst>
          </a:blip>
          <a:stretch>
            <a:fillRect/>
          </a:stretch>
        </p:blipFill>
        <p:spPr>
          <a:xfrm>
            <a:off x="7346986" y="6310409"/>
            <a:ext cx="1080000" cy="1080000"/>
          </a:xfrm>
          <a:prstGeom prst="rect">
            <a:avLst/>
          </a:prstGeom>
        </p:spPr>
      </p:pic>
      <p:pic>
        <p:nvPicPr>
          <p:cNvPr id="102" name="Grafik 101">
            <a:extLst>
              <a:ext uri="{FF2B5EF4-FFF2-40B4-BE49-F238E27FC236}">
                <a16:creationId xmlns:a16="http://schemas.microsoft.com/office/drawing/2014/main" id="{C312F2C1-1B8D-0E62-F9FF-FFFCF18F0A66}"/>
              </a:ext>
            </a:extLst>
          </p:cNvPr>
          <p:cNvPicPr>
            <a:picLocks noChangeAspect="1"/>
          </p:cNvPicPr>
          <p:nvPr userDrawn="1"/>
        </p:nvPicPr>
        <p:blipFill>
          <a:blip r:embed="rId70"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7394674" y="7826646"/>
            <a:ext cx="1080000" cy="1080000"/>
          </a:xfrm>
          <a:prstGeom prst="rect">
            <a:avLst/>
          </a:prstGeom>
        </p:spPr>
      </p:pic>
      <p:pic>
        <p:nvPicPr>
          <p:cNvPr id="103" name="Grafik 102">
            <a:extLst>
              <a:ext uri="{FF2B5EF4-FFF2-40B4-BE49-F238E27FC236}">
                <a16:creationId xmlns:a16="http://schemas.microsoft.com/office/drawing/2014/main" id="{887D7093-4540-EB4F-EFFE-E2FBDBA9BB3E}"/>
              </a:ext>
            </a:extLst>
          </p:cNvPr>
          <p:cNvPicPr>
            <a:picLocks noChangeAspect="1"/>
          </p:cNvPicPr>
          <p:nvPr userDrawn="1"/>
        </p:nvPicPr>
        <p:blipFill>
          <a:blip r:embed="rId72">
            <a:extLst>
              <a:ext uri="{96DAC541-7B7A-43D3-8B79-37D633B846F1}">
                <asvg:svgBlip xmlns:asvg="http://schemas.microsoft.com/office/drawing/2016/SVG/main" r:embed="rId73"/>
              </a:ext>
            </a:extLst>
          </a:blip>
          <a:stretch>
            <a:fillRect/>
          </a:stretch>
        </p:blipFill>
        <p:spPr>
          <a:xfrm>
            <a:off x="2396374" y="7851171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1081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50">
          <p15:clr>
            <a:srgbClr val="FBAE40"/>
          </p15:clr>
        </p15:guide>
        <p15:guide id="2" pos="617">
          <p15:clr>
            <a:srgbClr val="FBAE40"/>
          </p15:clr>
        </p15:guide>
        <p15:guide id="3" pos="12047">
          <p15:clr>
            <a:srgbClr val="FBAE40"/>
          </p15:clr>
        </p15:guide>
        <p15:guide id="4" orient="horz" pos="6313">
          <p15:clr>
            <a:srgbClr val="FBAE40"/>
          </p15:clr>
        </p15:guide>
        <p15:guide id="5" orient="horz" pos="87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6.pn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02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470452"/>
            <a:ext cx="6433312" cy="56292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470452"/>
            <a:ext cx="4623943" cy="56292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470452"/>
            <a:ext cx="4623943" cy="56292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‹Nr.›</a:t>
            </a:fld>
            <a:endParaRPr/>
          </a:p>
        </p:txBody>
      </p:sp>
      <p:sp>
        <p:nvSpPr>
          <p:cNvPr id="33" name="object 3">
            <a:extLst>
              <a:ext uri="{FF2B5EF4-FFF2-40B4-BE49-F238E27FC236}">
                <a16:creationId xmlns:a16="http://schemas.microsoft.com/office/drawing/2014/main" id="{FB6FE013-D504-22CE-C6F6-3BAF6D319F64}"/>
              </a:ext>
            </a:extLst>
          </p:cNvPr>
          <p:cNvSpPr/>
          <p:nvPr userDrawn="1"/>
        </p:nvSpPr>
        <p:spPr>
          <a:xfrm>
            <a:off x="13927200" y="732731"/>
            <a:ext cx="6183250" cy="555179"/>
          </a:xfrm>
          <a:custGeom>
            <a:avLst/>
            <a:gdLst/>
            <a:ahLst/>
            <a:cxnLst/>
            <a:rect l="l" t="t" r="r" b="b"/>
            <a:pathLst>
              <a:path w="6217284" h="529590">
                <a:moveTo>
                  <a:pt x="6216742" y="0"/>
                </a:moveTo>
                <a:lnTo>
                  <a:pt x="0" y="0"/>
                </a:lnTo>
                <a:lnTo>
                  <a:pt x="0" y="529282"/>
                </a:lnTo>
                <a:lnTo>
                  <a:pt x="6216742" y="529282"/>
                </a:lnTo>
                <a:lnTo>
                  <a:pt x="6216742" y="0"/>
                </a:lnTo>
                <a:close/>
              </a:path>
            </a:pathLst>
          </a:custGeom>
          <a:solidFill>
            <a:srgbClr val="A2CB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DEDCF36A-E1E5-5EE1-FC3F-CCA11CC94BCD}"/>
              </a:ext>
            </a:extLst>
          </p:cNvPr>
          <p:cNvSpPr txBox="1"/>
          <p:nvPr userDrawn="1"/>
        </p:nvSpPr>
        <p:spPr>
          <a:xfrm>
            <a:off x="13927200" y="821289"/>
            <a:ext cx="5220444" cy="415498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de-AT" sz="2100" b="1">
                <a:solidFill>
                  <a:srgbClr val="102D41"/>
                </a:solidFill>
                <a:latin typeface="+mj-lt"/>
                <a:cs typeface="Leelawadee UI"/>
              </a:rPr>
              <a:t>ELEKTRONIK &amp; TECHN. INFORMATIK</a:t>
            </a:r>
            <a:endParaRPr lang="de-AT" sz="2100">
              <a:latin typeface="+mj-lt"/>
            </a:endParaRPr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65F82143-27DA-A1B9-1A87-1A4A89BC7AD1}"/>
              </a:ext>
            </a:extLst>
          </p:cNvPr>
          <p:cNvCxnSpPr>
            <a:cxnSpLocks/>
          </p:cNvCxnSpPr>
          <p:nvPr userDrawn="1"/>
        </p:nvCxnSpPr>
        <p:spPr>
          <a:xfrm>
            <a:off x="13396199" y="660723"/>
            <a:ext cx="6699708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88B8960-CD3E-2A6D-71E7-48B1EAEC8317}"/>
              </a:ext>
            </a:extLst>
          </p:cNvPr>
          <p:cNvCxnSpPr>
            <a:cxnSpLocks/>
          </p:cNvCxnSpPr>
          <p:nvPr userDrawn="1"/>
        </p:nvCxnSpPr>
        <p:spPr>
          <a:xfrm flipV="1">
            <a:off x="13775847" y="84659"/>
            <a:ext cx="0" cy="119574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bject 2">
            <a:extLst>
              <a:ext uri="{FF2B5EF4-FFF2-40B4-BE49-F238E27FC236}">
                <a16:creationId xmlns:a16="http://schemas.microsoft.com/office/drawing/2014/main" id="{59842796-8DCE-3B49-27A3-17AF2CDF3E19}"/>
              </a:ext>
            </a:extLst>
          </p:cNvPr>
          <p:cNvSpPr txBox="1"/>
          <p:nvPr userDrawn="1"/>
        </p:nvSpPr>
        <p:spPr>
          <a:xfrm>
            <a:off x="17560919" y="228675"/>
            <a:ext cx="2198068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139" algn="r">
              <a:lnSpc>
                <a:spcPct val="100000"/>
              </a:lnSpc>
              <a:spcBef>
                <a:spcPts val="111"/>
              </a:spcBef>
            </a:pPr>
            <a:r>
              <a:rPr sz="2100" spc="-11">
                <a:solidFill>
                  <a:schemeClr val="bg1"/>
                </a:solidFill>
                <a:latin typeface="+mj-lt"/>
                <a:cs typeface="Leelawadee UI"/>
              </a:rPr>
              <a:t>www.bulme.at</a:t>
            </a:r>
            <a:endParaRPr sz="2100">
              <a:solidFill>
                <a:schemeClr val="bg1"/>
              </a:solidFill>
              <a:latin typeface="+mj-lt"/>
              <a:cs typeface="Leelawadee UI"/>
            </a:endParaRPr>
          </a:p>
        </p:txBody>
      </p: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18025832-1D3C-130E-7A27-4E6ADCEC9B23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3940482" y="108147"/>
            <a:ext cx="1717842" cy="469770"/>
            <a:chOff x="375183" y="375193"/>
            <a:chExt cx="3730981" cy="1020294"/>
          </a:xfrm>
        </p:grpSpPr>
        <p:sp>
          <p:nvSpPr>
            <p:cNvPr id="41" name="bg object 17">
              <a:extLst>
                <a:ext uri="{FF2B5EF4-FFF2-40B4-BE49-F238E27FC236}">
                  <a16:creationId xmlns:a16="http://schemas.microsoft.com/office/drawing/2014/main" id="{30A358C3-68EB-2DD7-EA23-AA1D42BF0265}"/>
                </a:ext>
              </a:extLst>
            </p:cNvPr>
            <p:cNvSpPr/>
            <p:nvPr/>
          </p:nvSpPr>
          <p:spPr>
            <a:xfrm>
              <a:off x="1681107" y="393541"/>
              <a:ext cx="899794" cy="184785"/>
            </a:xfrm>
            <a:custGeom>
              <a:avLst/>
              <a:gdLst/>
              <a:ahLst/>
              <a:cxnLst/>
              <a:rect l="l" t="t" r="r" b="b"/>
              <a:pathLst>
                <a:path w="899794" h="184784">
                  <a:moveTo>
                    <a:pt x="26659" y="38749"/>
                  </a:moveTo>
                  <a:lnTo>
                    <a:pt x="0" y="38749"/>
                  </a:lnTo>
                  <a:lnTo>
                    <a:pt x="0" y="182250"/>
                  </a:lnTo>
                  <a:lnTo>
                    <a:pt x="26659" y="182250"/>
                  </a:lnTo>
                  <a:lnTo>
                    <a:pt x="26659" y="120739"/>
                  </a:lnTo>
                  <a:lnTo>
                    <a:pt x="127513" y="120739"/>
                  </a:lnTo>
                  <a:lnTo>
                    <a:pt x="127513" y="97987"/>
                  </a:lnTo>
                  <a:lnTo>
                    <a:pt x="26659" y="97987"/>
                  </a:lnTo>
                  <a:lnTo>
                    <a:pt x="26659" y="38749"/>
                  </a:lnTo>
                  <a:close/>
                </a:path>
                <a:path w="899794" h="184784">
                  <a:moveTo>
                    <a:pt x="127513" y="120739"/>
                  </a:moveTo>
                  <a:lnTo>
                    <a:pt x="100864" y="120739"/>
                  </a:lnTo>
                  <a:lnTo>
                    <a:pt x="100864" y="182250"/>
                  </a:lnTo>
                  <a:lnTo>
                    <a:pt x="127513" y="182250"/>
                  </a:lnTo>
                  <a:lnTo>
                    <a:pt x="127513" y="120739"/>
                  </a:lnTo>
                  <a:close/>
                </a:path>
                <a:path w="899794" h="184784">
                  <a:moveTo>
                    <a:pt x="127513" y="38749"/>
                  </a:moveTo>
                  <a:lnTo>
                    <a:pt x="100864" y="38749"/>
                  </a:lnTo>
                  <a:lnTo>
                    <a:pt x="100864" y="97987"/>
                  </a:lnTo>
                  <a:lnTo>
                    <a:pt x="127513" y="97987"/>
                  </a:lnTo>
                  <a:lnTo>
                    <a:pt x="127513" y="38749"/>
                  </a:lnTo>
                  <a:close/>
                </a:path>
                <a:path w="899794" h="184784">
                  <a:moveTo>
                    <a:pt x="233088" y="36695"/>
                  </a:moveTo>
                  <a:lnTo>
                    <a:pt x="193526" y="46232"/>
                  </a:lnTo>
                  <a:lnTo>
                    <a:pt x="165845" y="72672"/>
                  </a:lnTo>
                  <a:lnTo>
                    <a:pt x="155798" y="110494"/>
                  </a:lnTo>
                  <a:lnTo>
                    <a:pt x="156442" y="120784"/>
                  </a:lnTo>
                  <a:lnTo>
                    <a:pt x="171400" y="156373"/>
                  </a:lnTo>
                  <a:lnTo>
                    <a:pt x="202607" y="178933"/>
                  </a:lnTo>
                  <a:lnTo>
                    <a:pt x="233088" y="184292"/>
                  </a:lnTo>
                  <a:lnTo>
                    <a:pt x="243785" y="183696"/>
                  </a:lnTo>
                  <a:lnTo>
                    <a:pt x="281002" y="169537"/>
                  </a:lnTo>
                  <a:lnTo>
                    <a:pt x="290662" y="160926"/>
                  </a:lnTo>
                  <a:lnTo>
                    <a:pt x="233088" y="160926"/>
                  </a:lnTo>
                  <a:lnTo>
                    <a:pt x="226092" y="160523"/>
                  </a:lnTo>
                  <a:lnTo>
                    <a:pt x="192806" y="141895"/>
                  </a:lnTo>
                  <a:lnTo>
                    <a:pt x="182656" y="110494"/>
                  </a:lnTo>
                  <a:lnTo>
                    <a:pt x="183066" y="103492"/>
                  </a:lnTo>
                  <a:lnTo>
                    <a:pt x="201822" y="70072"/>
                  </a:lnTo>
                  <a:lnTo>
                    <a:pt x="233088" y="60072"/>
                  </a:lnTo>
                  <a:lnTo>
                    <a:pt x="290667" y="60072"/>
                  </a:lnTo>
                  <a:lnTo>
                    <a:pt x="288385" y="57579"/>
                  </a:lnTo>
                  <a:lnTo>
                    <a:pt x="253944" y="39080"/>
                  </a:lnTo>
                  <a:lnTo>
                    <a:pt x="243785" y="37291"/>
                  </a:lnTo>
                  <a:lnTo>
                    <a:pt x="233088" y="36695"/>
                  </a:lnTo>
                  <a:close/>
                </a:path>
                <a:path w="899794" h="184784">
                  <a:moveTo>
                    <a:pt x="290667" y="60072"/>
                  </a:moveTo>
                  <a:lnTo>
                    <a:pt x="233088" y="60072"/>
                  </a:lnTo>
                  <a:lnTo>
                    <a:pt x="240080" y="60475"/>
                  </a:lnTo>
                  <a:lnTo>
                    <a:pt x="246716" y="61684"/>
                  </a:lnTo>
                  <a:lnTo>
                    <a:pt x="279845" y="90587"/>
                  </a:lnTo>
                  <a:lnTo>
                    <a:pt x="283510" y="110494"/>
                  </a:lnTo>
                  <a:lnTo>
                    <a:pt x="283101" y="117497"/>
                  </a:lnTo>
                  <a:lnTo>
                    <a:pt x="264346" y="150916"/>
                  </a:lnTo>
                  <a:lnTo>
                    <a:pt x="233088" y="160926"/>
                  </a:lnTo>
                  <a:lnTo>
                    <a:pt x="290662" y="160926"/>
                  </a:lnTo>
                  <a:lnTo>
                    <a:pt x="309745" y="120701"/>
                  </a:lnTo>
                  <a:lnTo>
                    <a:pt x="310368" y="110494"/>
                  </a:lnTo>
                  <a:lnTo>
                    <a:pt x="309740" y="100209"/>
                  </a:lnTo>
                  <a:lnTo>
                    <a:pt x="307857" y="90460"/>
                  </a:lnTo>
                  <a:lnTo>
                    <a:pt x="304718" y="81246"/>
                  </a:lnTo>
                  <a:lnTo>
                    <a:pt x="300321" y="72568"/>
                  </a:lnTo>
                  <a:lnTo>
                    <a:pt x="294828" y="64619"/>
                  </a:lnTo>
                  <a:lnTo>
                    <a:pt x="290667" y="60072"/>
                  </a:lnTo>
                  <a:close/>
                </a:path>
                <a:path w="899794" h="184784">
                  <a:moveTo>
                    <a:pt x="216757" y="0"/>
                  </a:moveTo>
                  <a:lnTo>
                    <a:pt x="209649" y="0"/>
                  </a:lnTo>
                  <a:lnTo>
                    <a:pt x="206710" y="1167"/>
                  </a:lnTo>
                  <a:lnTo>
                    <a:pt x="202062" y="5815"/>
                  </a:lnTo>
                  <a:lnTo>
                    <a:pt x="200905" y="8817"/>
                  </a:lnTo>
                  <a:lnTo>
                    <a:pt x="200905" y="16060"/>
                  </a:lnTo>
                  <a:lnTo>
                    <a:pt x="202062" y="18999"/>
                  </a:lnTo>
                  <a:lnTo>
                    <a:pt x="206710" y="23647"/>
                  </a:lnTo>
                  <a:lnTo>
                    <a:pt x="209649" y="24804"/>
                  </a:lnTo>
                  <a:lnTo>
                    <a:pt x="216757" y="24804"/>
                  </a:lnTo>
                  <a:lnTo>
                    <a:pt x="219686" y="23647"/>
                  </a:lnTo>
                  <a:lnTo>
                    <a:pt x="224334" y="18999"/>
                  </a:lnTo>
                  <a:lnTo>
                    <a:pt x="225501" y="16060"/>
                  </a:lnTo>
                  <a:lnTo>
                    <a:pt x="225501" y="8817"/>
                  </a:lnTo>
                  <a:lnTo>
                    <a:pt x="224334" y="5815"/>
                  </a:lnTo>
                  <a:lnTo>
                    <a:pt x="219686" y="1167"/>
                  </a:lnTo>
                  <a:lnTo>
                    <a:pt x="216757" y="0"/>
                  </a:lnTo>
                  <a:close/>
                </a:path>
                <a:path w="899794" h="184784">
                  <a:moveTo>
                    <a:pt x="256527" y="0"/>
                  </a:moveTo>
                  <a:lnTo>
                    <a:pt x="249420" y="0"/>
                  </a:lnTo>
                  <a:lnTo>
                    <a:pt x="246481" y="1167"/>
                  </a:lnTo>
                  <a:lnTo>
                    <a:pt x="241832" y="5815"/>
                  </a:lnTo>
                  <a:lnTo>
                    <a:pt x="240676" y="8817"/>
                  </a:lnTo>
                  <a:lnTo>
                    <a:pt x="240676" y="16060"/>
                  </a:lnTo>
                  <a:lnTo>
                    <a:pt x="241832" y="18999"/>
                  </a:lnTo>
                  <a:lnTo>
                    <a:pt x="246481" y="23647"/>
                  </a:lnTo>
                  <a:lnTo>
                    <a:pt x="249420" y="24804"/>
                  </a:lnTo>
                  <a:lnTo>
                    <a:pt x="256527" y="24804"/>
                  </a:lnTo>
                  <a:lnTo>
                    <a:pt x="259456" y="23647"/>
                  </a:lnTo>
                  <a:lnTo>
                    <a:pt x="264104" y="18999"/>
                  </a:lnTo>
                  <a:lnTo>
                    <a:pt x="265271" y="16060"/>
                  </a:lnTo>
                  <a:lnTo>
                    <a:pt x="265271" y="8817"/>
                  </a:lnTo>
                  <a:lnTo>
                    <a:pt x="264104" y="5815"/>
                  </a:lnTo>
                  <a:lnTo>
                    <a:pt x="259456" y="1167"/>
                  </a:lnTo>
                  <a:lnTo>
                    <a:pt x="256527" y="0"/>
                  </a:lnTo>
                  <a:close/>
                </a:path>
                <a:path w="899794" h="184784">
                  <a:moveTo>
                    <a:pt x="365313" y="38749"/>
                  </a:moveTo>
                  <a:lnTo>
                    <a:pt x="338653" y="38749"/>
                  </a:lnTo>
                  <a:lnTo>
                    <a:pt x="338653" y="182250"/>
                  </a:lnTo>
                  <a:lnTo>
                    <a:pt x="365313" y="182250"/>
                  </a:lnTo>
                  <a:lnTo>
                    <a:pt x="365313" y="120739"/>
                  </a:lnTo>
                  <a:lnTo>
                    <a:pt x="466167" y="120739"/>
                  </a:lnTo>
                  <a:lnTo>
                    <a:pt x="466167" y="97987"/>
                  </a:lnTo>
                  <a:lnTo>
                    <a:pt x="365313" y="97987"/>
                  </a:lnTo>
                  <a:lnTo>
                    <a:pt x="365313" y="38749"/>
                  </a:lnTo>
                  <a:close/>
                </a:path>
                <a:path w="899794" h="184784">
                  <a:moveTo>
                    <a:pt x="466167" y="120739"/>
                  </a:moveTo>
                  <a:lnTo>
                    <a:pt x="439517" y="120739"/>
                  </a:lnTo>
                  <a:lnTo>
                    <a:pt x="439517" y="182250"/>
                  </a:lnTo>
                  <a:lnTo>
                    <a:pt x="466167" y="182250"/>
                  </a:lnTo>
                  <a:lnTo>
                    <a:pt x="466167" y="120739"/>
                  </a:lnTo>
                  <a:close/>
                </a:path>
                <a:path w="899794" h="184784">
                  <a:moveTo>
                    <a:pt x="466167" y="38749"/>
                  </a:moveTo>
                  <a:lnTo>
                    <a:pt x="439517" y="38749"/>
                  </a:lnTo>
                  <a:lnTo>
                    <a:pt x="439517" y="97987"/>
                  </a:lnTo>
                  <a:lnTo>
                    <a:pt x="466167" y="97987"/>
                  </a:lnTo>
                  <a:lnTo>
                    <a:pt x="466167" y="38749"/>
                  </a:lnTo>
                  <a:close/>
                </a:path>
                <a:path w="899794" h="184784">
                  <a:moveTo>
                    <a:pt x="609470" y="38749"/>
                  </a:moveTo>
                  <a:lnTo>
                    <a:pt x="504707" y="38749"/>
                  </a:lnTo>
                  <a:lnTo>
                    <a:pt x="504707" y="182250"/>
                  </a:lnTo>
                  <a:lnTo>
                    <a:pt x="612336" y="182250"/>
                  </a:lnTo>
                  <a:lnTo>
                    <a:pt x="612336" y="159905"/>
                  </a:lnTo>
                  <a:lnTo>
                    <a:pt x="531356" y="159905"/>
                  </a:lnTo>
                  <a:lnTo>
                    <a:pt x="531356" y="120343"/>
                  </a:lnTo>
                  <a:lnTo>
                    <a:pt x="600642" y="120343"/>
                  </a:lnTo>
                  <a:lnTo>
                    <a:pt x="600642" y="98404"/>
                  </a:lnTo>
                  <a:lnTo>
                    <a:pt x="531356" y="98404"/>
                  </a:lnTo>
                  <a:lnTo>
                    <a:pt x="531356" y="61093"/>
                  </a:lnTo>
                  <a:lnTo>
                    <a:pt x="609470" y="61093"/>
                  </a:lnTo>
                  <a:lnTo>
                    <a:pt x="609470" y="38749"/>
                  </a:lnTo>
                  <a:close/>
                </a:path>
                <a:path w="899794" h="184784">
                  <a:moveTo>
                    <a:pt x="701090" y="38749"/>
                  </a:moveTo>
                  <a:lnTo>
                    <a:pt x="642059" y="38749"/>
                  </a:lnTo>
                  <a:lnTo>
                    <a:pt x="642059" y="182250"/>
                  </a:lnTo>
                  <a:lnTo>
                    <a:pt x="668698" y="182250"/>
                  </a:lnTo>
                  <a:lnTo>
                    <a:pt x="668698" y="140426"/>
                  </a:lnTo>
                  <a:lnTo>
                    <a:pt x="703560" y="140426"/>
                  </a:lnTo>
                  <a:lnTo>
                    <a:pt x="705404" y="140363"/>
                  </a:lnTo>
                  <a:lnTo>
                    <a:pt x="706634" y="140218"/>
                  </a:lnTo>
                  <a:lnTo>
                    <a:pt x="735219" y="140218"/>
                  </a:lnTo>
                  <a:lnTo>
                    <a:pt x="731637" y="135100"/>
                  </a:lnTo>
                  <a:lnTo>
                    <a:pt x="738587" y="131854"/>
                  </a:lnTo>
                  <a:lnTo>
                    <a:pt x="744681" y="127869"/>
                  </a:lnTo>
                  <a:lnTo>
                    <a:pt x="749917" y="123142"/>
                  </a:lnTo>
                  <a:lnTo>
                    <a:pt x="753643" y="118488"/>
                  </a:lnTo>
                  <a:lnTo>
                    <a:pt x="668698" y="118488"/>
                  </a:lnTo>
                  <a:lnTo>
                    <a:pt x="668698" y="61291"/>
                  </a:lnTo>
                  <a:lnTo>
                    <a:pt x="753874" y="61291"/>
                  </a:lnTo>
                  <a:lnTo>
                    <a:pt x="750713" y="57116"/>
                  </a:lnTo>
                  <a:lnTo>
                    <a:pt x="710120" y="39133"/>
                  </a:lnTo>
                  <a:lnTo>
                    <a:pt x="701090" y="38749"/>
                  </a:lnTo>
                  <a:close/>
                </a:path>
                <a:path w="899794" h="184784">
                  <a:moveTo>
                    <a:pt x="735219" y="140218"/>
                  </a:moveTo>
                  <a:lnTo>
                    <a:pt x="706634" y="140218"/>
                  </a:lnTo>
                  <a:lnTo>
                    <a:pt x="735951" y="182250"/>
                  </a:lnTo>
                  <a:lnTo>
                    <a:pt x="764643" y="182250"/>
                  </a:lnTo>
                  <a:lnTo>
                    <a:pt x="735219" y="140218"/>
                  </a:lnTo>
                  <a:close/>
                </a:path>
                <a:path w="899794" h="184784">
                  <a:moveTo>
                    <a:pt x="753874" y="61291"/>
                  </a:moveTo>
                  <a:lnTo>
                    <a:pt x="699870" y="61291"/>
                  </a:lnTo>
                  <a:lnTo>
                    <a:pt x="708054" y="61754"/>
                  </a:lnTo>
                  <a:lnTo>
                    <a:pt x="715188" y="63141"/>
                  </a:lnTo>
                  <a:lnTo>
                    <a:pt x="721271" y="65451"/>
                  </a:lnTo>
                  <a:lnTo>
                    <a:pt x="726301" y="68681"/>
                  </a:lnTo>
                  <a:lnTo>
                    <a:pt x="732324" y="73600"/>
                  </a:lnTo>
                  <a:lnTo>
                    <a:pt x="735326" y="80635"/>
                  </a:lnTo>
                  <a:lnTo>
                    <a:pt x="735326" y="98946"/>
                  </a:lnTo>
                  <a:lnTo>
                    <a:pt x="699870" y="118488"/>
                  </a:lnTo>
                  <a:lnTo>
                    <a:pt x="753643" y="118488"/>
                  </a:lnTo>
                  <a:lnTo>
                    <a:pt x="762184" y="89796"/>
                  </a:lnTo>
                  <a:lnTo>
                    <a:pt x="761722" y="82171"/>
                  </a:lnTo>
                  <a:lnTo>
                    <a:pt x="760339" y="75084"/>
                  </a:lnTo>
                  <a:lnTo>
                    <a:pt x="758033" y="68534"/>
                  </a:lnTo>
                  <a:lnTo>
                    <a:pt x="754805" y="62521"/>
                  </a:lnTo>
                  <a:lnTo>
                    <a:pt x="753874" y="61291"/>
                  </a:lnTo>
                  <a:close/>
                </a:path>
                <a:path w="899794" h="184784">
                  <a:moveTo>
                    <a:pt x="896659" y="38749"/>
                  </a:moveTo>
                  <a:lnTo>
                    <a:pt x="791907" y="38749"/>
                  </a:lnTo>
                  <a:lnTo>
                    <a:pt x="791907" y="182250"/>
                  </a:lnTo>
                  <a:lnTo>
                    <a:pt x="899525" y="182250"/>
                  </a:lnTo>
                  <a:lnTo>
                    <a:pt x="899525" y="159905"/>
                  </a:lnTo>
                  <a:lnTo>
                    <a:pt x="818556" y="159905"/>
                  </a:lnTo>
                  <a:lnTo>
                    <a:pt x="818556" y="120343"/>
                  </a:lnTo>
                  <a:lnTo>
                    <a:pt x="887852" y="120343"/>
                  </a:lnTo>
                  <a:lnTo>
                    <a:pt x="887852" y="98404"/>
                  </a:lnTo>
                  <a:lnTo>
                    <a:pt x="818556" y="98404"/>
                  </a:lnTo>
                  <a:lnTo>
                    <a:pt x="818556" y="61093"/>
                  </a:lnTo>
                  <a:lnTo>
                    <a:pt x="896659" y="61093"/>
                  </a:lnTo>
                  <a:lnTo>
                    <a:pt x="896659" y="38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bg object 18">
              <a:extLst>
                <a:ext uri="{FF2B5EF4-FFF2-40B4-BE49-F238E27FC236}">
                  <a16:creationId xmlns:a16="http://schemas.microsoft.com/office/drawing/2014/main" id="{3FADF484-D5C3-1AE1-920B-8B05F325DC9B}"/>
                </a:ext>
              </a:extLst>
            </p:cNvPr>
            <p:cNvSpPr/>
            <p:nvPr/>
          </p:nvSpPr>
          <p:spPr>
            <a:xfrm>
              <a:off x="1662657" y="686490"/>
              <a:ext cx="1377950" cy="147955"/>
            </a:xfrm>
            <a:custGeom>
              <a:avLst/>
              <a:gdLst/>
              <a:ahLst/>
              <a:cxnLst/>
              <a:rect l="l" t="t" r="r" b="b"/>
              <a:pathLst>
                <a:path w="1377950" h="147955">
                  <a:moveTo>
                    <a:pt x="74215" y="24595"/>
                  </a:moveTo>
                  <a:lnTo>
                    <a:pt x="47566" y="24595"/>
                  </a:lnTo>
                  <a:lnTo>
                    <a:pt x="47566" y="145543"/>
                  </a:lnTo>
                  <a:lnTo>
                    <a:pt x="74215" y="145543"/>
                  </a:lnTo>
                  <a:lnTo>
                    <a:pt x="74215" y="24595"/>
                  </a:lnTo>
                  <a:close/>
                </a:path>
                <a:path w="1377950" h="147955">
                  <a:moveTo>
                    <a:pt x="121771" y="2042"/>
                  </a:moveTo>
                  <a:lnTo>
                    <a:pt x="0" y="2042"/>
                  </a:lnTo>
                  <a:lnTo>
                    <a:pt x="0" y="24595"/>
                  </a:lnTo>
                  <a:lnTo>
                    <a:pt x="121771" y="24595"/>
                  </a:lnTo>
                  <a:lnTo>
                    <a:pt x="121771" y="2042"/>
                  </a:lnTo>
                  <a:close/>
                </a:path>
                <a:path w="1377950" h="147955">
                  <a:moveTo>
                    <a:pt x="246616" y="2042"/>
                  </a:moveTo>
                  <a:lnTo>
                    <a:pt x="141864" y="2042"/>
                  </a:lnTo>
                  <a:lnTo>
                    <a:pt x="141864" y="145543"/>
                  </a:lnTo>
                  <a:lnTo>
                    <a:pt x="249482" y="145543"/>
                  </a:lnTo>
                  <a:lnTo>
                    <a:pt x="249482" y="123198"/>
                  </a:lnTo>
                  <a:lnTo>
                    <a:pt x="168513" y="123198"/>
                  </a:lnTo>
                  <a:lnTo>
                    <a:pt x="168513" y="83636"/>
                  </a:lnTo>
                  <a:lnTo>
                    <a:pt x="237799" y="83636"/>
                  </a:lnTo>
                  <a:lnTo>
                    <a:pt x="237799" y="61698"/>
                  </a:lnTo>
                  <a:lnTo>
                    <a:pt x="168513" y="61698"/>
                  </a:lnTo>
                  <a:lnTo>
                    <a:pt x="168513" y="24387"/>
                  </a:lnTo>
                  <a:lnTo>
                    <a:pt x="246616" y="24387"/>
                  </a:lnTo>
                  <a:lnTo>
                    <a:pt x="246616" y="2042"/>
                  </a:lnTo>
                  <a:close/>
                </a:path>
                <a:path w="1377950" h="147955">
                  <a:moveTo>
                    <a:pt x="345834" y="0"/>
                  </a:moveTo>
                  <a:lnTo>
                    <a:pt x="306506" y="9568"/>
                  </a:lnTo>
                  <a:lnTo>
                    <a:pt x="274611" y="44545"/>
                  </a:lnTo>
                  <a:lnTo>
                    <a:pt x="268961" y="73798"/>
                  </a:lnTo>
                  <a:lnTo>
                    <a:pt x="269582" y="84084"/>
                  </a:lnTo>
                  <a:lnTo>
                    <a:pt x="284345" y="119673"/>
                  </a:lnTo>
                  <a:lnTo>
                    <a:pt x="315400" y="142232"/>
                  </a:lnTo>
                  <a:lnTo>
                    <a:pt x="345625" y="147596"/>
                  </a:lnTo>
                  <a:lnTo>
                    <a:pt x="354257" y="147212"/>
                  </a:lnTo>
                  <a:lnTo>
                    <a:pt x="391421" y="133911"/>
                  </a:lnTo>
                  <a:lnTo>
                    <a:pt x="402039" y="124220"/>
                  </a:lnTo>
                  <a:lnTo>
                    <a:pt x="347064" y="124220"/>
                  </a:lnTo>
                  <a:lnTo>
                    <a:pt x="339876" y="123817"/>
                  </a:lnTo>
                  <a:lnTo>
                    <a:pt x="305976" y="105257"/>
                  </a:lnTo>
                  <a:lnTo>
                    <a:pt x="295818" y="73798"/>
                  </a:lnTo>
                  <a:lnTo>
                    <a:pt x="296227" y="66712"/>
                  </a:lnTo>
                  <a:lnTo>
                    <a:pt x="315098" y="33361"/>
                  </a:lnTo>
                  <a:lnTo>
                    <a:pt x="347064" y="23366"/>
                  </a:lnTo>
                  <a:lnTo>
                    <a:pt x="402030" y="23366"/>
                  </a:lnTo>
                  <a:lnTo>
                    <a:pt x="397316" y="18486"/>
                  </a:lnTo>
                  <a:lnTo>
                    <a:pt x="362695" y="1534"/>
                  </a:lnTo>
                  <a:lnTo>
                    <a:pt x="354458" y="383"/>
                  </a:lnTo>
                  <a:lnTo>
                    <a:pt x="345834" y="0"/>
                  </a:lnTo>
                  <a:close/>
                </a:path>
                <a:path w="1377950" h="147955">
                  <a:moveTo>
                    <a:pt x="385396" y="107211"/>
                  </a:moveTo>
                  <a:lnTo>
                    <a:pt x="377155" y="114652"/>
                  </a:lnTo>
                  <a:lnTo>
                    <a:pt x="368020" y="119968"/>
                  </a:lnTo>
                  <a:lnTo>
                    <a:pt x="357989" y="123157"/>
                  </a:lnTo>
                  <a:lnTo>
                    <a:pt x="347064" y="124220"/>
                  </a:lnTo>
                  <a:lnTo>
                    <a:pt x="402039" y="124220"/>
                  </a:lnTo>
                  <a:lnTo>
                    <a:pt x="402623" y="123615"/>
                  </a:lnTo>
                  <a:lnTo>
                    <a:pt x="385396" y="107211"/>
                  </a:lnTo>
                  <a:close/>
                </a:path>
                <a:path w="1377950" h="147955">
                  <a:moveTo>
                    <a:pt x="402030" y="23366"/>
                  </a:moveTo>
                  <a:lnTo>
                    <a:pt x="347064" y="23366"/>
                  </a:lnTo>
                  <a:lnTo>
                    <a:pt x="357989" y="24417"/>
                  </a:lnTo>
                  <a:lnTo>
                    <a:pt x="368020" y="27570"/>
                  </a:lnTo>
                  <a:lnTo>
                    <a:pt x="377155" y="32823"/>
                  </a:lnTo>
                  <a:lnTo>
                    <a:pt x="385396" y="40176"/>
                  </a:lnTo>
                  <a:lnTo>
                    <a:pt x="402623" y="23981"/>
                  </a:lnTo>
                  <a:lnTo>
                    <a:pt x="402030" y="23366"/>
                  </a:lnTo>
                  <a:close/>
                </a:path>
                <a:path w="1377950" h="147955">
                  <a:moveTo>
                    <a:pt x="454890" y="2042"/>
                  </a:moveTo>
                  <a:lnTo>
                    <a:pt x="428241" y="2042"/>
                  </a:lnTo>
                  <a:lnTo>
                    <a:pt x="428241" y="145543"/>
                  </a:lnTo>
                  <a:lnTo>
                    <a:pt x="454890" y="145543"/>
                  </a:lnTo>
                  <a:lnTo>
                    <a:pt x="454890" y="84043"/>
                  </a:lnTo>
                  <a:lnTo>
                    <a:pt x="555754" y="84043"/>
                  </a:lnTo>
                  <a:lnTo>
                    <a:pt x="555754" y="61291"/>
                  </a:lnTo>
                  <a:lnTo>
                    <a:pt x="454890" y="61291"/>
                  </a:lnTo>
                  <a:lnTo>
                    <a:pt x="454890" y="2042"/>
                  </a:lnTo>
                  <a:close/>
                </a:path>
                <a:path w="1377950" h="147955">
                  <a:moveTo>
                    <a:pt x="555754" y="84043"/>
                  </a:moveTo>
                  <a:lnTo>
                    <a:pt x="529095" y="84043"/>
                  </a:lnTo>
                  <a:lnTo>
                    <a:pt x="529095" y="145543"/>
                  </a:lnTo>
                  <a:lnTo>
                    <a:pt x="555754" y="145543"/>
                  </a:lnTo>
                  <a:lnTo>
                    <a:pt x="555754" y="84043"/>
                  </a:lnTo>
                  <a:close/>
                </a:path>
                <a:path w="1377950" h="147955">
                  <a:moveTo>
                    <a:pt x="555754" y="2042"/>
                  </a:moveTo>
                  <a:lnTo>
                    <a:pt x="529095" y="2042"/>
                  </a:lnTo>
                  <a:lnTo>
                    <a:pt x="529095" y="61291"/>
                  </a:lnTo>
                  <a:lnTo>
                    <a:pt x="555754" y="61291"/>
                  </a:lnTo>
                  <a:lnTo>
                    <a:pt x="555754" y="2042"/>
                  </a:lnTo>
                  <a:close/>
                </a:path>
                <a:path w="1377950" h="147955">
                  <a:moveTo>
                    <a:pt x="616223" y="2042"/>
                  </a:moveTo>
                  <a:lnTo>
                    <a:pt x="594295" y="2042"/>
                  </a:lnTo>
                  <a:lnTo>
                    <a:pt x="594295" y="145543"/>
                  </a:lnTo>
                  <a:lnTo>
                    <a:pt x="620725" y="145543"/>
                  </a:lnTo>
                  <a:lnTo>
                    <a:pt x="620725" y="48379"/>
                  </a:lnTo>
                  <a:lnTo>
                    <a:pt x="653952" y="48379"/>
                  </a:lnTo>
                  <a:lnTo>
                    <a:pt x="616223" y="2042"/>
                  </a:lnTo>
                  <a:close/>
                </a:path>
                <a:path w="1377950" h="147955">
                  <a:moveTo>
                    <a:pt x="653952" y="48379"/>
                  </a:moveTo>
                  <a:lnTo>
                    <a:pt x="620725" y="48379"/>
                  </a:lnTo>
                  <a:lnTo>
                    <a:pt x="699860" y="145543"/>
                  </a:lnTo>
                  <a:lnTo>
                    <a:pt x="721798" y="145543"/>
                  </a:lnTo>
                  <a:lnTo>
                    <a:pt x="721798" y="99217"/>
                  </a:lnTo>
                  <a:lnTo>
                    <a:pt x="695347" y="99217"/>
                  </a:lnTo>
                  <a:lnTo>
                    <a:pt x="653952" y="48379"/>
                  </a:lnTo>
                  <a:close/>
                </a:path>
                <a:path w="1377950" h="147955">
                  <a:moveTo>
                    <a:pt x="721798" y="2042"/>
                  </a:moveTo>
                  <a:lnTo>
                    <a:pt x="695347" y="2042"/>
                  </a:lnTo>
                  <a:lnTo>
                    <a:pt x="695347" y="99217"/>
                  </a:lnTo>
                  <a:lnTo>
                    <a:pt x="721798" y="99217"/>
                  </a:lnTo>
                  <a:lnTo>
                    <a:pt x="721798" y="2042"/>
                  </a:lnTo>
                  <a:close/>
                </a:path>
                <a:path w="1377950" h="147955">
                  <a:moveTo>
                    <a:pt x="786988" y="2042"/>
                  </a:moveTo>
                  <a:lnTo>
                    <a:pt x="760339" y="2042"/>
                  </a:lnTo>
                  <a:lnTo>
                    <a:pt x="760339" y="145543"/>
                  </a:lnTo>
                  <a:lnTo>
                    <a:pt x="786988" y="145543"/>
                  </a:lnTo>
                  <a:lnTo>
                    <a:pt x="786988" y="2042"/>
                  </a:lnTo>
                  <a:close/>
                </a:path>
                <a:path w="1377950" h="147955">
                  <a:moveTo>
                    <a:pt x="822861" y="109671"/>
                  </a:moveTo>
                  <a:lnTo>
                    <a:pt x="813637" y="130379"/>
                  </a:lnTo>
                  <a:lnTo>
                    <a:pt x="818550" y="134080"/>
                  </a:lnTo>
                  <a:lnTo>
                    <a:pt x="824269" y="137397"/>
                  </a:lnTo>
                  <a:lnTo>
                    <a:pt x="861982" y="147301"/>
                  </a:lnTo>
                  <a:lnTo>
                    <a:pt x="870218" y="147596"/>
                  </a:lnTo>
                  <a:lnTo>
                    <a:pt x="879287" y="147237"/>
                  </a:lnTo>
                  <a:lnTo>
                    <a:pt x="917472" y="132901"/>
                  </a:lnTo>
                  <a:lnTo>
                    <a:pt x="922457" y="125460"/>
                  </a:lnTo>
                  <a:lnTo>
                    <a:pt x="870218" y="125460"/>
                  </a:lnTo>
                  <a:lnTo>
                    <a:pt x="863768" y="125184"/>
                  </a:lnTo>
                  <a:lnTo>
                    <a:pt x="828728" y="114319"/>
                  </a:lnTo>
                  <a:lnTo>
                    <a:pt x="822861" y="109671"/>
                  </a:lnTo>
                  <a:close/>
                </a:path>
                <a:path w="1377950" h="147955">
                  <a:moveTo>
                    <a:pt x="874523" y="0"/>
                  </a:moveTo>
                  <a:lnTo>
                    <a:pt x="833960" y="9567"/>
                  </a:lnTo>
                  <a:lnTo>
                    <a:pt x="816712" y="34913"/>
                  </a:lnTo>
                  <a:lnTo>
                    <a:pt x="816712" y="52266"/>
                  </a:lnTo>
                  <a:lnTo>
                    <a:pt x="846876" y="79434"/>
                  </a:lnTo>
                  <a:lnTo>
                    <a:pt x="875742" y="87190"/>
                  </a:lnTo>
                  <a:lnTo>
                    <a:pt x="881901" y="88899"/>
                  </a:lnTo>
                  <a:lnTo>
                    <a:pt x="890917" y="91911"/>
                  </a:lnTo>
                  <a:lnTo>
                    <a:pt x="894637" y="93985"/>
                  </a:lnTo>
                  <a:lnTo>
                    <a:pt x="900515" y="99311"/>
                  </a:lnTo>
                  <a:lnTo>
                    <a:pt x="901995" y="102698"/>
                  </a:lnTo>
                  <a:lnTo>
                    <a:pt x="901995" y="112401"/>
                  </a:lnTo>
                  <a:lnTo>
                    <a:pt x="899358" y="116914"/>
                  </a:lnTo>
                  <a:lnTo>
                    <a:pt x="888832" y="123751"/>
                  </a:lnTo>
                  <a:lnTo>
                    <a:pt x="880880" y="125460"/>
                  </a:lnTo>
                  <a:lnTo>
                    <a:pt x="922457" y="125460"/>
                  </a:lnTo>
                  <a:lnTo>
                    <a:pt x="926080" y="120051"/>
                  </a:lnTo>
                  <a:lnTo>
                    <a:pt x="928227" y="112881"/>
                  </a:lnTo>
                  <a:lnTo>
                    <a:pt x="928227" y="95663"/>
                  </a:lnTo>
                  <a:lnTo>
                    <a:pt x="897938" y="68638"/>
                  </a:lnTo>
                  <a:lnTo>
                    <a:pt x="869395" y="61021"/>
                  </a:lnTo>
                  <a:lnTo>
                    <a:pt x="863236" y="59311"/>
                  </a:lnTo>
                  <a:lnTo>
                    <a:pt x="854221" y="56299"/>
                  </a:lnTo>
                  <a:lnTo>
                    <a:pt x="850500" y="54246"/>
                  </a:lnTo>
                  <a:lnTo>
                    <a:pt x="844622" y="49056"/>
                  </a:lnTo>
                  <a:lnTo>
                    <a:pt x="843152" y="45711"/>
                  </a:lnTo>
                  <a:lnTo>
                    <a:pt x="843152" y="35737"/>
                  </a:lnTo>
                  <a:lnTo>
                    <a:pt x="845716" y="31026"/>
                  </a:lnTo>
                  <a:lnTo>
                    <a:pt x="855971" y="23918"/>
                  </a:lnTo>
                  <a:lnTo>
                    <a:pt x="863788" y="22136"/>
                  </a:lnTo>
                  <a:lnTo>
                    <a:pt x="918456" y="22136"/>
                  </a:lnTo>
                  <a:lnTo>
                    <a:pt x="922287" y="12704"/>
                  </a:lnTo>
                  <a:lnTo>
                    <a:pt x="881051" y="205"/>
                  </a:lnTo>
                  <a:lnTo>
                    <a:pt x="874523" y="0"/>
                  </a:lnTo>
                  <a:close/>
                </a:path>
                <a:path w="1377950" h="147955">
                  <a:moveTo>
                    <a:pt x="918456" y="22136"/>
                  </a:moveTo>
                  <a:lnTo>
                    <a:pt x="880734" y="22136"/>
                  </a:lnTo>
                  <a:lnTo>
                    <a:pt x="887363" y="23095"/>
                  </a:lnTo>
                  <a:lnTo>
                    <a:pt x="901036" y="26920"/>
                  </a:lnTo>
                  <a:lnTo>
                    <a:pt x="907592" y="29723"/>
                  </a:lnTo>
                  <a:lnTo>
                    <a:pt x="913876" y="33413"/>
                  </a:lnTo>
                  <a:lnTo>
                    <a:pt x="918456" y="22136"/>
                  </a:lnTo>
                  <a:close/>
                </a:path>
                <a:path w="1377950" h="147955">
                  <a:moveTo>
                    <a:pt x="1021296" y="0"/>
                  </a:moveTo>
                  <a:lnTo>
                    <a:pt x="981969" y="9568"/>
                  </a:lnTo>
                  <a:lnTo>
                    <a:pt x="950069" y="44545"/>
                  </a:lnTo>
                  <a:lnTo>
                    <a:pt x="944423" y="73798"/>
                  </a:lnTo>
                  <a:lnTo>
                    <a:pt x="945043" y="84084"/>
                  </a:lnTo>
                  <a:lnTo>
                    <a:pt x="959812" y="119673"/>
                  </a:lnTo>
                  <a:lnTo>
                    <a:pt x="990864" y="142232"/>
                  </a:lnTo>
                  <a:lnTo>
                    <a:pt x="1021088" y="147596"/>
                  </a:lnTo>
                  <a:lnTo>
                    <a:pt x="1029717" y="147212"/>
                  </a:lnTo>
                  <a:lnTo>
                    <a:pt x="1066882" y="133911"/>
                  </a:lnTo>
                  <a:lnTo>
                    <a:pt x="1077491" y="124220"/>
                  </a:lnTo>
                  <a:lnTo>
                    <a:pt x="1022526" y="124220"/>
                  </a:lnTo>
                  <a:lnTo>
                    <a:pt x="1015339" y="123817"/>
                  </a:lnTo>
                  <a:lnTo>
                    <a:pt x="981435" y="105257"/>
                  </a:lnTo>
                  <a:lnTo>
                    <a:pt x="971281" y="73798"/>
                  </a:lnTo>
                  <a:lnTo>
                    <a:pt x="971690" y="66712"/>
                  </a:lnTo>
                  <a:lnTo>
                    <a:pt x="990564" y="33361"/>
                  </a:lnTo>
                  <a:lnTo>
                    <a:pt x="1022526" y="23366"/>
                  </a:lnTo>
                  <a:lnTo>
                    <a:pt x="1077482" y="23366"/>
                  </a:lnTo>
                  <a:lnTo>
                    <a:pt x="1072774" y="18486"/>
                  </a:lnTo>
                  <a:lnTo>
                    <a:pt x="1038155" y="1534"/>
                  </a:lnTo>
                  <a:lnTo>
                    <a:pt x="1029916" y="383"/>
                  </a:lnTo>
                  <a:lnTo>
                    <a:pt x="1021296" y="0"/>
                  </a:lnTo>
                  <a:close/>
                </a:path>
                <a:path w="1377950" h="147955">
                  <a:moveTo>
                    <a:pt x="1060858" y="107211"/>
                  </a:moveTo>
                  <a:lnTo>
                    <a:pt x="1052622" y="114652"/>
                  </a:lnTo>
                  <a:lnTo>
                    <a:pt x="1043486" y="119968"/>
                  </a:lnTo>
                  <a:lnTo>
                    <a:pt x="1033453" y="123157"/>
                  </a:lnTo>
                  <a:lnTo>
                    <a:pt x="1022526" y="124220"/>
                  </a:lnTo>
                  <a:lnTo>
                    <a:pt x="1077491" y="124220"/>
                  </a:lnTo>
                  <a:lnTo>
                    <a:pt x="1078075" y="123615"/>
                  </a:lnTo>
                  <a:lnTo>
                    <a:pt x="1060858" y="107211"/>
                  </a:lnTo>
                  <a:close/>
                </a:path>
                <a:path w="1377950" h="147955">
                  <a:moveTo>
                    <a:pt x="1077482" y="23366"/>
                  </a:moveTo>
                  <a:lnTo>
                    <a:pt x="1022526" y="23366"/>
                  </a:lnTo>
                  <a:lnTo>
                    <a:pt x="1033453" y="24417"/>
                  </a:lnTo>
                  <a:lnTo>
                    <a:pt x="1043486" y="27570"/>
                  </a:lnTo>
                  <a:lnTo>
                    <a:pt x="1052622" y="32823"/>
                  </a:lnTo>
                  <a:lnTo>
                    <a:pt x="1060858" y="40176"/>
                  </a:lnTo>
                  <a:lnTo>
                    <a:pt x="1078075" y="23981"/>
                  </a:lnTo>
                  <a:lnTo>
                    <a:pt x="1077482" y="23366"/>
                  </a:lnTo>
                  <a:close/>
                </a:path>
                <a:path w="1377950" h="147955">
                  <a:moveTo>
                    <a:pt x="1130352" y="2042"/>
                  </a:moveTo>
                  <a:lnTo>
                    <a:pt x="1103703" y="2042"/>
                  </a:lnTo>
                  <a:lnTo>
                    <a:pt x="1103703" y="145543"/>
                  </a:lnTo>
                  <a:lnTo>
                    <a:pt x="1130352" y="145543"/>
                  </a:lnTo>
                  <a:lnTo>
                    <a:pt x="1130352" y="84043"/>
                  </a:lnTo>
                  <a:lnTo>
                    <a:pt x="1231217" y="84043"/>
                  </a:lnTo>
                  <a:lnTo>
                    <a:pt x="1231217" y="61291"/>
                  </a:lnTo>
                  <a:lnTo>
                    <a:pt x="1130352" y="61291"/>
                  </a:lnTo>
                  <a:lnTo>
                    <a:pt x="1130352" y="2042"/>
                  </a:lnTo>
                  <a:close/>
                </a:path>
                <a:path w="1377950" h="147955">
                  <a:moveTo>
                    <a:pt x="1231217" y="84043"/>
                  </a:moveTo>
                  <a:lnTo>
                    <a:pt x="1204557" y="84043"/>
                  </a:lnTo>
                  <a:lnTo>
                    <a:pt x="1204557" y="145543"/>
                  </a:lnTo>
                  <a:lnTo>
                    <a:pt x="1231217" y="145543"/>
                  </a:lnTo>
                  <a:lnTo>
                    <a:pt x="1231217" y="84043"/>
                  </a:lnTo>
                  <a:close/>
                </a:path>
                <a:path w="1377950" h="147955">
                  <a:moveTo>
                    <a:pt x="1231217" y="2042"/>
                  </a:moveTo>
                  <a:lnTo>
                    <a:pt x="1204557" y="2042"/>
                  </a:lnTo>
                  <a:lnTo>
                    <a:pt x="1204557" y="61291"/>
                  </a:lnTo>
                  <a:lnTo>
                    <a:pt x="1231217" y="61291"/>
                  </a:lnTo>
                  <a:lnTo>
                    <a:pt x="1231217" y="2042"/>
                  </a:lnTo>
                  <a:close/>
                </a:path>
                <a:path w="1377950" h="147955">
                  <a:moveTo>
                    <a:pt x="1374499" y="2042"/>
                  </a:moveTo>
                  <a:lnTo>
                    <a:pt x="1269747" y="2042"/>
                  </a:lnTo>
                  <a:lnTo>
                    <a:pt x="1269747" y="145543"/>
                  </a:lnTo>
                  <a:lnTo>
                    <a:pt x="1377375" y="145543"/>
                  </a:lnTo>
                  <a:lnTo>
                    <a:pt x="1377375" y="123198"/>
                  </a:lnTo>
                  <a:lnTo>
                    <a:pt x="1296407" y="123198"/>
                  </a:lnTo>
                  <a:lnTo>
                    <a:pt x="1296407" y="83636"/>
                  </a:lnTo>
                  <a:lnTo>
                    <a:pt x="1365692" y="83636"/>
                  </a:lnTo>
                  <a:lnTo>
                    <a:pt x="1365692" y="61698"/>
                  </a:lnTo>
                  <a:lnTo>
                    <a:pt x="1296407" y="61698"/>
                  </a:lnTo>
                  <a:lnTo>
                    <a:pt x="1296407" y="24387"/>
                  </a:lnTo>
                  <a:lnTo>
                    <a:pt x="1374499" y="24387"/>
                  </a:lnTo>
                  <a:lnTo>
                    <a:pt x="1374499" y="204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bg object 19">
              <a:extLst>
                <a:ext uri="{FF2B5EF4-FFF2-40B4-BE49-F238E27FC236}">
                  <a16:creationId xmlns:a16="http://schemas.microsoft.com/office/drawing/2014/main" id="{C8B777A6-F5C8-6AED-1191-32ED4328D06A}"/>
                </a:ext>
              </a:extLst>
            </p:cNvPr>
            <p:cNvSpPr/>
            <p:nvPr/>
          </p:nvSpPr>
          <p:spPr>
            <a:xfrm>
              <a:off x="1681099" y="942733"/>
              <a:ext cx="2425065" cy="147955"/>
            </a:xfrm>
            <a:custGeom>
              <a:avLst/>
              <a:gdLst/>
              <a:ahLst/>
              <a:cxnLst/>
              <a:rect l="l" t="t" r="r" b="b"/>
              <a:pathLst>
                <a:path w="2425065" h="147955">
                  <a:moveTo>
                    <a:pt x="127508" y="97599"/>
                  </a:moveTo>
                  <a:lnTo>
                    <a:pt x="125183" y="90030"/>
                  </a:lnTo>
                  <a:lnTo>
                    <a:pt x="120002" y="83248"/>
                  </a:lnTo>
                  <a:lnTo>
                    <a:pt x="115900" y="77863"/>
                  </a:lnTo>
                  <a:lnTo>
                    <a:pt x="109613" y="73533"/>
                  </a:lnTo>
                  <a:lnTo>
                    <a:pt x="101676" y="70942"/>
                  </a:lnTo>
                  <a:lnTo>
                    <a:pt x="107429" y="67919"/>
                  </a:lnTo>
                  <a:lnTo>
                    <a:pt x="111937" y="63677"/>
                  </a:lnTo>
                  <a:lnTo>
                    <a:pt x="112636" y="62522"/>
                  </a:lnTo>
                  <a:lnTo>
                    <a:pt x="118491" y="52768"/>
                  </a:lnTo>
                  <a:lnTo>
                    <a:pt x="120142" y="46469"/>
                  </a:lnTo>
                  <a:lnTo>
                    <a:pt x="120142" y="39370"/>
                  </a:lnTo>
                  <a:lnTo>
                    <a:pt x="119278" y="31127"/>
                  </a:lnTo>
                  <a:lnTo>
                    <a:pt x="116700" y="23812"/>
                  </a:lnTo>
                  <a:lnTo>
                    <a:pt x="116128" y="22974"/>
                  </a:lnTo>
                  <a:lnTo>
                    <a:pt x="112407" y="17437"/>
                  </a:lnTo>
                  <a:lnTo>
                    <a:pt x="106387" y="11988"/>
                  </a:lnTo>
                  <a:lnTo>
                    <a:pt x="100660" y="8724"/>
                  </a:lnTo>
                  <a:lnTo>
                    <a:pt x="100660" y="103936"/>
                  </a:lnTo>
                  <a:lnTo>
                    <a:pt x="98729" y="112991"/>
                  </a:lnTo>
                  <a:lnTo>
                    <a:pt x="92925" y="119468"/>
                  </a:lnTo>
                  <a:lnTo>
                    <a:pt x="83248" y="123355"/>
                  </a:lnTo>
                  <a:lnTo>
                    <a:pt x="69710" y="124650"/>
                  </a:lnTo>
                  <a:lnTo>
                    <a:pt x="26657" y="124650"/>
                  </a:lnTo>
                  <a:lnTo>
                    <a:pt x="26657" y="83248"/>
                  </a:lnTo>
                  <a:lnTo>
                    <a:pt x="69710" y="83248"/>
                  </a:lnTo>
                  <a:lnTo>
                    <a:pt x="83248" y="84531"/>
                  </a:lnTo>
                  <a:lnTo>
                    <a:pt x="92925" y="88417"/>
                  </a:lnTo>
                  <a:lnTo>
                    <a:pt x="98729" y="94881"/>
                  </a:lnTo>
                  <a:lnTo>
                    <a:pt x="100660" y="103936"/>
                  </a:lnTo>
                  <a:lnTo>
                    <a:pt x="100660" y="8724"/>
                  </a:lnTo>
                  <a:lnTo>
                    <a:pt x="98793" y="7645"/>
                  </a:lnTo>
                  <a:lnTo>
                    <a:pt x="93281" y="5765"/>
                  </a:lnTo>
                  <a:lnTo>
                    <a:pt x="93281" y="36296"/>
                  </a:lnTo>
                  <a:lnTo>
                    <a:pt x="93281" y="49263"/>
                  </a:lnTo>
                  <a:lnTo>
                    <a:pt x="90779" y="54152"/>
                  </a:lnTo>
                  <a:lnTo>
                    <a:pt x="80810" y="60858"/>
                  </a:lnTo>
                  <a:lnTo>
                    <a:pt x="73672" y="62522"/>
                  </a:lnTo>
                  <a:lnTo>
                    <a:pt x="26657" y="62522"/>
                  </a:lnTo>
                  <a:lnTo>
                    <a:pt x="26657" y="22974"/>
                  </a:lnTo>
                  <a:lnTo>
                    <a:pt x="73672" y="22974"/>
                  </a:lnTo>
                  <a:lnTo>
                    <a:pt x="80810" y="24638"/>
                  </a:lnTo>
                  <a:lnTo>
                    <a:pt x="90779" y="31343"/>
                  </a:lnTo>
                  <a:lnTo>
                    <a:pt x="93281" y="36296"/>
                  </a:lnTo>
                  <a:lnTo>
                    <a:pt x="93281" y="5765"/>
                  </a:lnTo>
                  <a:lnTo>
                    <a:pt x="89738" y="4546"/>
                  </a:lnTo>
                  <a:lnTo>
                    <a:pt x="79222" y="2667"/>
                  </a:lnTo>
                  <a:lnTo>
                    <a:pt x="67246" y="2044"/>
                  </a:lnTo>
                  <a:lnTo>
                    <a:pt x="0" y="2044"/>
                  </a:lnTo>
                  <a:lnTo>
                    <a:pt x="0" y="145554"/>
                  </a:lnTo>
                  <a:lnTo>
                    <a:pt x="71348" y="145554"/>
                  </a:lnTo>
                  <a:lnTo>
                    <a:pt x="113169" y="135394"/>
                  </a:lnTo>
                  <a:lnTo>
                    <a:pt x="122897" y="124650"/>
                  </a:lnTo>
                  <a:lnTo>
                    <a:pt x="123926" y="123126"/>
                  </a:lnTo>
                  <a:lnTo>
                    <a:pt x="126606" y="115404"/>
                  </a:lnTo>
                  <a:lnTo>
                    <a:pt x="127508" y="106616"/>
                  </a:lnTo>
                  <a:lnTo>
                    <a:pt x="127508" y="97599"/>
                  </a:lnTo>
                  <a:close/>
                </a:path>
                <a:path w="2425065" h="147955">
                  <a:moveTo>
                    <a:pt x="280441" y="2044"/>
                  </a:moveTo>
                  <a:lnTo>
                    <a:pt x="254203" y="2044"/>
                  </a:lnTo>
                  <a:lnTo>
                    <a:pt x="254076" y="83032"/>
                  </a:lnTo>
                  <a:lnTo>
                    <a:pt x="251929" y="100482"/>
                  </a:lnTo>
                  <a:lnTo>
                    <a:pt x="245122" y="113665"/>
                  </a:lnTo>
                  <a:lnTo>
                    <a:pt x="233794" y="121589"/>
                  </a:lnTo>
                  <a:lnTo>
                    <a:pt x="217919" y="124218"/>
                  </a:lnTo>
                  <a:lnTo>
                    <a:pt x="201955" y="121589"/>
                  </a:lnTo>
                  <a:lnTo>
                    <a:pt x="190550" y="113665"/>
                  </a:lnTo>
                  <a:lnTo>
                    <a:pt x="183705" y="100482"/>
                  </a:lnTo>
                  <a:lnTo>
                    <a:pt x="181432" y="82003"/>
                  </a:lnTo>
                  <a:lnTo>
                    <a:pt x="181432" y="2044"/>
                  </a:lnTo>
                  <a:lnTo>
                    <a:pt x="154774" y="2044"/>
                  </a:lnTo>
                  <a:lnTo>
                    <a:pt x="154774" y="83032"/>
                  </a:lnTo>
                  <a:lnTo>
                    <a:pt x="155816" y="97713"/>
                  </a:lnTo>
                  <a:lnTo>
                    <a:pt x="180505" y="138201"/>
                  </a:lnTo>
                  <a:lnTo>
                    <a:pt x="217703" y="147599"/>
                  </a:lnTo>
                  <a:lnTo>
                    <a:pt x="231749" y="146558"/>
                  </a:lnTo>
                  <a:lnTo>
                    <a:pt x="269138" y="124218"/>
                  </a:lnTo>
                  <a:lnTo>
                    <a:pt x="280441" y="83032"/>
                  </a:lnTo>
                  <a:lnTo>
                    <a:pt x="280441" y="2044"/>
                  </a:lnTo>
                  <a:close/>
                </a:path>
                <a:path w="2425065" h="147955">
                  <a:moveTo>
                    <a:pt x="445249" y="2044"/>
                  </a:moveTo>
                  <a:lnTo>
                    <a:pt x="418807" y="2044"/>
                  </a:lnTo>
                  <a:lnTo>
                    <a:pt x="418807" y="99212"/>
                  </a:lnTo>
                  <a:lnTo>
                    <a:pt x="377418" y="48387"/>
                  </a:lnTo>
                  <a:lnTo>
                    <a:pt x="339674" y="2044"/>
                  </a:lnTo>
                  <a:lnTo>
                    <a:pt x="317754" y="2044"/>
                  </a:lnTo>
                  <a:lnTo>
                    <a:pt x="317754" y="145554"/>
                  </a:lnTo>
                  <a:lnTo>
                    <a:pt x="344195" y="145554"/>
                  </a:lnTo>
                  <a:lnTo>
                    <a:pt x="344195" y="48387"/>
                  </a:lnTo>
                  <a:lnTo>
                    <a:pt x="423316" y="145554"/>
                  </a:lnTo>
                  <a:lnTo>
                    <a:pt x="445249" y="145554"/>
                  </a:lnTo>
                  <a:lnTo>
                    <a:pt x="445249" y="99212"/>
                  </a:lnTo>
                  <a:lnTo>
                    <a:pt x="445249" y="2044"/>
                  </a:lnTo>
                  <a:close/>
                </a:path>
                <a:path w="2425065" h="147955">
                  <a:moveTo>
                    <a:pt x="624827" y="73799"/>
                  </a:moveTo>
                  <a:lnTo>
                    <a:pt x="614997" y="36195"/>
                  </a:lnTo>
                  <a:lnTo>
                    <a:pt x="597979" y="17678"/>
                  </a:lnTo>
                  <a:lnTo>
                    <a:pt x="597979" y="73799"/>
                  </a:lnTo>
                  <a:lnTo>
                    <a:pt x="597573" y="80962"/>
                  </a:lnTo>
                  <a:lnTo>
                    <a:pt x="573074" y="116954"/>
                  </a:lnTo>
                  <a:lnTo>
                    <a:pt x="545299" y="122999"/>
                  </a:lnTo>
                  <a:lnTo>
                    <a:pt x="510438" y="122999"/>
                  </a:lnTo>
                  <a:lnTo>
                    <a:pt x="510438" y="24625"/>
                  </a:lnTo>
                  <a:lnTo>
                    <a:pt x="545299" y="24625"/>
                  </a:lnTo>
                  <a:lnTo>
                    <a:pt x="587209" y="40424"/>
                  </a:lnTo>
                  <a:lnTo>
                    <a:pt x="597979" y="73799"/>
                  </a:lnTo>
                  <a:lnTo>
                    <a:pt x="597979" y="17678"/>
                  </a:lnTo>
                  <a:lnTo>
                    <a:pt x="557682" y="2603"/>
                  </a:lnTo>
                  <a:lnTo>
                    <a:pt x="546519" y="2044"/>
                  </a:lnTo>
                  <a:lnTo>
                    <a:pt x="483793" y="2044"/>
                  </a:lnTo>
                  <a:lnTo>
                    <a:pt x="483793" y="145554"/>
                  </a:lnTo>
                  <a:lnTo>
                    <a:pt x="546519" y="145554"/>
                  </a:lnTo>
                  <a:lnTo>
                    <a:pt x="587311" y="136639"/>
                  </a:lnTo>
                  <a:lnTo>
                    <a:pt x="619302" y="102958"/>
                  </a:lnTo>
                  <a:lnTo>
                    <a:pt x="624217" y="84150"/>
                  </a:lnTo>
                  <a:lnTo>
                    <a:pt x="624827" y="73799"/>
                  </a:lnTo>
                  <a:close/>
                </a:path>
                <a:path w="2425065" h="147955">
                  <a:moveTo>
                    <a:pt x="760742" y="123215"/>
                  </a:moveTo>
                  <a:lnTo>
                    <a:pt x="679767" y="123215"/>
                  </a:lnTo>
                  <a:lnTo>
                    <a:pt x="679767" y="83642"/>
                  </a:lnTo>
                  <a:lnTo>
                    <a:pt x="749071" y="83642"/>
                  </a:lnTo>
                  <a:lnTo>
                    <a:pt x="749071" y="61696"/>
                  </a:lnTo>
                  <a:lnTo>
                    <a:pt x="679767" y="61696"/>
                  </a:lnTo>
                  <a:lnTo>
                    <a:pt x="679767" y="24396"/>
                  </a:lnTo>
                  <a:lnTo>
                    <a:pt x="757872" y="24396"/>
                  </a:lnTo>
                  <a:lnTo>
                    <a:pt x="757872" y="2044"/>
                  </a:lnTo>
                  <a:lnTo>
                    <a:pt x="653122" y="2044"/>
                  </a:lnTo>
                  <a:lnTo>
                    <a:pt x="653122" y="145554"/>
                  </a:lnTo>
                  <a:lnTo>
                    <a:pt x="760742" y="145554"/>
                  </a:lnTo>
                  <a:lnTo>
                    <a:pt x="760742" y="123215"/>
                  </a:lnTo>
                  <a:close/>
                </a:path>
                <a:path w="2425065" h="147955">
                  <a:moveTo>
                    <a:pt x="892975" y="95681"/>
                  </a:moveTo>
                  <a:lnTo>
                    <a:pt x="862685" y="68643"/>
                  </a:lnTo>
                  <a:lnTo>
                    <a:pt x="834136" y="61036"/>
                  </a:lnTo>
                  <a:lnTo>
                    <a:pt x="827976" y="59321"/>
                  </a:lnTo>
                  <a:lnTo>
                    <a:pt x="818972" y="56311"/>
                  </a:lnTo>
                  <a:lnTo>
                    <a:pt x="815238" y="54267"/>
                  </a:lnTo>
                  <a:lnTo>
                    <a:pt x="809371" y="49060"/>
                  </a:lnTo>
                  <a:lnTo>
                    <a:pt x="807885" y="45720"/>
                  </a:lnTo>
                  <a:lnTo>
                    <a:pt x="807885" y="35737"/>
                  </a:lnTo>
                  <a:lnTo>
                    <a:pt x="810450" y="31026"/>
                  </a:lnTo>
                  <a:lnTo>
                    <a:pt x="820712" y="23926"/>
                  </a:lnTo>
                  <a:lnTo>
                    <a:pt x="828535" y="22148"/>
                  </a:lnTo>
                  <a:lnTo>
                    <a:pt x="845464" y="22148"/>
                  </a:lnTo>
                  <a:lnTo>
                    <a:pt x="852093" y="23101"/>
                  </a:lnTo>
                  <a:lnTo>
                    <a:pt x="865771" y="26936"/>
                  </a:lnTo>
                  <a:lnTo>
                    <a:pt x="872324" y="29743"/>
                  </a:lnTo>
                  <a:lnTo>
                    <a:pt x="878624" y="33426"/>
                  </a:lnTo>
                  <a:lnTo>
                    <a:pt x="883196" y="22148"/>
                  </a:lnTo>
                  <a:lnTo>
                    <a:pt x="845794" y="203"/>
                  </a:lnTo>
                  <a:lnTo>
                    <a:pt x="839254" y="0"/>
                  </a:lnTo>
                  <a:lnTo>
                    <a:pt x="830199" y="368"/>
                  </a:lnTo>
                  <a:lnTo>
                    <a:pt x="792213" y="14732"/>
                  </a:lnTo>
                  <a:lnTo>
                    <a:pt x="781456" y="34912"/>
                  </a:lnTo>
                  <a:lnTo>
                    <a:pt x="781456" y="52285"/>
                  </a:lnTo>
                  <a:lnTo>
                    <a:pt x="811618" y="79451"/>
                  </a:lnTo>
                  <a:lnTo>
                    <a:pt x="840486" y="87210"/>
                  </a:lnTo>
                  <a:lnTo>
                    <a:pt x="846632" y="88912"/>
                  </a:lnTo>
                  <a:lnTo>
                    <a:pt x="855662" y="91922"/>
                  </a:lnTo>
                  <a:lnTo>
                    <a:pt x="859383" y="93992"/>
                  </a:lnTo>
                  <a:lnTo>
                    <a:pt x="865263" y="99326"/>
                  </a:lnTo>
                  <a:lnTo>
                    <a:pt x="866736" y="102717"/>
                  </a:lnTo>
                  <a:lnTo>
                    <a:pt x="866736" y="112407"/>
                  </a:lnTo>
                  <a:lnTo>
                    <a:pt x="864095" y="116916"/>
                  </a:lnTo>
                  <a:lnTo>
                    <a:pt x="853579" y="123761"/>
                  </a:lnTo>
                  <a:lnTo>
                    <a:pt x="845616" y="125476"/>
                  </a:lnTo>
                  <a:lnTo>
                    <a:pt x="834948" y="125476"/>
                  </a:lnTo>
                  <a:lnTo>
                    <a:pt x="793470" y="114325"/>
                  </a:lnTo>
                  <a:lnTo>
                    <a:pt x="787603" y="109689"/>
                  </a:lnTo>
                  <a:lnTo>
                    <a:pt x="778370" y="130378"/>
                  </a:lnTo>
                  <a:lnTo>
                    <a:pt x="818629" y="146431"/>
                  </a:lnTo>
                  <a:lnTo>
                    <a:pt x="834948" y="147599"/>
                  </a:lnTo>
                  <a:lnTo>
                    <a:pt x="844029" y="147243"/>
                  </a:lnTo>
                  <a:lnTo>
                    <a:pt x="882205" y="132918"/>
                  </a:lnTo>
                  <a:lnTo>
                    <a:pt x="892975" y="112890"/>
                  </a:lnTo>
                  <a:lnTo>
                    <a:pt x="892975" y="95681"/>
                  </a:lnTo>
                  <a:close/>
                </a:path>
                <a:path w="2425065" h="147955">
                  <a:moveTo>
                    <a:pt x="1021105" y="122999"/>
                  </a:moveTo>
                  <a:lnTo>
                    <a:pt x="946061" y="122999"/>
                  </a:lnTo>
                  <a:lnTo>
                    <a:pt x="946061" y="2044"/>
                  </a:lnTo>
                  <a:lnTo>
                    <a:pt x="919416" y="2044"/>
                  </a:lnTo>
                  <a:lnTo>
                    <a:pt x="919416" y="145554"/>
                  </a:lnTo>
                  <a:lnTo>
                    <a:pt x="1021105" y="145554"/>
                  </a:lnTo>
                  <a:lnTo>
                    <a:pt x="1021105" y="122999"/>
                  </a:lnTo>
                  <a:close/>
                </a:path>
                <a:path w="2425065" h="147955">
                  <a:moveTo>
                    <a:pt x="1149832" y="123215"/>
                  </a:moveTo>
                  <a:lnTo>
                    <a:pt x="1068857" y="123215"/>
                  </a:lnTo>
                  <a:lnTo>
                    <a:pt x="1068857" y="83642"/>
                  </a:lnTo>
                  <a:lnTo>
                    <a:pt x="1138148" y="83642"/>
                  </a:lnTo>
                  <a:lnTo>
                    <a:pt x="1138148" y="61696"/>
                  </a:lnTo>
                  <a:lnTo>
                    <a:pt x="1068857" y="61696"/>
                  </a:lnTo>
                  <a:lnTo>
                    <a:pt x="1068857" y="24396"/>
                  </a:lnTo>
                  <a:lnTo>
                    <a:pt x="1146975" y="24396"/>
                  </a:lnTo>
                  <a:lnTo>
                    <a:pt x="1146975" y="2044"/>
                  </a:lnTo>
                  <a:lnTo>
                    <a:pt x="1042200" y="2044"/>
                  </a:lnTo>
                  <a:lnTo>
                    <a:pt x="1042200" y="145554"/>
                  </a:lnTo>
                  <a:lnTo>
                    <a:pt x="1149832" y="145554"/>
                  </a:lnTo>
                  <a:lnTo>
                    <a:pt x="1149832" y="123215"/>
                  </a:lnTo>
                  <a:close/>
                </a:path>
                <a:path w="2425065" h="147955">
                  <a:moveTo>
                    <a:pt x="1307071" y="2044"/>
                  </a:moveTo>
                  <a:lnTo>
                    <a:pt x="1280414" y="2044"/>
                  </a:lnTo>
                  <a:lnTo>
                    <a:pt x="1280414" y="61302"/>
                  </a:lnTo>
                  <a:lnTo>
                    <a:pt x="1206195" y="61302"/>
                  </a:lnTo>
                  <a:lnTo>
                    <a:pt x="1206195" y="2044"/>
                  </a:lnTo>
                  <a:lnTo>
                    <a:pt x="1179563" y="2044"/>
                  </a:lnTo>
                  <a:lnTo>
                    <a:pt x="1179563" y="145554"/>
                  </a:lnTo>
                  <a:lnTo>
                    <a:pt x="1206195" y="145554"/>
                  </a:lnTo>
                  <a:lnTo>
                    <a:pt x="1206195" y="84074"/>
                  </a:lnTo>
                  <a:lnTo>
                    <a:pt x="1280414" y="84074"/>
                  </a:lnTo>
                  <a:lnTo>
                    <a:pt x="1280414" y="145554"/>
                  </a:lnTo>
                  <a:lnTo>
                    <a:pt x="1307071" y="145554"/>
                  </a:lnTo>
                  <a:lnTo>
                    <a:pt x="1307071" y="84074"/>
                  </a:lnTo>
                  <a:lnTo>
                    <a:pt x="1307071" y="61302"/>
                  </a:lnTo>
                  <a:lnTo>
                    <a:pt x="1307071" y="2044"/>
                  </a:lnTo>
                  <a:close/>
                </a:path>
                <a:path w="2425065" h="147955">
                  <a:moveTo>
                    <a:pt x="1468196" y="145554"/>
                  </a:moveTo>
                  <a:lnTo>
                    <a:pt x="1438770" y="103530"/>
                  </a:lnTo>
                  <a:lnTo>
                    <a:pt x="1435188" y="98425"/>
                  </a:lnTo>
                  <a:lnTo>
                    <a:pt x="1442135" y="95173"/>
                  </a:lnTo>
                  <a:lnTo>
                    <a:pt x="1448231" y="91186"/>
                  </a:lnTo>
                  <a:lnTo>
                    <a:pt x="1453464" y="86448"/>
                  </a:lnTo>
                  <a:lnTo>
                    <a:pt x="1457172" y="81800"/>
                  </a:lnTo>
                  <a:lnTo>
                    <a:pt x="1457833" y="80987"/>
                  </a:lnTo>
                  <a:lnTo>
                    <a:pt x="1461287" y="74853"/>
                  </a:lnTo>
                  <a:lnTo>
                    <a:pt x="1463763" y="68173"/>
                  </a:lnTo>
                  <a:lnTo>
                    <a:pt x="1465237" y="60921"/>
                  </a:lnTo>
                  <a:lnTo>
                    <a:pt x="1465732" y="53098"/>
                  </a:lnTo>
                  <a:lnTo>
                    <a:pt x="1465275" y="45478"/>
                  </a:lnTo>
                  <a:lnTo>
                    <a:pt x="1463890" y="38392"/>
                  </a:lnTo>
                  <a:lnTo>
                    <a:pt x="1461579" y="31851"/>
                  </a:lnTo>
                  <a:lnTo>
                    <a:pt x="1458353" y="25844"/>
                  </a:lnTo>
                  <a:lnTo>
                    <a:pt x="1457426" y="24625"/>
                  </a:lnTo>
                  <a:lnTo>
                    <a:pt x="1454251" y="20434"/>
                  </a:lnTo>
                  <a:lnTo>
                    <a:pt x="1449362" y="15697"/>
                  </a:lnTo>
                  <a:lnTo>
                    <a:pt x="1443647" y="11620"/>
                  </a:lnTo>
                  <a:lnTo>
                    <a:pt x="1438884" y="9131"/>
                  </a:lnTo>
                  <a:lnTo>
                    <a:pt x="1438884" y="43942"/>
                  </a:lnTo>
                  <a:lnTo>
                    <a:pt x="1438884" y="62255"/>
                  </a:lnTo>
                  <a:lnTo>
                    <a:pt x="1403413" y="81800"/>
                  </a:lnTo>
                  <a:lnTo>
                    <a:pt x="1372260" y="81800"/>
                  </a:lnTo>
                  <a:lnTo>
                    <a:pt x="1372260" y="24625"/>
                  </a:lnTo>
                  <a:lnTo>
                    <a:pt x="1403413" y="24625"/>
                  </a:lnTo>
                  <a:lnTo>
                    <a:pt x="1438884" y="43942"/>
                  </a:lnTo>
                  <a:lnTo>
                    <a:pt x="1438884" y="9131"/>
                  </a:lnTo>
                  <a:lnTo>
                    <a:pt x="1404645" y="2044"/>
                  </a:lnTo>
                  <a:lnTo>
                    <a:pt x="1345603" y="2044"/>
                  </a:lnTo>
                  <a:lnTo>
                    <a:pt x="1345603" y="145554"/>
                  </a:lnTo>
                  <a:lnTo>
                    <a:pt x="1372260" y="145554"/>
                  </a:lnTo>
                  <a:lnTo>
                    <a:pt x="1372260" y="103746"/>
                  </a:lnTo>
                  <a:lnTo>
                    <a:pt x="1407109" y="103746"/>
                  </a:lnTo>
                  <a:lnTo>
                    <a:pt x="1408950" y="103657"/>
                  </a:lnTo>
                  <a:lnTo>
                    <a:pt x="1410182" y="103530"/>
                  </a:lnTo>
                  <a:lnTo>
                    <a:pt x="1439494" y="145554"/>
                  </a:lnTo>
                  <a:lnTo>
                    <a:pt x="1468196" y="145554"/>
                  </a:lnTo>
                  <a:close/>
                </a:path>
                <a:path w="2425065" h="147955">
                  <a:moveTo>
                    <a:pt x="1630743" y="145554"/>
                  </a:moveTo>
                  <a:lnTo>
                    <a:pt x="1615757" y="112344"/>
                  </a:lnTo>
                  <a:lnTo>
                    <a:pt x="1606321" y="91440"/>
                  </a:lnTo>
                  <a:lnTo>
                    <a:pt x="1579714" y="32473"/>
                  </a:lnTo>
                  <a:lnTo>
                    <a:pt x="1579714" y="91440"/>
                  </a:lnTo>
                  <a:lnTo>
                    <a:pt x="1525803" y="91440"/>
                  </a:lnTo>
                  <a:lnTo>
                    <a:pt x="1552651" y="28702"/>
                  </a:lnTo>
                  <a:lnTo>
                    <a:pt x="1579714" y="91440"/>
                  </a:lnTo>
                  <a:lnTo>
                    <a:pt x="1579714" y="32473"/>
                  </a:lnTo>
                  <a:lnTo>
                    <a:pt x="1578013" y="28702"/>
                  </a:lnTo>
                  <a:lnTo>
                    <a:pt x="1565973" y="2044"/>
                  </a:lnTo>
                  <a:lnTo>
                    <a:pt x="1539735" y="2044"/>
                  </a:lnTo>
                  <a:lnTo>
                    <a:pt x="1475155" y="145554"/>
                  </a:lnTo>
                  <a:lnTo>
                    <a:pt x="1502625" y="145554"/>
                  </a:lnTo>
                  <a:lnTo>
                    <a:pt x="1516773" y="112344"/>
                  </a:lnTo>
                  <a:lnTo>
                    <a:pt x="1588516" y="112344"/>
                  </a:lnTo>
                  <a:lnTo>
                    <a:pt x="1602867" y="145554"/>
                  </a:lnTo>
                  <a:lnTo>
                    <a:pt x="1630743" y="145554"/>
                  </a:lnTo>
                  <a:close/>
                </a:path>
                <a:path w="2425065" h="147955">
                  <a:moveTo>
                    <a:pt x="1776501" y="2044"/>
                  </a:moveTo>
                  <a:lnTo>
                    <a:pt x="1750072" y="2044"/>
                  </a:lnTo>
                  <a:lnTo>
                    <a:pt x="1750072" y="99212"/>
                  </a:lnTo>
                  <a:lnTo>
                    <a:pt x="1708670" y="48387"/>
                  </a:lnTo>
                  <a:lnTo>
                    <a:pt x="1670939" y="2044"/>
                  </a:lnTo>
                  <a:lnTo>
                    <a:pt x="1648993" y="2044"/>
                  </a:lnTo>
                  <a:lnTo>
                    <a:pt x="1648993" y="145554"/>
                  </a:lnTo>
                  <a:lnTo>
                    <a:pt x="1675447" y="145554"/>
                  </a:lnTo>
                  <a:lnTo>
                    <a:pt x="1675447" y="48387"/>
                  </a:lnTo>
                  <a:lnTo>
                    <a:pt x="1754568" y="145554"/>
                  </a:lnTo>
                  <a:lnTo>
                    <a:pt x="1776501" y="145554"/>
                  </a:lnTo>
                  <a:lnTo>
                    <a:pt x="1776501" y="99212"/>
                  </a:lnTo>
                  <a:lnTo>
                    <a:pt x="1776501" y="2044"/>
                  </a:lnTo>
                  <a:close/>
                </a:path>
                <a:path w="2425065" h="147955">
                  <a:moveTo>
                    <a:pt x="1917547" y="95681"/>
                  </a:moveTo>
                  <a:lnTo>
                    <a:pt x="1887258" y="68643"/>
                  </a:lnTo>
                  <a:lnTo>
                    <a:pt x="1858708" y="61036"/>
                  </a:lnTo>
                  <a:lnTo>
                    <a:pt x="1852561" y="59321"/>
                  </a:lnTo>
                  <a:lnTo>
                    <a:pt x="1843532" y="56311"/>
                  </a:lnTo>
                  <a:lnTo>
                    <a:pt x="1839810" y="54267"/>
                  </a:lnTo>
                  <a:lnTo>
                    <a:pt x="1833943" y="49060"/>
                  </a:lnTo>
                  <a:lnTo>
                    <a:pt x="1832470" y="45720"/>
                  </a:lnTo>
                  <a:lnTo>
                    <a:pt x="1832470" y="35737"/>
                  </a:lnTo>
                  <a:lnTo>
                    <a:pt x="1835035" y="31026"/>
                  </a:lnTo>
                  <a:lnTo>
                    <a:pt x="1845284" y="23926"/>
                  </a:lnTo>
                  <a:lnTo>
                    <a:pt x="1853107" y="22148"/>
                  </a:lnTo>
                  <a:lnTo>
                    <a:pt x="1870062" y="22148"/>
                  </a:lnTo>
                  <a:lnTo>
                    <a:pt x="1876679" y="23101"/>
                  </a:lnTo>
                  <a:lnTo>
                    <a:pt x="1890356" y="26936"/>
                  </a:lnTo>
                  <a:lnTo>
                    <a:pt x="1896910" y="29743"/>
                  </a:lnTo>
                  <a:lnTo>
                    <a:pt x="1903196" y="33426"/>
                  </a:lnTo>
                  <a:lnTo>
                    <a:pt x="1907768" y="22148"/>
                  </a:lnTo>
                  <a:lnTo>
                    <a:pt x="1870367" y="203"/>
                  </a:lnTo>
                  <a:lnTo>
                    <a:pt x="1863839" y="0"/>
                  </a:lnTo>
                  <a:lnTo>
                    <a:pt x="1854771" y="368"/>
                  </a:lnTo>
                  <a:lnTo>
                    <a:pt x="1816785" y="14732"/>
                  </a:lnTo>
                  <a:lnTo>
                    <a:pt x="1806028" y="34912"/>
                  </a:lnTo>
                  <a:lnTo>
                    <a:pt x="1806028" y="52285"/>
                  </a:lnTo>
                  <a:lnTo>
                    <a:pt x="1836191" y="79451"/>
                  </a:lnTo>
                  <a:lnTo>
                    <a:pt x="1865058" y="87210"/>
                  </a:lnTo>
                  <a:lnTo>
                    <a:pt x="1871218" y="88912"/>
                  </a:lnTo>
                  <a:lnTo>
                    <a:pt x="1880235" y="91922"/>
                  </a:lnTo>
                  <a:lnTo>
                    <a:pt x="1883956" y="93992"/>
                  </a:lnTo>
                  <a:lnTo>
                    <a:pt x="1889836" y="99326"/>
                  </a:lnTo>
                  <a:lnTo>
                    <a:pt x="1891309" y="102717"/>
                  </a:lnTo>
                  <a:lnTo>
                    <a:pt x="1891309" y="112407"/>
                  </a:lnTo>
                  <a:lnTo>
                    <a:pt x="1888680" y="116916"/>
                  </a:lnTo>
                  <a:lnTo>
                    <a:pt x="1878152" y="123761"/>
                  </a:lnTo>
                  <a:lnTo>
                    <a:pt x="1870202" y="125476"/>
                  </a:lnTo>
                  <a:lnTo>
                    <a:pt x="1859534" y="125476"/>
                  </a:lnTo>
                  <a:lnTo>
                    <a:pt x="1818043" y="114325"/>
                  </a:lnTo>
                  <a:lnTo>
                    <a:pt x="1812175" y="109689"/>
                  </a:lnTo>
                  <a:lnTo>
                    <a:pt x="1802955" y="130378"/>
                  </a:lnTo>
                  <a:lnTo>
                    <a:pt x="1843201" y="146431"/>
                  </a:lnTo>
                  <a:lnTo>
                    <a:pt x="1859534" y="147599"/>
                  </a:lnTo>
                  <a:lnTo>
                    <a:pt x="1868601" y="147243"/>
                  </a:lnTo>
                  <a:lnTo>
                    <a:pt x="1906790" y="132918"/>
                  </a:lnTo>
                  <a:lnTo>
                    <a:pt x="1911756" y="125476"/>
                  </a:lnTo>
                  <a:lnTo>
                    <a:pt x="1915401" y="120078"/>
                  </a:lnTo>
                  <a:lnTo>
                    <a:pt x="1917547" y="112890"/>
                  </a:lnTo>
                  <a:lnTo>
                    <a:pt x="1917547" y="95681"/>
                  </a:lnTo>
                  <a:close/>
                </a:path>
                <a:path w="2425065" h="147955">
                  <a:moveTo>
                    <a:pt x="2045271" y="2044"/>
                  </a:moveTo>
                  <a:lnTo>
                    <a:pt x="1923503" y="2044"/>
                  </a:lnTo>
                  <a:lnTo>
                    <a:pt x="1923503" y="24612"/>
                  </a:lnTo>
                  <a:lnTo>
                    <a:pt x="1971065" y="24612"/>
                  </a:lnTo>
                  <a:lnTo>
                    <a:pt x="1971065" y="145554"/>
                  </a:lnTo>
                  <a:lnTo>
                    <a:pt x="1997722" y="145554"/>
                  </a:lnTo>
                  <a:lnTo>
                    <a:pt x="1997722" y="24612"/>
                  </a:lnTo>
                  <a:lnTo>
                    <a:pt x="2045271" y="24612"/>
                  </a:lnTo>
                  <a:lnTo>
                    <a:pt x="2045271" y="2044"/>
                  </a:lnTo>
                  <a:close/>
                </a:path>
                <a:path w="2425065" h="147955">
                  <a:moveTo>
                    <a:pt x="2193480" y="145554"/>
                  </a:moveTo>
                  <a:lnTo>
                    <a:pt x="2178494" y="112344"/>
                  </a:lnTo>
                  <a:lnTo>
                    <a:pt x="2169058" y="91440"/>
                  </a:lnTo>
                  <a:lnTo>
                    <a:pt x="2142439" y="32473"/>
                  </a:lnTo>
                  <a:lnTo>
                    <a:pt x="2142439" y="91440"/>
                  </a:lnTo>
                  <a:lnTo>
                    <a:pt x="2088527" y="91440"/>
                  </a:lnTo>
                  <a:lnTo>
                    <a:pt x="2115375" y="28702"/>
                  </a:lnTo>
                  <a:lnTo>
                    <a:pt x="2142439" y="91440"/>
                  </a:lnTo>
                  <a:lnTo>
                    <a:pt x="2142439" y="32473"/>
                  </a:lnTo>
                  <a:lnTo>
                    <a:pt x="2140737" y="28702"/>
                  </a:lnTo>
                  <a:lnTo>
                    <a:pt x="2128697" y="2044"/>
                  </a:lnTo>
                  <a:lnTo>
                    <a:pt x="2102472" y="2044"/>
                  </a:lnTo>
                  <a:lnTo>
                    <a:pt x="2037892" y="145554"/>
                  </a:lnTo>
                  <a:lnTo>
                    <a:pt x="2065362" y="145554"/>
                  </a:lnTo>
                  <a:lnTo>
                    <a:pt x="2079510" y="112344"/>
                  </a:lnTo>
                  <a:lnTo>
                    <a:pt x="2151253" y="112344"/>
                  </a:lnTo>
                  <a:lnTo>
                    <a:pt x="2165604" y="145554"/>
                  </a:lnTo>
                  <a:lnTo>
                    <a:pt x="2193480" y="145554"/>
                  </a:lnTo>
                  <a:close/>
                </a:path>
                <a:path w="2425065" h="147955">
                  <a:moveTo>
                    <a:pt x="2313406" y="122694"/>
                  </a:moveTo>
                  <a:lnTo>
                    <a:pt x="2238387" y="122694"/>
                  </a:lnTo>
                  <a:lnTo>
                    <a:pt x="2238387" y="2044"/>
                  </a:lnTo>
                  <a:lnTo>
                    <a:pt x="2211730" y="2044"/>
                  </a:lnTo>
                  <a:lnTo>
                    <a:pt x="2211730" y="122694"/>
                  </a:lnTo>
                  <a:lnTo>
                    <a:pt x="2211730" y="145554"/>
                  </a:lnTo>
                  <a:lnTo>
                    <a:pt x="2313406" y="145554"/>
                  </a:lnTo>
                  <a:lnTo>
                    <a:pt x="2313406" y="122694"/>
                  </a:lnTo>
                  <a:close/>
                </a:path>
                <a:path w="2425065" h="147955">
                  <a:moveTo>
                    <a:pt x="2424519" y="2044"/>
                  </a:moveTo>
                  <a:lnTo>
                    <a:pt x="2302751" y="2044"/>
                  </a:lnTo>
                  <a:lnTo>
                    <a:pt x="2302751" y="24612"/>
                  </a:lnTo>
                  <a:lnTo>
                    <a:pt x="2350312" y="24612"/>
                  </a:lnTo>
                  <a:lnTo>
                    <a:pt x="2350312" y="145554"/>
                  </a:lnTo>
                  <a:lnTo>
                    <a:pt x="2376957" y="145554"/>
                  </a:lnTo>
                  <a:lnTo>
                    <a:pt x="2376957" y="24612"/>
                  </a:lnTo>
                  <a:lnTo>
                    <a:pt x="2424519" y="24612"/>
                  </a:lnTo>
                  <a:lnTo>
                    <a:pt x="2424519" y="20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4" name="bg object 20">
              <a:extLst>
                <a:ext uri="{FF2B5EF4-FFF2-40B4-BE49-F238E27FC236}">
                  <a16:creationId xmlns:a16="http://schemas.microsoft.com/office/drawing/2014/main" id="{E4CE7C21-B0F0-A5AB-8C55-F34B2908157E}"/>
                </a:ext>
              </a:extLst>
            </p:cNvPr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1670866" y="1162292"/>
              <a:ext cx="1626431" cy="184282"/>
            </a:xfrm>
            <a:prstGeom prst="rect">
              <a:avLst/>
            </a:prstGeom>
          </p:spPr>
        </p:pic>
        <p:pic>
          <p:nvPicPr>
            <p:cNvPr id="45" name="bg object 21">
              <a:extLst>
                <a:ext uri="{FF2B5EF4-FFF2-40B4-BE49-F238E27FC236}">
                  <a16:creationId xmlns:a16="http://schemas.microsoft.com/office/drawing/2014/main" id="{D3C77984-E08F-38EB-6909-26AF349DBF43}"/>
                </a:ext>
              </a:extLst>
            </p:cNvPr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375193" y="1306787"/>
              <a:ext cx="107763" cy="87034"/>
            </a:xfrm>
            <a:prstGeom prst="rect">
              <a:avLst/>
            </a:prstGeom>
          </p:spPr>
        </p:pic>
        <p:pic>
          <p:nvPicPr>
            <p:cNvPr id="46" name="bg object 22">
              <a:extLst>
                <a:ext uri="{FF2B5EF4-FFF2-40B4-BE49-F238E27FC236}">
                  <a16:creationId xmlns:a16="http://schemas.microsoft.com/office/drawing/2014/main" id="{E6429977-519D-51EA-142F-D73EF30B85A2}"/>
                </a:ext>
              </a:extLst>
            </p:cNvPr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375193" y="1076971"/>
              <a:ext cx="110546" cy="84793"/>
            </a:xfrm>
            <a:prstGeom prst="rect">
              <a:avLst/>
            </a:prstGeom>
          </p:spPr>
        </p:pic>
        <p:sp>
          <p:nvSpPr>
            <p:cNvPr id="47" name="bg object 23">
              <a:extLst>
                <a:ext uri="{FF2B5EF4-FFF2-40B4-BE49-F238E27FC236}">
                  <a16:creationId xmlns:a16="http://schemas.microsoft.com/office/drawing/2014/main" id="{B2940E80-47E8-9690-477A-EA9510143141}"/>
                </a:ext>
              </a:extLst>
            </p:cNvPr>
            <p:cNvSpPr/>
            <p:nvPr/>
          </p:nvSpPr>
          <p:spPr>
            <a:xfrm>
              <a:off x="375183" y="854443"/>
              <a:ext cx="107950" cy="74930"/>
            </a:xfrm>
            <a:custGeom>
              <a:avLst/>
              <a:gdLst/>
              <a:ahLst/>
              <a:cxnLst/>
              <a:rect l="l" t="t" r="r" b="b"/>
              <a:pathLst>
                <a:path w="107950" h="74930">
                  <a:moveTo>
                    <a:pt x="107772" y="0"/>
                  </a:moveTo>
                  <a:lnTo>
                    <a:pt x="88392" y="0"/>
                  </a:lnTo>
                  <a:lnTo>
                    <a:pt x="88392" y="53340"/>
                  </a:lnTo>
                  <a:lnTo>
                    <a:pt x="0" y="53340"/>
                  </a:lnTo>
                  <a:lnTo>
                    <a:pt x="0" y="74930"/>
                  </a:lnTo>
                  <a:lnTo>
                    <a:pt x="107772" y="74930"/>
                  </a:lnTo>
                  <a:lnTo>
                    <a:pt x="107772" y="53340"/>
                  </a:lnTo>
                  <a:lnTo>
                    <a:pt x="10777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8" name="bg object 24">
              <a:extLst>
                <a:ext uri="{FF2B5EF4-FFF2-40B4-BE49-F238E27FC236}">
                  <a16:creationId xmlns:a16="http://schemas.microsoft.com/office/drawing/2014/main" id="{A9003A24-7E7F-C8B4-E503-A18F1DAEBEF6}"/>
                </a:ext>
              </a:extLst>
            </p:cNvPr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75193" y="611628"/>
              <a:ext cx="107763" cy="102010"/>
            </a:xfrm>
            <a:prstGeom prst="rect">
              <a:avLst/>
            </a:prstGeom>
          </p:spPr>
        </p:pic>
        <p:pic>
          <p:nvPicPr>
            <p:cNvPr id="49" name="bg object 25">
              <a:extLst>
                <a:ext uri="{FF2B5EF4-FFF2-40B4-BE49-F238E27FC236}">
                  <a16:creationId xmlns:a16="http://schemas.microsoft.com/office/drawing/2014/main" id="{6EB07E71-CAD2-F07E-6D22-9B41591D1D3B}"/>
                </a:ext>
              </a:extLst>
            </p:cNvPr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375197" y="384057"/>
              <a:ext cx="107763" cy="79947"/>
            </a:xfrm>
            <a:prstGeom prst="rect">
              <a:avLst/>
            </a:prstGeom>
          </p:spPr>
        </p:pic>
        <p:sp>
          <p:nvSpPr>
            <p:cNvPr id="50" name="bg object 26">
              <a:extLst>
                <a:ext uri="{FF2B5EF4-FFF2-40B4-BE49-F238E27FC236}">
                  <a16:creationId xmlns:a16="http://schemas.microsoft.com/office/drawing/2014/main" id="{B5CDF13B-9710-E692-1560-5C79A3158E8C}"/>
                </a:ext>
              </a:extLst>
            </p:cNvPr>
            <p:cNvSpPr/>
            <p:nvPr/>
          </p:nvSpPr>
          <p:spPr>
            <a:xfrm>
              <a:off x="581799" y="375193"/>
              <a:ext cx="12700" cy="233045"/>
            </a:xfrm>
            <a:custGeom>
              <a:avLst/>
              <a:gdLst/>
              <a:ahLst/>
              <a:cxnLst/>
              <a:rect l="l" t="t" r="r" b="b"/>
              <a:pathLst>
                <a:path w="12700" h="233045">
                  <a:moveTo>
                    <a:pt x="12225" y="0"/>
                  </a:moveTo>
                  <a:lnTo>
                    <a:pt x="0" y="0"/>
                  </a:lnTo>
                  <a:lnTo>
                    <a:pt x="0" y="232817"/>
                  </a:lnTo>
                  <a:lnTo>
                    <a:pt x="12225" y="232817"/>
                  </a:lnTo>
                  <a:lnTo>
                    <a:pt x="122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bg object 27">
              <a:extLst>
                <a:ext uri="{FF2B5EF4-FFF2-40B4-BE49-F238E27FC236}">
                  <a16:creationId xmlns:a16="http://schemas.microsoft.com/office/drawing/2014/main" id="{F3EB3B7D-B609-1C49-586F-C9279AB1E759}"/>
                </a:ext>
              </a:extLst>
            </p:cNvPr>
            <p:cNvSpPr/>
            <p:nvPr/>
          </p:nvSpPr>
          <p:spPr>
            <a:xfrm>
              <a:off x="1325245" y="638864"/>
              <a:ext cx="52069" cy="137160"/>
            </a:xfrm>
            <a:custGeom>
              <a:avLst/>
              <a:gdLst/>
              <a:ahLst/>
              <a:cxnLst/>
              <a:rect l="l" t="t" r="r" b="b"/>
              <a:pathLst>
                <a:path w="52069" h="137159">
                  <a:moveTo>
                    <a:pt x="51880" y="0"/>
                  </a:moveTo>
                  <a:lnTo>
                    <a:pt x="0" y="0"/>
                  </a:lnTo>
                  <a:lnTo>
                    <a:pt x="0" y="137101"/>
                  </a:lnTo>
                  <a:lnTo>
                    <a:pt x="20256" y="106758"/>
                  </a:lnTo>
                  <a:lnTo>
                    <a:pt x="35961" y="73494"/>
                  </a:lnTo>
                  <a:lnTo>
                    <a:pt x="46655" y="37759"/>
                  </a:lnTo>
                  <a:lnTo>
                    <a:pt x="518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bg object 28">
              <a:extLst>
                <a:ext uri="{FF2B5EF4-FFF2-40B4-BE49-F238E27FC236}">
                  <a16:creationId xmlns:a16="http://schemas.microsoft.com/office/drawing/2014/main" id="{1525DD8A-074A-BB48-4B3B-E927D85F7870}"/>
                </a:ext>
              </a:extLst>
            </p:cNvPr>
            <p:cNvSpPr/>
            <p:nvPr/>
          </p:nvSpPr>
          <p:spPr>
            <a:xfrm>
              <a:off x="639025" y="898740"/>
              <a:ext cx="738505" cy="496570"/>
            </a:xfrm>
            <a:custGeom>
              <a:avLst/>
              <a:gdLst/>
              <a:ahLst/>
              <a:cxnLst/>
              <a:rect l="l" t="t" r="r" b="b"/>
              <a:pathLst>
                <a:path w="738505" h="496569">
                  <a:moveTo>
                    <a:pt x="15113" y="263702"/>
                  </a:moveTo>
                  <a:lnTo>
                    <a:pt x="0" y="263702"/>
                  </a:lnTo>
                  <a:lnTo>
                    <a:pt x="0" y="496519"/>
                  </a:lnTo>
                  <a:lnTo>
                    <a:pt x="15113" y="496519"/>
                  </a:lnTo>
                  <a:lnTo>
                    <a:pt x="15113" y="263702"/>
                  </a:lnTo>
                  <a:close/>
                </a:path>
                <a:path w="738505" h="496569">
                  <a:moveTo>
                    <a:pt x="15113" y="38"/>
                  </a:moveTo>
                  <a:lnTo>
                    <a:pt x="0" y="38"/>
                  </a:lnTo>
                  <a:lnTo>
                    <a:pt x="0" y="232854"/>
                  </a:lnTo>
                  <a:lnTo>
                    <a:pt x="15113" y="232854"/>
                  </a:lnTo>
                  <a:lnTo>
                    <a:pt x="15113" y="38"/>
                  </a:lnTo>
                  <a:close/>
                </a:path>
                <a:path w="738505" h="496569">
                  <a:moveTo>
                    <a:pt x="75272" y="263702"/>
                  </a:moveTo>
                  <a:lnTo>
                    <a:pt x="57150" y="263702"/>
                  </a:lnTo>
                  <a:lnTo>
                    <a:pt x="57150" y="496519"/>
                  </a:lnTo>
                  <a:lnTo>
                    <a:pt x="75272" y="496519"/>
                  </a:lnTo>
                  <a:lnTo>
                    <a:pt x="75272" y="263702"/>
                  </a:lnTo>
                  <a:close/>
                </a:path>
                <a:path w="738505" h="496569">
                  <a:moveTo>
                    <a:pt x="75272" y="38"/>
                  </a:moveTo>
                  <a:lnTo>
                    <a:pt x="57150" y="38"/>
                  </a:lnTo>
                  <a:lnTo>
                    <a:pt x="57150" y="232854"/>
                  </a:lnTo>
                  <a:lnTo>
                    <a:pt x="75272" y="232854"/>
                  </a:lnTo>
                  <a:lnTo>
                    <a:pt x="75272" y="38"/>
                  </a:lnTo>
                  <a:close/>
                </a:path>
                <a:path w="738505" h="496569">
                  <a:moveTo>
                    <a:pt x="135407" y="263702"/>
                  </a:moveTo>
                  <a:lnTo>
                    <a:pt x="114338" y="263702"/>
                  </a:lnTo>
                  <a:lnTo>
                    <a:pt x="114338" y="496519"/>
                  </a:lnTo>
                  <a:lnTo>
                    <a:pt x="135407" y="496519"/>
                  </a:lnTo>
                  <a:lnTo>
                    <a:pt x="135407" y="263702"/>
                  </a:lnTo>
                  <a:close/>
                </a:path>
                <a:path w="738505" h="496569">
                  <a:moveTo>
                    <a:pt x="135407" y="38"/>
                  </a:moveTo>
                  <a:lnTo>
                    <a:pt x="114338" y="38"/>
                  </a:lnTo>
                  <a:lnTo>
                    <a:pt x="114338" y="232854"/>
                  </a:lnTo>
                  <a:lnTo>
                    <a:pt x="135407" y="232854"/>
                  </a:lnTo>
                  <a:lnTo>
                    <a:pt x="135407" y="38"/>
                  </a:lnTo>
                  <a:close/>
                </a:path>
                <a:path w="738505" h="496569">
                  <a:moveTo>
                    <a:pt x="195516" y="263702"/>
                  </a:moveTo>
                  <a:lnTo>
                    <a:pt x="171526" y="263702"/>
                  </a:lnTo>
                  <a:lnTo>
                    <a:pt x="171526" y="496519"/>
                  </a:lnTo>
                  <a:lnTo>
                    <a:pt x="195516" y="496519"/>
                  </a:lnTo>
                  <a:lnTo>
                    <a:pt x="195516" y="263702"/>
                  </a:lnTo>
                  <a:close/>
                </a:path>
                <a:path w="738505" h="496569">
                  <a:moveTo>
                    <a:pt x="195516" y="38"/>
                  </a:moveTo>
                  <a:lnTo>
                    <a:pt x="171526" y="38"/>
                  </a:lnTo>
                  <a:lnTo>
                    <a:pt x="171526" y="232854"/>
                  </a:lnTo>
                  <a:lnTo>
                    <a:pt x="195516" y="232854"/>
                  </a:lnTo>
                  <a:lnTo>
                    <a:pt x="195516" y="38"/>
                  </a:lnTo>
                  <a:close/>
                </a:path>
                <a:path w="738505" h="496569">
                  <a:moveTo>
                    <a:pt x="255651" y="263702"/>
                  </a:moveTo>
                  <a:lnTo>
                    <a:pt x="228714" y="263702"/>
                  </a:lnTo>
                  <a:lnTo>
                    <a:pt x="228714" y="496519"/>
                  </a:lnTo>
                  <a:lnTo>
                    <a:pt x="255651" y="496519"/>
                  </a:lnTo>
                  <a:lnTo>
                    <a:pt x="255651" y="263702"/>
                  </a:lnTo>
                  <a:close/>
                </a:path>
                <a:path w="738505" h="496569">
                  <a:moveTo>
                    <a:pt x="255651" y="38"/>
                  </a:moveTo>
                  <a:lnTo>
                    <a:pt x="228714" y="38"/>
                  </a:lnTo>
                  <a:lnTo>
                    <a:pt x="228714" y="232854"/>
                  </a:lnTo>
                  <a:lnTo>
                    <a:pt x="255651" y="232854"/>
                  </a:lnTo>
                  <a:lnTo>
                    <a:pt x="255651" y="38"/>
                  </a:lnTo>
                  <a:close/>
                </a:path>
                <a:path w="738505" h="496569">
                  <a:moveTo>
                    <a:pt x="315798" y="263702"/>
                  </a:moveTo>
                  <a:lnTo>
                    <a:pt x="285877" y="263702"/>
                  </a:lnTo>
                  <a:lnTo>
                    <a:pt x="285877" y="496519"/>
                  </a:lnTo>
                  <a:lnTo>
                    <a:pt x="315798" y="496519"/>
                  </a:lnTo>
                  <a:lnTo>
                    <a:pt x="315798" y="263702"/>
                  </a:lnTo>
                  <a:close/>
                </a:path>
                <a:path w="738505" h="496569">
                  <a:moveTo>
                    <a:pt x="315798" y="38"/>
                  </a:moveTo>
                  <a:lnTo>
                    <a:pt x="285877" y="38"/>
                  </a:lnTo>
                  <a:lnTo>
                    <a:pt x="285877" y="232854"/>
                  </a:lnTo>
                  <a:lnTo>
                    <a:pt x="315798" y="232854"/>
                  </a:lnTo>
                  <a:lnTo>
                    <a:pt x="315798" y="38"/>
                  </a:lnTo>
                  <a:close/>
                </a:path>
                <a:path w="738505" h="496569">
                  <a:moveTo>
                    <a:pt x="375932" y="263702"/>
                  </a:moveTo>
                  <a:lnTo>
                    <a:pt x="343103" y="263702"/>
                  </a:lnTo>
                  <a:lnTo>
                    <a:pt x="343103" y="496519"/>
                  </a:lnTo>
                  <a:lnTo>
                    <a:pt x="375932" y="496519"/>
                  </a:lnTo>
                  <a:lnTo>
                    <a:pt x="375932" y="263702"/>
                  </a:lnTo>
                  <a:close/>
                </a:path>
                <a:path w="738505" h="496569">
                  <a:moveTo>
                    <a:pt x="375932" y="38"/>
                  </a:moveTo>
                  <a:lnTo>
                    <a:pt x="343103" y="38"/>
                  </a:lnTo>
                  <a:lnTo>
                    <a:pt x="343103" y="232854"/>
                  </a:lnTo>
                  <a:lnTo>
                    <a:pt x="375932" y="232854"/>
                  </a:lnTo>
                  <a:lnTo>
                    <a:pt x="375932" y="38"/>
                  </a:lnTo>
                  <a:close/>
                </a:path>
                <a:path w="738505" h="496569">
                  <a:moveTo>
                    <a:pt x="436067" y="263702"/>
                  </a:moveTo>
                  <a:lnTo>
                    <a:pt x="400253" y="263702"/>
                  </a:lnTo>
                  <a:lnTo>
                    <a:pt x="400253" y="496519"/>
                  </a:lnTo>
                  <a:lnTo>
                    <a:pt x="436067" y="496519"/>
                  </a:lnTo>
                  <a:lnTo>
                    <a:pt x="436067" y="263702"/>
                  </a:lnTo>
                  <a:close/>
                </a:path>
                <a:path w="738505" h="496569">
                  <a:moveTo>
                    <a:pt x="436067" y="38"/>
                  </a:moveTo>
                  <a:lnTo>
                    <a:pt x="400253" y="38"/>
                  </a:lnTo>
                  <a:lnTo>
                    <a:pt x="400253" y="232854"/>
                  </a:lnTo>
                  <a:lnTo>
                    <a:pt x="436067" y="232854"/>
                  </a:lnTo>
                  <a:lnTo>
                    <a:pt x="436067" y="38"/>
                  </a:lnTo>
                  <a:close/>
                </a:path>
                <a:path w="738505" h="496569">
                  <a:moveTo>
                    <a:pt x="496176" y="76"/>
                  </a:moveTo>
                  <a:lnTo>
                    <a:pt x="457454" y="0"/>
                  </a:lnTo>
                  <a:lnTo>
                    <a:pt x="457454" y="232854"/>
                  </a:lnTo>
                  <a:lnTo>
                    <a:pt x="496176" y="232854"/>
                  </a:lnTo>
                  <a:lnTo>
                    <a:pt x="496176" y="76"/>
                  </a:lnTo>
                  <a:close/>
                </a:path>
                <a:path w="738505" h="496569">
                  <a:moveTo>
                    <a:pt x="496189" y="263702"/>
                  </a:moveTo>
                  <a:lnTo>
                    <a:pt x="457454" y="263702"/>
                  </a:lnTo>
                  <a:lnTo>
                    <a:pt x="457454" y="496519"/>
                  </a:lnTo>
                  <a:lnTo>
                    <a:pt x="496189" y="496443"/>
                  </a:lnTo>
                  <a:lnTo>
                    <a:pt x="496189" y="263702"/>
                  </a:lnTo>
                  <a:close/>
                </a:path>
                <a:path w="738505" h="496569">
                  <a:moveTo>
                    <a:pt x="556361" y="8928"/>
                  </a:moveTo>
                  <a:lnTo>
                    <a:pt x="546176" y="6350"/>
                  </a:lnTo>
                  <a:lnTo>
                    <a:pt x="535825" y="4203"/>
                  </a:lnTo>
                  <a:lnTo>
                    <a:pt x="525310" y="2489"/>
                  </a:lnTo>
                  <a:lnTo>
                    <a:pt x="514642" y="1219"/>
                  </a:lnTo>
                  <a:lnTo>
                    <a:pt x="514642" y="232803"/>
                  </a:lnTo>
                  <a:lnTo>
                    <a:pt x="556361" y="232803"/>
                  </a:lnTo>
                  <a:lnTo>
                    <a:pt x="556361" y="8928"/>
                  </a:lnTo>
                  <a:close/>
                </a:path>
                <a:path w="738505" h="496569">
                  <a:moveTo>
                    <a:pt x="556374" y="263702"/>
                  </a:moveTo>
                  <a:lnTo>
                    <a:pt x="514642" y="263702"/>
                  </a:lnTo>
                  <a:lnTo>
                    <a:pt x="514642" y="495338"/>
                  </a:lnTo>
                  <a:lnTo>
                    <a:pt x="525310" y="494055"/>
                  </a:lnTo>
                  <a:lnTo>
                    <a:pt x="535825" y="492340"/>
                  </a:lnTo>
                  <a:lnTo>
                    <a:pt x="546176" y="490194"/>
                  </a:lnTo>
                  <a:lnTo>
                    <a:pt x="556374" y="487616"/>
                  </a:lnTo>
                  <a:lnTo>
                    <a:pt x="556374" y="263702"/>
                  </a:lnTo>
                  <a:close/>
                </a:path>
                <a:path w="738505" h="496569">
                  <a:moveTo>
                    <a:pt x="616508" y="263702"/>
                  </a:moveTo>
                  <a:lnTo>
                    <a:pt x="571830" y="263702"/>
                  </a:lnTo>
                  <a:lnTo>
                    <a:pt x="571830" y="482815"/>
                  </a:lnTo>
                  <a:lnTo>
                    <a:pt x="583438" y="478459"/>
                  </a:lnTo>
                  <a:lnTo>
                    <a:pt x="594766" y="473532"/>
                  </a:lnTo>
                  <a:lnTo>
                    <a:pt x="605802" y="468058"/>
                  </a:lnTo>
                  <a:lnTo>
                    <a:pt x="616508" y="462089"/>
                  </a:lnTo>
                  <a:lnTo>
                    <a:pt x="616508" y="263702"/>
                  </a:lnTo>
                  <a:close/>
                </a:path>
                <a:path w="738505" h="496569">
                  <a:moveTo>
                    <a:pt x="616508" y="34429"/>
                  </a:moveTo>
                  <a:lnTo>
                    <a:pt x="605802" y="28473"/>
                  </a:lnTo>
                  <a:lnTo>
                    <a:pt x="594766" y="23025"/>
                  </a:lnTo>
                  <a:lnTo>
                    <a:pt x="583438" y="18097"/>
                  </a:lnTo>
                  <a:lnTo>
                    <a:pt x="571830" y="13741"/>
                  </a:lnTo>
                  <a:lnTo>
                    <a:pt x="571830" y="232854"/>
                  </a:lnTo>
                  <a:lnTo>
                    <a:pt x="616508" y="232854"/>
                  </a:lnTo>
                  <a:lnTo>
                    <a:pt x="616508" y="34429"/>
                  </a:lnTo>
                  <a:close/>
                </a:path>
                <a:path w="738505" h="496569">
                  <a:moveTo>
                    <a:pt x="676605" y="263702"/>
                  </a:moveTo>
                  <a:lnTo>
                    <a:pt x="629018" y="263702"/>
                  </a:lnTo>
                  <a:lnTo>
                    <a:pt x="629018" y="454164"/>
                  </a:lnTo>
                  <a:lnTo>
                    <a:pt x="641908" y="444868"/>
                  </a:lnTo>
                  <a:lnTo>
                    <a:pt x="654177" y="434771"/>
                  </a:lnTo>
                  <a:lnTo>
                    <a:pt x="665759" y="423926"/>
                  </a:lnTo>
                  <a:lnTo>
                    <a:pt x="676605" y="412356"/>
                  </a:lnTo>
                  <a:lnTo>
                    <a:pt x="676605" y="263702"/>
                  </a:lnTo>
                  <a:close/>
                </a:path>
                <a:path w="738505" h="496569">
                  <a:moveTo>
                    <a:pt x="676617" y="84201"/>
                  </a:moveTo>
                  <a:lnTo>
                    <a:pt x="665772" y="72656"/>
                  </a:lnTo>
                  <a:lnTo>
                    <a:pt x="654189" y="61810"/>
                  </a:lnTo>
                  <a:lnTo>
                    <a:pt x="641934" y="51714"/>
                  </a:lnTo>
                  <a:lnTo>
                    <a:pt x="629031" y="42392"/>
                  </a:lnTo>
                  <a:lnTo>
                    <a:pt x="629031" y="232854"/>
                  </a:lnTo>
                  <a:lnTo>
                    <a:pt x="676617" y="232854"/>
                  </a:lnTo>
                  <a:lnTo>
                    <a:pt x="676617" y="84201"/>
                  </a:lnTo>
                  <a:close/>
                </a:path>
                <a:path w="738505" h="496569">
                  <a:moveTo>
                    <a:pt x="738098" y="263702"/>
                  </a:moveTo>
                  <a:lnTo>
                    <a:pt x="686219" y="263702"/>
                  </a:lnTo>
                  <a:lnTo>
                    <a:pt x="686219" y="400761"/>
                  </a:lnTo>
                  <a:lnTo>
                    <a:pt x="706475" y="370446"/>
                  </a:lnTo>
                  <a:lnTo>
                    <a:pt x="722172" y="337197"/>
                  </a:lnTo>
                  <a:lnTo>
                    <a:pt x="732866" y="301472"/>
                  </a:lnTo>
                  <a:lnTo>
                    <a:pt x="738098" y="263702"/>
                  </a:lnTo>
                  <a:close/>
                </a:path>
                <a:path w="738505" h="496569">
                  <a:moveTo>
                    <a:pt x="738098" y="232816"/>
                  </a:moveTo>
                  <a:lnTo>
                    <a:pt x="732853" y="195072"/>
                  </a:lnTo>
                  <a:lnTo>
                    <a:pt x="722160" y="159359"/>
                  </a:lnTo>
                  <a:lnTo>
                    <a:pt x="706462" y="126111"/>
                  </a:lnTo>
                  <a:lnTo>
                    <a:pt x="686219" y="95796"/>
                  </a:lnTo>
                  <a:lnTo>
                    <a:pt x="686219" y="232816"/>
                  </a:lnTo>
                  <a:lnTo>
                    <a:pt x="738098" y="2328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bg object 29">
              <a:extLst>
                <a:ext uri="{FF2B5EF4-FFF2-40B4-BE49-F238E27FC236}">
                  <a16:creationId xmlns:a16="http://schemas.microsoft.com/office/drawing/2014/main" id="{E13C8EF9-CFD9-0A76-8416-2DF558944C7B}"/>
                </a:ext>
              </a:extLst>
            </p:cNvPr>
            <p:cNvSpPr/>
            <p:nvPr/>
          </p:nvSpPr>
          <p:spPr>
            <a:xfrm>
              <a:off x="581799" y="1162442"/>
              <a:ext cx="12700" cy="233045"/>
            </a:xfrm>
            <a:custGeom>
              <a:avLst/>
              <a:gdLst/>
              <a:ahLst/>
              <a:cxnLst/>
              <a:rect l="l" t="t" r="r" b="b"/>
              <a:pathLst>
                <a:path w="12700" h="233044">
                  <a:moveTo>
                    <a:pt x="12225" y="0"/>
                  </a:moveTo>
                  <a:lnTo>
                    <a:pt x="0" y="0"/>
                  </a:lnTo>
                  <a:lnTo>
                    <a:pt x="0" y="232817"/>
                  </a:lnTo>
                  <a:lnTo>
                    <a:pt x="12225" y="232817"/>
                  </a:lnTo>
                  <a:lnTo>
                    <a:pt x="122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bg object 30">
              <a:extLst>
                <a:ext uri="{FF2B5EF4-FFF2-40B4-BE49-F238E27FC236}">
                  <a16:creationId xmlns:a16="http://schemas.microsoft.com/office/drawing/2014/main" id="{B502069D-FC2E-ADD8-BA23-6F27B7147F58}"/>
                </a:ext>
              </a:extLst>
            </p:cNvPr>
            <p:cNvSpPr/>
            <p:nvPr/>
          </p:nvSpPr>
          <p:spPr>
            <a:xfrm>
              <a:off x="639025" y="375196"/>
              <a:ext cx="738505" cy="496570"/>
            </a:xfrm>
            <a:custGeom>
              <a:avLst/>
              <a:gdLst/>
              <a:ahLst/>
              <a:cxnLst/>
              <a:rect l="l" t="t" r="r" b="b"/>
              <a:pathLst>
                <a:path w="738505" h="496569">
                  <a:moveTo>
                    <a:pt x="15113" y="263664"/>
                  </a:moveTo>
                  <a:lnTo>
                    <a:pt x="0" y="263664"/>
                  </a:lnTo>
                  <a:lnTo>
                    <a:pt x="0" y="496493"/>
                  </a:lnTo>
                  <a:lnTo>
                    <a:pt x="15113" y="496493"/>
                  </a:lnTo>
                  <a:lnTo>
                    <a:pt x="15113" y="263664"/>
                  </a:lnTo>
                  <a:close/>
                </a:path>
                <a:path w="738505" h="496569">
                  <a:moveTo>
                    <a:pt x="15113" y="0"/>
                  </a:moveTo>
                  <a:lnTo>
                    <a:pt x="0" y="0"/>
                  </a:lnTo>
                  <a:lnTo>
                    <a:pt x="0" y="232816"/>
                  </a:lnTo>
                  <a:lnTo>
                    <a:pt x="15113" y="232816"/>
                  </a:lnTo>
                  <a:lnTo>
                    <a:pt x="15113" y="0"/>
                  </a:lnTo>
                  <a:close/>
                </a:path>
                <a:path w="738505" h="496569">
                  <a:moveTo>
                    <a:pt x="75272" y="263664"/>
                  </a:moveTo>
                  <a:lnTo>
                    <a:pt x="57150" y="263664"/>
                  </a:lnTo>
                  <a:lnTo>
                    <a:pt x="57150" y="496493"/>
                  </a:lnTo>
                  <a:lnTo>
                    <a:pt x="75272" y="496493"/>
                  </a:lnTo>
                  <a:lnTo>
                    <a:pt x="75272" y="263664"/>
                  </a:lnTo>
                  <a:close/>
                </a:path>
                <a:path w="738505" h="496569">
                  <a:moveTo>
                    <a:pt x="75272" y="0"/>
                  </a:moveTo>
                  <a:lnTo>
                    <a:pt x="57150" y="0"/>
                  </a:lnTo>
                  <a:lnTo>
                    <a:pt x="57150" y="232816"/>
                  </a:lnTo>
                  <a:lnTo>
                    <a:pt x="75272" y="232816"/>
                  </a:lnTo>
                  <a:lnTo>
                    <a:pt x="75272" y="0"/>
                  </a:lnTo>
                  <a:close/>
                </a:path>
                <a:path w="738505" h="496569">
                  <a:moveTo>
                    <a:pt x="135407" y="263664"/>
                  </a:moveTo>
                  <a:lnTo>
                    <a:pt x="114338" y="263664"/>
                  </a:lnTo>
                  <a:lnTo>
                    <a:pt x="114338" y="496493"/>
                  </a:lnTo>
                  <a:lnTo>
                    <a:pt x="135407" y="496493"/>
                  </a:lnTo>
                  <a:lnTo>
                    <a:pt x="135407" y="263664"/>
                  </a:lnTo>
                  <a:close/>
                </a:path>
                <a:path w="738505" h="496569">
                  <a:moveTo>
                    <a:pt x="135407" y="0"/>
                  </a:moveTo>
                  <a:lnTo>
                    <a:pt x="114338" y="0"/>
                  </a:lnTo>
                  <a:lnTo>
                    <a:pt x="114338" y="232816"/>
                  </a:lnTo>
                  <a:lnTo>
                    <a:pt x="135407" y="232816"/>
                  </a:lnTo>
                  <a:lnTo>
                    <a:pt x="135407" y="0"/>
                  </a:lnTo>
                  <a:close/>
                </a:path>
                <a:path w="738505" h="496569">
                  <a:moveTo>
                    <a:pt x="195516" y="263664"/>
                  </a:moveTo>
                  <a:lnTo>
                    <a:pt x="171526" y="263664"/>
                  </a:lnTo>
                  <a:lnTo>
                    <a:pt x="171526" y="496493"/>
                  </a:lnTo>
                  <a:lnTo>
                    <a:pt x="195516" y="496493"/>
                  </a:lnTo>
                  <a:lnTo>
                    <a:pt x="195516" y="263664"/>
                  </a:lnTo>
                  <a:close/>
                </a:path>
                <a:path w="738505" h="496569">
                  <a:moveTo>
                    <a:pt x="195516" y="0"/>
                  </a:moveTo>
                  <a:lnTo>
                    <a:pt x="171526" y="0"/>
                  </a:lnTo>
                  <a:lnTo>
                    <a:pt x="171526" y="232816"/>
                  </a:lnTo>
                  <a:lnTo>
                    <a:pt x="195516" y="232816"/>
                  </a:lnTo>
                  <a:lnTo>
                    <a:pt x="195516" y="0"/>
                  </a:lnTo>
                  <a:close/>
                </a:path>
                <a:path w="738505" h="496569">
                  <a:moveTo>
                    <a:pt x="255651" y="263664"/>
                  </a:moveTo>
                  <a:lnTo>
                    <a:pt x="228714" y="263664"/>
                  </a:lnTo>
                  <a:lnTo>
                    <a:pt x="228714" y="496493"/>
                  </a:lnTo>
                  <a:lnTo>
                    <a:pt x="255651" y="496493"/>
                  </a:lnTo>
                  <a:lnTo>
                    <a:pt x="255651" y="263664"/>
                  </a:lnTo>
                  <a:close/>
                </a:path>
                <a:path w="738505" h="496569">
                  <a:moveTo>
                    <a:pt x="255651" y="0"/>
                  </a:moveTo>
                  <a:lnTo>
                    <a:pt x="228714" y="0"/>
                  </a:lnTo>
                  <a:lnTo>
                    <a:pt x="228714" y="232816"/>
                  </a:lnTo>
                  <a:lnTo>
                    <a:pt x="255651" y="232816"/>
                  </a:lnTo>
                  <a:lnTo>
                    <a:pt x="255651" y="0"/>
                  </a:lnTo>
                  <a:close/>
                </a:path>
                <a:path w="738505" h="496569">
                  <a:moveTo>
                    <a:pt x="315798" y="263664"/>
                  </a:moveTo>
                  <a:lnTo>
                    <a:pt x="285877" y="263664"/>
                  </a:lnTo>
                  <a:lnTo>
                    <a:pt x="285877" y="496493"/>
                  </a:lnTo>
                  <a:lnTo>
                    <a:pt x="315798" y="496493"/>
                  </a:lnTo>
                  <a:lnTo>
                    <a:pt x="315798" y="263664"/>
                  </a:lnTo>
                  <a:close/>
                </a:path>
                <a:path w="738505" h="496569">
                  <a:moveTo>
                    <a:pt x="315798" y="0"/>
                  </a:moveTo>
                  <a:lnTo>
                    <a:pt x="285877" y="0"/>
                  </a:lnTo>
                  <a:lnTo>
                    <a:pt x="285877" y="232816"/>
                  </a:lnTo>
                  <a:lnTo>
                    <a:pt x="315798" y="232816"/>
                  </a:lnTo>
                  <a:lnTo>
                    <a:pt x="315798" y="0"/>
                  </a:lnTo>
                  <a:close/>
                </a:path>
                <a:path w="738505" h="496569">
                  <a:moveTo>
                    <a:pt x="375932" y="263664"/>
                  </a:moveTo>
                  <a:lnTo>
                    <a:pt x="343103" y="263664"/>
                  </a:lnTo>
                  <a:lnTo>
                    <a:pt x="343103" y="496493"/>
                  </a:lnTo>
                  <a:lnTo>
                    <a:pt x="375932" y="496493"/>
                  </a:lnTo>
                  <a:lnTo>
                    <a:pt x="375932" y="263664"/>
                  </a:lnTo>
                  <a:close/>
                </a:path>
                <a:path w="738505" h="496569">
                  <a:moveTo>
                    <a:pt x="375932" y="0"/>
                  </a:moveTo>
                  <a:lnTo>
                    <a:pt x="343103" y="0"/>
                  </a:lnTo>
                  <a:lnTo>
                    <a:pt x="343103" y="232816"/>
                  </a:lnTo>
                  <a:lnTo>
                    <a:pt x="375932" y="232816"/>
                  </a:lnTo>
                  <a:lnTo>
                    <a:pt x="375932" y="0"/>
                  </a:lnTo>
                  <a:close/>
                </a:path>
                <a:path w="738505" h="496569">
                  <a:moveTo>
                    <a:pt x="436067" y="263664"/>
                  </a:moveTo>
                  <a:lnTo>
                    <a:pt x="400253" y="263664"/>
                  </a:lnTo>
                  <a:lnTo>
                    <a:pt x="400253" y="496493"/>
                  </a:lnTo>
                  <a:lnTo>
                    <a:pt x="436067" y="496493"/>
                  </a:lnTo>
                  <a:lnTo>
                    <a:pt x="436067" y="263664"/>
                  </a:lnTo>
                  <a:close/>
                </a:path>
                <a:path w="738505" h="496569">
                  <a:moveTo>
                    <a:pt x="436067" y="0"/>
                  </a:moveTo>
                  <a:lnTo>
                    <a:pt x="400253" y="0"/>
                  </a:lnTo>
                  <a:lnTo>
                    <a:pt x="400253" y="232816"/>
                  </a:lnTo>
                  <a:lnTo>
                    <a:pt x="436067" y="232816"/>
                  </a:lnTo>
                  <a:lnTo>
                    <a:pt x="436067" y="0"/>
                  </a:lnTo>
                  <a:close/>
                </a:path>
                <a:path w="738505" h="496569">
                  <a:moveTo>
                    <a:pt x="496176" y="101"/>
                  </a:moveTo>
                  <a:lnTo>
                    <a:pt x="457454" y="0"/>
                  </a:lnTo>
                  <a:lnTo>
                    <a:pt x="457454" y="232816"/>
                  </a:lnTo>
                  <a:lnTo>
                    <a:pt x="496176" y="232816"/>
                  </a:lnTo>
                  <a:lnTo>
                    <a:pt x="496176" y="101"/>
                  </a:lnTo>
                  <a:close/>
                </a:path>
                <a:path w="738505" h="496569">
                  <a:moveTo>
                    <a:pt x="496189" y="263677"/>
                  </a:moveTo>
                  <a:lnTo>
                    <a:pt x="457454" y="263677"/>
                  </a:lnTo>
                  <a:lnTo>
                    <a:pt x="457454" y="496493"/>
                  </a:lnTo>
                  <a:lnTo>
                    <a:pt x="496189" y="496404"/>
                  </a:lnTo>
                  <a:lnTo>
                    <a:pt x="496189" y="263677"/>
                  </a:lnTo>
                  <a:close/>
                </a:path>
                <a:path w="738505" h="496569">
                  <a:moveTo>
                    <a:pt x="556361" y="8902"/>
                  </a:moveTo>
                  <a:lnTo>
                    <a:pt x="546176" y="6324"/>
                  </a:lnTo>
                  <a:lnTo>
                    <a:pt x="535825" y="4178"/>
                  </a:lnTo>
                  <a:lnTo>
                    <a:pt x="525310" y="2463"/>
                  </a:lnTo>
                  <a:lnTo>
                    <a:pt x="514642" y="1193"/>
                  </a:lnTo>
                  <a:lnTo>
                    <a:pt x="514642" y="232816"/>
                  </a:lnTo>
                  <a:lnTo>
                    <a:pt x="556361" y="232816"/>
                  </a:lnTo>
                  <a:lnTo>
                    <a:pt x="556361" y="8902"/>
                  </a:lnTo>
                  <a:close/>
                </a:path>
                <a:path w="738505" h="496569">
                  <a:moveTo>
                    <a:pt x="556374" y="263677"/>
                  </a:moveTo>
                  <a:lnTo>
                    <a:pt x="514642" y="263677"/>
                  </a:lnTo>
                  <a:lnTo>
                    <a:pt x="514642" y="495312"/>
                  </a:lnTo>
                  <a:lnTo>
                    <a:pt x="525310" y="494042"/>
                  </a:lnTo>
                  <a:lnTo>
                    <a:pt x="535825" y="492340"/>
                  </a:lnTo>
                  <a:lnTo>
                    <a:pt x="546176" y="490207"/>
                  </a:lnTo>
                  <a:lnTo>
                    <a:pt x="556374" y="487641"/>
                  </a:lnTo>
                  <a:lnTo>
                    <a:pt x="556374" y="263677"/>
                  </a:lnTo>
                  <a:close/>
                </a:path>
                <a:path w="738505" h="496569">
                  <a:moveTo>
                    <a:pt x="616508" y="263677"/>
                  </a:moveTo>
                  <a:lnTo>
                    <a:pt x="571830" y="263677"/>
                  </a:lnTo>
                  <a:lnTo>
                    <a:pt x="571830" y="482790"/>
                  </a:lnTo>
                  <a:lnTo>
                    <a:pt x="583438" y="478434"/>
                  </a:lnTo>
                  <a:lnTo>
                    <a:pt x="594766" y="473519"/>
                  </a:lnTo>
                  <a:lnTo>
                    <a:pt x="605802" y="468071"/>
                  </a:lnTo>
                  <a:lnTo>
                    <a:pt x="616508" y="462089"/>
                  </a:lnTo>
                  <a:lnTo>
                    <a:pt x="616508" y="263677"/>
                  </a:lnTo>
                  <a:close/>
                </a:path>
                <a:path w="738505" h="496569">
                  <a:moveTo>
                    <a:pt x="616508" y="34442"/>
                  </a:moveTo>
                  <a:lnTo>
                    <a:pt x="605802" y="28473"/>
                  </a:lnTo>
                  <a:lnTo>
                    <a:pt x="594766" y="23025"/>
                  </a:lnTo>
                  <a:lnTo>
                    <a:pt x="583438" y="18110"/>
                  </a:lnTo>
                  <a:lnTo>
                    <a:pt x="571830" y="13741"/>
                  </a:lnTo>
                  <a:lnTo>
                    <a:pt x="571830" y="232816"/>
                  </a:lnTo>
                  <a:lnTo>
                    <a:pt x="616508" y="232816"/>
                  </a:lnTo>
                  <a:lnTo>
                    <a:pt x="616508" y="34442"/>
                  </a:lnTo>
                  <a:close/>
                </a:path>
                <a:path w="738505" h="496569">
                  <a:moveTo>
                    <a:pt x="676605" y="263677"/>
                  </a:moveTo>
                  <a:lnTo>
                    <a:pt x="629018" y="263677"/>
                  </a:lnTo>
                  <a:lnTo>
                    <a:pt x="629018" y="454177"/>
                  </a:lnTo>
                  <a:lnTo>
                    <a:pt x="641908" y="444855"/>
                  </a:lnTo>
                  <a:lnTo>
                    <a:pt x="654177" y="434759"/>
                  </a:lnTo>
                  <a:lnTo>
                    <a:pt x="665759" y="423900"/>
                  </a:lnTo>
                  <a:lnTo>
                    <a:pt x="676605" y="412318"/>
                  </a:lnTo>
                  <a:lnTo>
                    <a:pt x="676605" y="263677"/>
                  </a:lnTo>
                  <a:close/>
                </a:path>
                <a:path w="738505" h="496569">
                  <a:moveTo>
                    <a:pt x="676617" y="84226"/>
                  </a:moveTo>
                  <a:lnTo>
                    <a:pt x="665772" y="72644"/>
                  </a:lnTo>
                  <a:lnTo>
                    <a:pt x="654189" y="61785"/>
                  </a:lnTo>
                  <a:lnTo>
                    <a:pt x="641934" y="51689"/>
                  </a:lnTo>
                  <a:lnTo>
                    <a:pt x="629031" y="42367"/>
                  </a:lnTo>
                  <a:lnTo>
                    <a:pt x="629031" y="232816"/>
                  </a:lnTo>
                  <a:lnTo>
                    <a:pt x="676617" y="232816"/>
                  </a:lnTo>
                  <a:lnTo>
                    <a:pt x="676617" y="84226"/>
                  </a:lnTo>
                  <a:close/>
                </a:path>
                <a:path w="738505" h="496569">
                  <a:moveTo>
                    <a:pt x="738098" y="232816"/>
                  </a:moveTo>
                  <a:lnTo>
                    <a:pt x="732853" y="195059"/>
                  </a:lnTo>
                  <a:lnTo>
                    <a:pt x="722160" y="159334"/>
                  </a:lnTo>
                  <a:lnTo>
                    <a:pt x="706462" y="126072"/>
                  </a:lnTo>
                  <a:lnTo>
                    <a:pt x="686219" y="95758"/>
                  </a:lnTo>
                  <a:lnTo>
                    <a:pt x="686219" y="232816"/>
                  </a:lnTo>
                  <a:lnTo>
                    <a:pt x="738098" y="2328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bg object 31">
              <a:extLst>
                <a:ext uri="{FF2B5EF4-FFF2-40B4-BE49-F238E27FC236}">
                  <a16:creationId xmlns:a16="http://schemas.microsoft.com/office/drawing/2014/main" id="{12753668-0BBF-48EC-717A-2E2475925325}"/>
                </a:ext>
              </a:extLst>
            </p:cNvPr>
            <p:cNvSpPr/>
            <p:nvPr/>
          </p:nvSpPr>
          <p:spPr>
            <a:xfrm>
              <a:off x="581787" y="638860"/>
              <a:ext cx="12700" cy="492759"/>
            </a:xfrm>
            <a:custGeom>
              <a:avLst/>
              <a:gdLst/>
              <a:ahLst/>
              <a:cxnLst/>
              <a:rect l="l" t="t" r="r" b="b"/>
              <a:pathLst>
                <a:path w="12700" h="492759">
                  <a:moveTo>
                    <a:pt x="12230" y="259918"/>
                  </a:moveTo>
                  <a:lnTo>
                    <a:pt x="0" y="259918"/>
                  </a:lnTo>
                  <a:lnTo>
                    <a:pt x="0" y="492734"/>
                  </a:lnTo>
                  <a:lnTo>
                    <a:pt x="12230" y="492734"/>
                  </a:lnTo>
                  <a:lnTo>
                    <a:pt x="12230" y="259918"/>
                  </a:lnTo>
                  <a:close/>
                </a:path>
                <a:path w="12700" h="492759">
                  <a:moveTo>
                    <a:pt x="12230" y="0"/>
                  </a:moveTo>
                  <a:lnTo>
                    <a:pt x="0" y="0"/>
                  </a:lnTo>
                  <a:lnTo>
                    <a:pt x="0" y="232829"/>
                  </a:lnTo>
                  <a:lnTo>
                    <a:pt x="12230" y="232829"/>
                  </a:lnTo>
                  <a:lnTo>
                    <a:pt x="1223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58" name="Grafik 57" descr="Ein Bild, das Screenshot, Grafiken, Design enthält.&#10;&#10;Automatisch generierte Beschreibung">
            <a:extLst>
              <a:ext uri="{FF2B5EF4-FFF2-40B4-BE49-F238E27FC236}">
                <a16:creationId xmlns:a16="http://schemas.microsoft.com/office/drawing/2014/main" id="{F8155F6A-2BCA-6E7C-1DB3-4A3CAD2E8321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92400" y="774000"/>
            <a:ext cx="481091" cy="478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9516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3" r:id="rId2"/>
    <p:sldLayoutId id="2147483712" r:id="rId3"/>
    <p:sldLayoutId id="2147483694" r:id="rId4"/>
    <p:sldLayoutId id="2147483709" r:id="rId5"/>
    <p:sldLayoutId id="2147483710" r:id="rId6"/>
    <p:sldLayoutId id="2147483695" r:id="rId7"/>
    <p:sldLayoutId id="2147483696" r:id="rId8"/>
    <p:sldLayoutId id="2147483697" r:id="rId9"/>
    <p:sldLayoutId id="2147483714" r:id="rId10"/>
    <p:sldLayoutId id="2147483715" r:id="rId11"/>
    <p:sldLayoutId id="2147483716" r:id="rId12"/>
    <p:sldLayoutId id="2147483718" r:id="rId13"/>
    <p:sldLayoutId id="2147483719" r:id="rId14"/>
    <p:sldLayoutId id="2147483720" r:id="rId15"/>
    <p:sldLayoutId id="2147483721" r:id="rId16"/>
  </p:sldLayoutIdLst>
  <p:txStyles>
    <p:titleStyle>
      <a:lvl1pPr eaLnBrk="1" hangingPunct="1">
        <a:defRPr>
          <a:solidFill>
            <a:srgbClr val="00B050"/>
          </a:solidFill>
          <a:latin typeface="+mj-lt"/>
          <a:ea typeface="+mj-ea"/>
          <a:cs typeface="+mj-cs"/>
        </a:defRPr>
      </a:lvl1pPr>
    </p:titleStyle>
    <p:body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501" userDrawn="1">
          <p15:clr>
            <a:srgbClr val="F26B43"/>
          </p15:clr>
        </p15:guide>
        <p15:guide id="2" pos="633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itel 38">
            <a:extLst>
              <a:ext uri="{FF2B5EF4-FFF2-40B4-BE49-F238E27FC236}">
                <a16:creationId xmlns:a16="http://schemas.microsoft.com/office/drawing/2014/main" id="{8D76A72C-5933-C0AD-9AFA-F9A62AE4F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B</a:t>
            </a:r>
            <a:r>
              <a:rPr lang="de-AT" dirty="0"/>
              <a:t>lack Mirror</a:t>
            </a:r>
            <a:br>
              <a:rPr lang="de-AT" dirty="0"/>
            </a:br>
            <a:endParaRPr lang="de-AT" dirty="0"/>
          </a:p>
        </p:txBody>
      </p:sp>
      <p:sp>
        <p:nvSpPr>
          <p:cNvPr id="41" name="Textplatzhalter 40">
            <a:extLst>
              <a:ext uri="{FF2B5EF4-FFF2-40B4-BE49-F238E27FC236}">
                <a16:creationId xmlns:a16="http://schemas.microsoft.com/office/drawing/2014/main" id="{AAAC2DDB-D959-096B-81CD-BBBEFCE214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AT" dirty="0" err="1"/>
              <a:t>Dipolmarbeit</a:t>
            </a:r>
            <a:br>
              <a:rPr lang="de-AT" dirty="0"/>
            </a:br>
            <a:r>
              <a:rPr lang="de-AT" dirty="0"/>
              <a:t>05.02.2026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8EC8516-5A14-0708-BF10-92EF1CD4C82E}"/>
              </a:ext>
            </a:extLst>
          </p:cNvPr>
          <p:cNvSpPr txBox="1"/>
          <p:nvPr/>
        </p:nvSpPr>
        <p:spPr>
          <a:xfrm>
            <a:off x="11060162" y="8293571"/>
            <a:ext cx="76328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</a:rPr>
              <a:t>Robert Milanovici &amp; Manuel </a:t>
            </a:r>
            <a:r>
              <a:rPr lang="de-DE" sz="2400" dirty="0" err="1">
                <a:solidFill>
                  <a:schemeClr val="bg1"/>
                </a:solidFill>
              </a:rPr>
              <a:t>Greinix</a:t>
            </a:r>
            <a:br>
              <a:rPr lang="de-DE" sz="2400" dirty="0">
                <a:solidFill>
                  <a:schemeClr val="bg1"/>
                </a:solidFill>
              </a:rPr>
            </a:br>
            <a:r>
              <a:rPr lang="de-DE" sz="2400" dirty="0">
                <a:solidFill>
                  <a:schemeClr val="bg1"/>
                </a:solidFill>
              </a:rPr>
              <a:t>Abteilung für Elektronik und Technische Informatik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CCE0E3C-4D7C-A56B-76DE-F4DBD357EB41}"/>
              </a:ext>
            </a:extLst>
          </p:cNvPr>
          <p:cNvSpPr txBox="1"/>
          <p:nvPr/>
        </p:nvSpPr>
        <p:spPr>
          <a:xfrm>
            <a:off x="18511935" y="5971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5624B21-5770-5244-AD1C-6457D61AB5FD}"/>
              </a:ext>
            </a:extLst>
          </p:cNvPr>
          <p:cNvSpPr txBox="1"/>
          <p:nvPr/>
        </p:nvSpPr>
        <p:spPr>
          <a:xfrm>
            <a:off x="18188955" y="516707"/>
            <a:ext cx="1459434" cy="356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2326E1-3667-0341-3C58-553178F6B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D01C0C1-C372-6CC5-66DB-46CDE14A4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Echtzeit-Silhouetten-Darstellung von Personen auf einer LED-Matrix</a:t>
            </a:r>
          </a:p>
          <a:p>
            <a:endParaRPr lang="de-AT" dirty="0"/>
          </a:p>
          <a:p>
            <a:r>
              <a:rPr lang="de-AT" b="1" dirty="0"/>
              <a:t>Komponenten</a:t>
            </a:r>
          </a:p>
          <a:p>
            <a:r>
              <a:rPr lang="de-AT" sz="2800" b="1" dirty="0"/>
              <a:t>Hardware:</a:t>
            </a:r>
            <a:r>
              <a:rPr lang="de-AT" sz="2800" dirty="0"/>
              <a:t> Raspberry Pi + LED-Matrix </a:t>
            </a:r>
          </a:p>
          <a:p>
            <a:r>
              <a:rPr lang="de-AT" sz="2800" b="1" dirty="0"/>
              <a:t>Kamera:</a:t>
            </a:r>
            <a:r>
              <a:rPr lang="de-AT" sz="2800" dirty="0"/>
              <a:t> Pi </a:t>
            </a:r>
            <a:r>
              <a:rPr lang="de-AT" sz="2800" dirty="0" err="1"/>
              <a:t>Camera</a:t>
            </a:r>
            <a:r>
              <a:rPr lang="de-AT" sz="2800" dirty="0"/>
              <a:t> 3 Wide </a:t>
            </a:r>
            <a:r>
              <a:rPr lang="de-AT" sz="2800" dirty="0" err="1"/>
              <a:t>NoIR</a:t>
            </a:r>
            <a:endParaRPr lang="de-AT" sz="2800" dirty="0"/>
          </a:p>
          <a:p>
            <a:r>
              <a:rPr lang="de-AT" sz="2800" b="1" dirty="0"/>
              <a:t>Software:</a:t>
            </a:r>
            <a:r>
              <a:rPr lang="de-AT" sz="2800" dirty="0"/>
              <a:t> Python + </a:t>
            </a:r>
            <a:r>
              <a:rPr lang="de-AT" sz="2800" dirty="0" err="1"/>
              <a:t>OpenCV</a:t>
            </a:r>
            <a:r>
              <a:rPr lang="de-AT" sz="2800" dirty="0"/>
              <a:t> + </a:t>
            </a:r>
            <a:r>
              <a:rPr lang="de-AT" sz="2800" dirty="0" err="1"/>
              <a:t>MediaPipe</a:t>
            </a:r>
            <a:endParaRPr lang="de-AT" sz="2800" dirty="0"/>
          </a:p>
          <a:p>
            <a:r>
              <a:rPr lang="de-AT" sz="2800" b="1" dirty="0"/>
              <a:t>Anzeige:</a:t>
            </a:r>
            <a:r>
              <a:rPr lang="de-AT" sz="2800" dirty="0"/>
              <a:t> Max7219 LED-Module</a:t>
            </a:r>
          </a:p>
          <a:p>
            <a:endParaRPr lang="de-AT" dirty="0"/>
          </a:p>
          <a:p>
            <a:r>
              <a:rPr lang="de-AT" b="1" dirty="0"/>
              <a:t>Herausforderungen</a:t>
            </a:r>
          </a:p>
          <a:p>
            <a:r>
              <a:rPr lang="de-AT" sz="2800" dirty="0"/>
              <a:t>Echtzeitverarbeitung auf Raspberry Pi</a:t>
            </a:r>
          </a:p>
          <a:p>
            <a:r>
              <a:rPr lang="de-AT" sz="2800" dirty="0"/>
              <a:t>Präzise Personenerkennung</a:t>
            </a:r>
          </a:p>
          <a:p>
            <a:r>
              <a:rPr lang="de-AT" sz="2800" dirty="0"/>
              <a:t>Stabile LED-Ansteuerung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3020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07AEB2-7E27-CDF7-F979-975329B5E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A536F86-3AE5-5FDD-A8B5-6B0C8002E9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3205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4247CE6-C5DF-5BE0-3E57-125A30C196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b="1" dirty="0"/>
              <a:t>Robert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dirty="0"/>
              <a:t>Personenerfassung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dirty="0"/>
              <a:t>Led-Matrix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0D921CF-88A6-B6F5-7EF3-F9965736CDB4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lang="de-DE" dirty="0"/>
              <a:t>Manuel</a:t>
            </a:r>
          </a:p>
          <a:p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A25091F-3040-312E-1644-E16FD502B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Arbeitsaufteilung</a:t>
            </a:r>
          </a:p>
        </p:txBody>
      </p:sp>
    </p:spTree>
    <p:extLst>
      <p:ext uri="{BB962C8B-B14F-4D97-AF65-F5344CB8AC3E}">
        <p14:creationId xmlns:p14="http://schemas.microsoft.com/office/powerpoint/2010/main" val="2987427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78E237-D6B9-628C-4B91-80C95E7C6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Personenerfassung</a:t>
            </a: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D660DAB-9E5B-AE58-5357-36F15EC751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Bis </a:t>
            </a:r>
            <a:r>
              <a:rPr lang="en-GB" dirty="0" err="1"/>
              <a:t>jetzt</a:t>
            </a:r>
            <a:r>
              <a:rPr lang="en-GB"/>
              <a:t>:</a:t>
            </a:r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5739362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22F618-A2F8-F55A-FD4A-CB6AE4210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Personenerfassung</a:t>
            </a:r>
            <a:br>
              <a:rPr lang="en-GB" dirty="0"/>
            </a:b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DEF813E-0A59-3161-4BFB-AB5AE7EC10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Probleme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37789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B75970-25C5-DE39-0F52-0BBDD30DC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Led Module</a:t>
            </a: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237261-779D-64EA-8777-F4153FA2C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Probleme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722135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6D623AB-AB96-1710-0A7B-AEBB022F2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de-AT" dirty="0"/>
              <a:t>Zusammenfassung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794161-D942-764E-0805-D9F4894C1A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AT" dirty="0"/>
              <a:t>….wichtigste 3-4 Punkte</a:t>
            </a:r>
          </a:p>
        </p:txBody>
      </p:sp>
    </p:spTree>
    <p:extLst>
      <p:ext uri="{BB962C8B-B14F-4D97-AF65-F5344CB8AC3E}">
        <p14:creationId xmlns:p14="http://schemas.microsoft.com/office/powerpoint/2010/main" val="3176726208"/>
      </p:ext>
    </p:extLst>
  </p:cSld>
  <p:clrMapOvr>
    <a:masterClrMapping/>
  </p:clrMapOvr>
</p:sld>
</file>

<file path=ppt/theme/theme1.xml><?xml version="1.0" encoding="utf-8"?>
<a:theme xmlns:a="http://schemas.openxmlformats.org/drawingml/2006/main" name="ELEKTRONIK &amp; TECHN. INFORMATIK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LME-Vorlage-EL-2025-1" id="{685589CC-0A40-7D48-A385-2C962065E78F}" vid="{EA640997-F2BE-2D47-A4D3-504C0DC209DF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ELEKTRONIK &amp; TECHN</Template>
  <TotalTime>0</TotalTime>
  <Words>80</Words>
  <Application>Microsoft Office PowerPoint</Application>
  <PresentationFormat>Benutzerdefiniert</PresentationFormat>
  <Paragraphs>29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Arial</vt:lpstr>
      <vt:lpstr>Calibri</vt:lpstr>
      <vt:lpstr>Helvetica</vt:lpstr>
      <vt:lpstr>Times New Roman</vt:lpstr>
      <vt:lpstr>ELEKTRONIK &amp; TECHN. INFORMATIK</vt:lpstr>
      <vt:lpstr>Black Mirror </vt:lpstr>
      <vt:lpstr>Ziel</vt:lpstr>
      <vt:lpstr>PowerPoint-Präsentation</vt:lpstr>
      <vt:lpstr>Arbeitsaufteilung</vt:lpstr>
      <vt:lpstr>Personenerfassung</vt:lpstr>
      <vt:lpstr>Personenerfassung </vt:lpstr>
      <vt:lpstr>Led Module</vt:lpstr>
      <vt:lpstr>Zusammenfassung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Rudolf Schamberger</dc:creator>
  <cp:lastModifiedBy>Milanovici Robert</cp:lastModifiedBy>
  <cp:revision>3</cp:revision>
  <dcterms:created xsi:type="dcterms:W3CDTF">2026-02-26T14:01:20Z</dcterms:created>
  <dcterms:modified xsi:type="dcterms:W3CDTF">2026-03-04T13:13:38Z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2023-11-09T00:00:00Z</vt:filetime>
  </property>
  <property fmtid="{D5CDD505-2E9C-101B-9397-08002B2CF9AE}" pid="3" name="Creator">
    <vt:lpwstr>Adobe InDesign 18.0 (Macintosh)</vt:lpwstr>
  </property>
  <property fmtid="{D5CDD505-2E9C-101B-9397-08002B2CF9AE}" pid="4" name="LastSaved">
    <vt:filetime>2023-11-09T00:00:00Z</vt:filetime>
  </property>
  <property fmtid="{D5CDD505-2E9C-101B-9397-08002B2CF9AE}" pid="5" name="Producer">
    <vt:lpwstr>Adobe PDF Library 17.0</vt:lpwstr>
  </property>
</Properties>
</file>