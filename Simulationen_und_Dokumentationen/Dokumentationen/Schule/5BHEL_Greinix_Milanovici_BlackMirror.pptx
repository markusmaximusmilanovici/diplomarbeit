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7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8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9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0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6" r:id="rId4"/>
    <p:sldMasterId id="2147483714" r:id="rId5"/>
    <p:sldMasterId id="2147483724" r:id="rId6"/>
    <p:sldMasterId id="2147483728" r:id="rId7"/>
    <p:sldMasterId id="2147483732" r:id="rId8"/>
    <p:sldMasterId id="2147483740" r:id="rId9"/>
    <p:sldMasterId id="2147483744" r:id="rId10"/>
    <p:sldMasterId id="2147483748" r:id="rId11"/>
    <p:sldMasterId id="2147483756" r:id="rId12"/>
    <p:sldMasterId id="2147483752" r:id="rId13"/>
    <p:sldMasterId id="2147483760" r:id="rId14"/>
  </p:sldMasterIdLst>
  <p:notesMasterIdLst>
    <p:notesMasterId r:id="rId16"/>
  </p:notesMasterIdLst>
  <p:sldIdLst>
    <p:sldId id="310" r:id="rId15"/>
  </p:sldIdLst>
  <p:sldSz cx="30240288" cy="42840275"/>
  <p:notesSz cx="7104063" cy="10234613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10960" userDrawn="1">
          <p15:clr>
            <a:srgbClr val="A4A3A4"/>
          </p15:clr>
        </p15:guide>
        <p15:guide id="2" pos="325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2D41"/>
    <a:srgbClr val="A2CB3E"/>
    <a:srgbClr val="7CB7E4"/>
    <a:srgbClr val="FEE32C"/>
    <a:srgbClr val="DE5528"/>
    <a:srgbClr val="7BB7E5"/>
    <a:srgbClr val="FFE3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8"/>
  </p:normalViewPr>
  <p:slideViewPr>
    <p:cSldViewPr snapToGrid="0">
      <p:cViewPr varScale="1">
        <p:scale>
          <a:sx n="10" d="100"/>
          <a:sy n="10" d="100"/>
        </p:scale>
        <p:origin x="1862" y="-432"/>
      </p:cViewPr>
      <p:guideLst>
        <p:guide orient="horz" pos="10960"/>
        <p:guide pos="325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.xml"/><Relationship Id="rId10" Type="http://schemas.openxmlformats.org/officeDocument/2006/relationships/slideMaster" Target="slideMasters/slideMaster7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577" cy="513751"/>
          </a:xfrm>
          <a:prstGeom prst="rect">
            <a:avLst/>
          </a:prstGeom>
        </p:spPr>
        <p:txBody>
          <a:bodyPr vert="horz" lIns="50548" tIns="25274" rIns="50548" bIns="25274" rtlCol="0"/>
          <a:lstStyle>
            <a:lvl1pPr algn="l">
              <a:defRPr sz="7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3803" y="0"/>
            <a:ext cx="3078577" cy="513751"/>
          </a:xfrm>
          <a:prstGeom prst="rect">
            <a:avLst/>
          </a:prstGeom>
        </p:spPr>
        <p:txBody>
          <a:bodyPr vert="horz" lIns="50548" tIns="25274" rIns="50548" bIns="25274" rtlCol="0"/>
          <a:lstStyle>
            <a:lvl1pPr algn="r">
              <a:defRPr sz="700"/>
            </a:lvl1pPr>
          </a:lstStyle>
          <a:p>
            <a:fld id="{9B32CCA1-4475-43BB-8E25-41D5FBD7FEC8}" type="datetimeFigureOut">
              <a:rPr lang="de-AT" smtClean="0"/>
              <a:t>16.04.2026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333625" y="1279525"/>
            <a:ext cx="24368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50548" tIns="25274" rIns="50548" bIns="25274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10183" y="4925372"/>
            <a:ext cx="5683699" cy="4030637"/>
          </a:xfrm>
          <a:prstGeom prst="rect">
            <a:avLst/>
          </a:prstGeom>
        </p:spPr>
        <p:txBody>
          <a:bodyPr vert="horz" lIns="50548" tIns="25274" rIns="50548" bIns="25274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0862"/>
            <a:ext cx="3078577" cy="513751"/>
          </a:xfrm>
          <a:prstGeom prst="rect">
            <a:avLst/>
          </a:prstGeom>
        </p:spPr>
        <p:txBody>
          <a:bodyPr vert="horz" lIns="50548" tIns="25274" rIns="50548" bIns="25274" rtlCol="0" anchor="b"/>
          <a:lstStyle>
            <a:lvl1pPr algn="l">
              <a:defRPr sz="7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3803" y="9720862"/>
            <a:ext cx="3078577" cy="513751"/>
          </a:xfrm>
          <a:prstGeom prst="rect">
            <a:avLst/>
          </a:prstGeom>
        </p:spPr>
        <p:txBody>
          <a:bodyPr vert="horz" lIns="50548" tIns="25274" rIns="50548" bIns="25274" rtlCol="0" anchor="b"/>
          <a:lstStyle>
            <a:lvl1pPr algn="r">
              <a:defRPr sz="700"/>
            </a:lvl1pPr>
          </a:lstStyle>
          <a:p>
            <a:fld id="{E07D3D4C-C2CF-4F6C-98A3-FF8A645ED3C3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4004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977222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1pPr>
    <a:lvl2pPr marL="1488613" algn="l" defTabSz="2977222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2pPr>
    <a:lvl3pPr marL="2977222" algn="l" defTabSz="2977222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3pPr>
    <a:lvl4pPr marL="4465835" algn="l" defTabSz="2977222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4pPr>
    <a:lvl5pPr marL="5954445" algn="l" defTabSz="2977222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5pPr>
    <a:lvl6pPr marL="7443057" algn="l" defTabSz="2977222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6pPr>
    <a:lvl7pPr marL="8931667" algn="l" defTabSz="2977222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7pPr>
    <a:lvl8pPr marL="10420280" algn="l" defTabSz="2977222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8pPr>
    <a:lvl9pPr marL="11908892" algn="l" defTabSz="2977222" rtl="0" eaLnBrk="1" latinLnBrk="0" hangingPunct="1">
      <a:defRPr sz="3916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224" userDrawn="1">
          <p15:clr>
            <a:srgbClr val="F26B43"/>
          </p15:clr>
        </p15:guide>
        <p15:guide id="2" pos="2237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Relationship Id="rId5" Type="http://schemas.openxmlformats.org/officeDocument/2006/relationships/image" Target="../media/image18.png"/><Relationship Id="rId4" Type="http://schemas.openxmlformats.org/officeDocument/2006/relationships/image" Target="../media/image8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9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0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 1">
            <a:extLst>
              <a:ext uri="{FF2B5EF4-FFF2-40B4-BE49-F238E27FC236}">
                <a16:creationId xmlns:a16="http://schemas.microsoft.com/office/drawing/2014/main" id="{5755C214-5AB2-C175-E9E7-E19A532B5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57" name="Textplatzhalter 3">
            <a:extLst>
              <a:ext uri="{FF2B5EF4-FFF2-40B4-BE49-F238E27FC236}">
                <a16:creationId xmlns:a16="http://schemas.microsoft.com/office/drawing/2014/main" id="{5462CBF8-AFFD-FD84-E860-051682724E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58" name="Textplatzhalter 25">
            <a:extLst>
              <a:ext uri="{FF2B5EF4-FFF2-40B4-BE49-F238E27FC236}">
                <a16:creationId xmlns:a16="http://schemas.microsoft.com/office/drawing/2014/main" id="{A0BAEA49-6731-664A-B9A0-A446BEBC74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59" name="Gruppieren 58">
            <a:extLst>
              <a:ext uri="{FF2B5EF4-FFF2-40B4-BE49-F238E27FC236}">
                <a16:creationId xmlns:a16="http://schemas.microsoft.com/office/drawing/2014/main" id="{85B073C6-E43E-14C6-0893-2EA42ED17F5E}"/>
              </a:ext>
            </a:extLst>
          </p:cNvPr>
          <p:cNvGrpSpPr/>
          <p:nvPr userDrawn="1"/>
        </p:nvGrpSpPr>
        <p:grpSpPr>
          <a:xfrm>
            <a:off x="12000117" y="35320249"/>
            <a:ext cx="18275341" cy="5100034"/>
            <a:chOff x="3810001" y="10439400"/>
            <a:chExt cx="5802366" cy="1524000"/>
          </a:xfrm>
        </p:grpSpPr>
        <p:grpSp>
          <p:nvGrpSpPr>
            <p:cNvPr id="60" name="Gruppieren 59">
              <a:extLst>
                <a:ext uri="{FF2B5EF4-FFF2-40B4-BE49-F238E27FC236}">
                  <a16:creationId xmlns:a16="http://schemas.microsoft.com/office/drawing/2014/main" id="{16103C88-F7D4-FF1D-A4BB-FE82C7540502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810001" y="10439400"/>
              <a:ext cx="5802366" cy="1524000"/>
              <a:chOff x="12627468" y="7644148"/>
              <a:chExt cx="7101441" cy="2748172"/>
            </a:xfrm>
          </p:grpSpPr>
          <p:cxnSp>
            <p:nvCxnSpPr>
              <p:cNvPr id="62" name="Gerader Verbinder 61">
                <a:extLst>
                  <a:ext uri="{FF2B5EF4-FFF2-40B4-BE49-F238E27FC236}">
                    <a16:creationId xmlns:a16="http://schemas.microsoft.com/office/drawing/2014/main" id="{34DC1DB6-ABE2-BC37-FF6B-3CC01AD55366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627468" y="9286875"/>
                <a:ext cx="7101441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Gerader Verbinder 62">
                <a:extLst>
                  <a:ext uri="{FF2B5EF4-FFF2-40B4-BE49-F238E27FC236}">
                    <a16:creationId xmlns:a16="http://schemas.microsoft.com/office/drawing/2014/main" id="{11DE5155-DC03-4C89-7A51-8FE2AD74F10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18662651" y="7644148"/>
                <a:ext cx="0" cy="274817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81B925AE-2A0D-D8AB-51CD-7B8FA32217B5}"/>
                </a:ext>
              </a:extLst>
            </p:cNvPr>
            <p:cNvSpPr txBox="1"/>
            <p:nvPr userDrawn="1"/>
          </p:nvSpPr>
          <p:spPr>
            <a:xfrm>
              <a:off x="4174201" y="11462618"/>
              <a:ext cx="4566958" cy="39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3960" b="1">
                  <a:solidFill>
                    <a:schemeClr val="bg1"/>
                  </a:solidFill>
                  <a:latin typeface="+mj-lt"/>
                </a:rPr>
                <a:t>HTL BULME Graz-Gösting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	</a:t>
              </a:r>
              <a:r>
                <a:rPr lang="de-AT" sz="3960" b="1">
                  <a:solidFill>
                    <a:schemeClr val="bg1"/>
                  </a:solidFill>
                  <a:latin typeface="+mj-lt"/>
                </a:rPr>
                <a:t>T: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+43 5 0248 066</a:t>
              </a:r>
            </a:p>
            <a:p>
              <a:r>
                <a:rPr lang="de-AT" sz="3960" err="1">
                  <a:solidFill>
                    <a:schemeClr val="bg1"/>
                  </a:solidFill>
                  <a:latin typeface="+mj-lt"/>
                </a:rPr>
                <a:t>Ibererstraße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15 – 21, 8051 Graz	</a:t>
              </a:r>
              <a:r>
                <a:rPr lang="de-AT" sz="3960" b="1">
                  <a:solidFill>
                    <a:schemeClr val="bg1"/>
                  </a:solidFill>
                  <a:latin typeface="+mj-lt"/>
                </a:rPr>
                <a:t>E: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willkommen@bulme.at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523165DA-4BBC-0DED-762C-8B49F5D7E177}"/>
              </a:ext>
            </a:extLst>
          </p:cNvPr>
          <p:cNvGrpSpPr/>
          <p:nvPr userDrawn="1"/>
        </p:nvGrpSpPr>
        <p:grpSpPr>
          <a:xfrm>
            <a:off x="28" y="40802016"/>
            <a:ext cx="30240263" cy="1428071"/>
            <a:chOff x="10" y="14400000"/>
            <a:chExt cx="10675620" cy="504000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FD4C8A06-86FE-BFFC-CB7D-19800B413F4F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5" name="object 20">
                <a:extLst>
                  <a:ext uri="{FF2B5EF4-FFF2-40B4-BE49-F238E27FC236}">
                    <a16:creationId xmlns:a16="http://schemas.microsoft.com/office/drawing/2014/main" id="{7FA2C929-1575-E15F-5FA0-120B05C83177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6" name="object 21">
                <a:extLst>
                  <a:ext uri="{FF2B5EF4-FFF2-40B4-BE49-F238E27FC236}">
                    <a16:creationId xmlns:a16="http://schemas.microsoft.com/office/drawing/2014/main" id="{772B776A-14AD-7F46-E3EF-1EF85A9307E3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7" name="object 22">
                <a:extLst>
                  <a:ext uri="{FF2B5EF4-FFF2-40B4-BE49-F238E27FC236}">
                    <a16:creationId xmlns:a16="http://schemas.microsoft.com/office/drawing/2014/main" id="{F8901CF0-295C-F9EF-CC15-164F943A9AF1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8" name="object 23">
                <a:extLst>
                  <a:ext uri="{FF2B5EF4-FFF2-40B4-BE49-F238E27FC236}">
                    <a16:creationId xmlns:a16="http://schemas.microsoft.com/office/drawing/2014/main" id="{16080F6F-0B52-779C-1EE3-AF078D8E9EF8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4" name="Grafik 3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69F9FA97-E847-1107-D6C6-9EC2A7DBC8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14" name="Grafik 13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EE3174F3-AF43-30D3-C737-B66F82527B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16" name="Grafik 15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9D2F2D3F-925D-5570-FF6D-3B1B329FBB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18" name="Grafik 17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BB673F23-B6D1-C237-F216-2463D8A6683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7480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140D8E-7A5F-A4DF-6976-F4EB559308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EACB0DD-A21C-2677-4D5A-850CCFC9D0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3" name="Textplatzhalter 25">
            <a:extLst>
              <a:ext uri="{FF2B5EF4-FFF2-40B4-BE49-F238E27FC236}">
                <a16:creationId xmlns:a16="http://schemas.microsoft.com/office/drawing/2014/main" id="{73DFF73C-7825-6C12-EEBC-48FAA12A4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CF56D039-33FE-93CA-EBD0-47999ABBAA8C}"/>
              </a:ext>
            </a:extLst>
          </p:cNvPr>
          <p:cNvGrpSpPr/>
          <p:nvPr userDrawn="1"/>
        </p:nvGrpSpPr>
        <p:grpSpPr>
          <a:xfrm>
            <a:off x="28" y="40802016"/>
            <a:ext cx="30240263" cy="1428071"/>
            <a:chOff x="10" y="14400000"/>
            <a:chExt cx="10675620" cy="504000"/>
          </a:xfrm>
        </p:grpSpPr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B310EE4D-EA30-C333-BFED-D8246EFA5B00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43" name="object 20">
                <a:extLst>
                  <a:ext uri="{FF2B5EF4-FFF2-40B4-BE49-F238E27FC236}">
                    <a16:creationId xmlns:a16="http://schemas.microsoft.com/office/drawing/2014/main" id="{3F4AC481-0873-9059-1F62-369A1CF6D04D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21">
                <a:extLst>
                  <a:ext uri="{FF2B5EF4-FFF2-40B4-BE49-F238E27FC236}">
                    <a16:creationId xmlns:a16="http://schemas.microsoft.com/office/drawing/2014/main" id="{2C2CFCF4-74DF-84E8-F45C-07506CD78595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22">
                <a:extLst>
                  <a:ext uri="{FF2B5EF4-FFF2-40B4-BE49-F238E27FC236}">
                    <a16:creationId xmlns:a16="http://schemas.microsoft.com/office/drawing/2014/main" id="{52773CB8-85B0-5291-D90C-B1F6F3374D05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23">
                <a:extLst>
                  <a:ext uri="{FF2B5EF4-FFF2-40B4-BE49-F238E27FC236}">
                    <a16:creationId xmlns:a16="http://schemas.microsoft.com/office/drawing/2014/main" id="{97DFCB22-8FCB-99E2-59B2-B9C9D661E80D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9" name="Grafik 38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93E4FF9C-12D7-C218-B1DA-8EA5562E97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40" name="Grafik 39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2FE3B20C-2E07-B963-F1C0-4F2EB41FA6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41" name="Grafik 40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B05FEB49-9546-7A32-3923-9D95FA4F721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42" name="Grafik 41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C4B88AA0-CA29-F419-3D42-FEF4A981D4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39234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D390AF1-3793-776C-195B-219F290C1FE8}"/>
              </a:ext>
            </a:extLst>
          </p:cNvPr>
          <p:cNvGrpSpPr/>
          <p:nvPr userDrawn="1"/>
        </p:nvGrpSpPr>
        <p:grpSpPr>
          <a:xfrm>
            <a:off x="18154672" y="692718"/>
            <a:ext cx="12102855" cy="2897864"/>
            <a:chOff x="6418800" y="244475"/>
            <a:chExt cx="4279108" cy="1022725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068B5461-53E0-8CF4-489A-1F3D4E826B85}"/>
                </a:ext>
              </a:extLst>
            </p:cNvPr>
            <p:cNvSpPr txBox="1"/>
            <p:nvPr userDrawn="1"/>
          </p:nvSpPr>
          <p:spPr>
            <a:xfrm>
              <a:off x="8635062" y="244475"/>
              <a:ext cx="1893090" cy="24399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9996" algn="r">
                <a:lnSpc>
                  <a:spcPct val="100000"/>
                </a:lnSpc>
                <a:spcBef>
                  <a:spcPts val="314"/>
                </a:spcBef>
              </a:pPr>
              <a:endParaRPr sz="4409">
                <a:latin typeface="Leelawadee UI"/>
                <a:cs typeface="Leelawadee UI"/>
              </a:endParaRPr>
            </a:p>
          </p:txBody>
        </p:sp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133D7517-0E17-1BD1-4B18-74FD4F962A47}"/>
                </a:ext>
              </a:extLst>
            </p:cNvPr>
            <p:cNvGrpSpPr/>
            <p:nvPr userDrawn="1"/>
          </p:nvGrpSpPr>
          <p:grpSpPr>
            <a:xfrm>
              <a:off x="6418800" y="297091"/>
              <a:ext cx="4279108" cy="970109"/>
              <a:chOff x="6418800" y="297091"/>
              <a:chExt cx="4279108" cy="970109"/>
            </a:xfrm>
          </p:grpSpPr>
          <p:cxnSp>
            <p:nvCxnSpPr>
              <p:cNvPr id="13" name="Gerader Verbinder 12">
                <a:extLst>
                  <a:ext uri="{FF2B5EF4-FFF2-40B4-BE49-F238E27FC236}">
                    <a16:creationId xmlns:a16="http://schemas.microsoft.com/office/drawing/2014/main" id="{E6EE77C4-3498-B786-843B-F823C2419B07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418800" y="661503"/>
                <a:ext cx="4279108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107F5260-6E44-E46C-0521-E865390CF01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6778800" y="297091"/>
                <a:ext cx="0" cy="970109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5" name="Grafik 14" descr="Ein Bild, das Screenshot, Grafiken, Design enthält.&#10;&#10;Automatisch generierte Beschreibung">
                <a:extLst>
                  <a:ext uri="{FF2B5EF4-FFF2-40B4-BE49-F238E27FC236}">
                    <a16:creationId xmlns:a16="http://schemas.microsoft.com/office/drawing/2014/main" id="{F42066E5-68E0-04B4-5C08-56B7422C2A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33665" y="840491"/>
                <a:ext cx="398241" cy="412939"/>
              </a:xfrm>
              <a:prstGeom prst="rect">
                <a:avLst/>
              </a:prstGeom>
            </p:spPr>
          </p:pic>
          <p:pic>
            <p:nvPicPr>
              <p:cNvPr id="16" name="Grafik 15" descr="Ein Bild, das Rechteck, Muster, Grafiken, Screenshot enthält.&#10;&#10;Automatisch generierte Beschreibung">
                <a:extLst>
                  <a:ext uri="{FF2B5EF4-FFF2-40B4-BE49-F238E27FC236}">
                    <a16:creationId xmlns:a16="http://schemas.microsoft.com/office/drawing/2014/main" id="{8D7C8A85-3025-24CE-637D-A6B6328AB27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945704" y="831311"/>
                <a:ext cx="407095" cy="422118"/>
              </a:xfrm>
              <a:prstGeom prst="rect">
                <a:avLst/>
              </a:prstGeom>
            </p:spPr>
          </p:pic>
          <p:pic>
            <p:nvPicPr>
              <p:cNvPr id="17" name="Grafik 16" descr="Ein Bild, das Kreis, Grafiken, Design enthält.&#10;&#10;Automatisch generierte Beschreibung">
                <a:extLst>
                  <a:ext uri="{FF2B5EF4-FFF2-40B4-BE49-F238E27FC236}">
                    <a16:creationId xmlns:a16="http://schemas.microsoft.com/office/drawing/2014/main" id="{649ACEEF-AC0D-C677-1B53-B0780377564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135576" y="831311"/>
                <a:ext cx="403271" cy="422118"/>
              </a:xfrm>
              <a:prstGeom prst="rect">
                <a:avLst/>
              </a:prstGeom>
            </p:spPr>
          </p:pic>
          <p:pic>
            <p:nvPicPr>
              <p:cNvPr id="18" name="Grafik 17" descr="Ein Bild, das Kreis, Grafiken, Design enthält.&#10;&#10;Automatisch generierte Beschreibung">
                <a:extLst>
                  <a:ext uri="{FF2B5EF4-FFF2-40B4-BE49-F238E27FC236}">
                    <a16:creationId xmlns:a16="http://schemas.microsoft.com/office/drawing/2014/main" id="{62FB9732-2047-4592-D02A-8125673042A6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756506" y="829647"/>
                <a:ext cx="404696" cy="422118"/>
              </a:xfrm>
              <a:prstGeom prst="rect">
                <a:avLst/>
              </a:prstGeom>
            </p:spPr>
          </p:pic>
          <p:pic>
            <p:nvPicPr>
              <p:cNvPr id="19" name="Grafik 18" descr="Ein Bild, das Kreis enthält.">
                <a:extLst>
                  <a:ext uri="{FF2B5EF4-FFF2-40B4-BE49-F238E27FC236}">
                    <a16:creationId xmlns:a16="http://schemas.microsoft.com/office/drawing/2014/main" id="{06029956-6757-4C38-67F4-5FD355CB482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325449" y="871859"/>
                <a:ext cx="532286" cy="337695"/>
              </a:xfrm>
              <a:prstGeom prst="rect">
                <a:avLst/>
              </a:prstGeom>
            </p:spPr>
          </p:pic>
        </p:grpSp>
      </p:grpSp>
      <p:sp>
        <p:nvSpPr>
          <p:cNvPr id="20" name="Titel 1">
            <a:extLst>
              <a:ext uri="{FF2B5EF4-FFF2-40B4-BE49-F238E27FC236}">
                <a16:creationId xmlns:a16="http://schemas.microsoft.com/office/drawing/2014/main" id="{435B0C67-779C-567B-AC33-64B974D011F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CB27D75-6550-843E-75E7-05ADD84957C0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22" name="Textplatzhalter 25">
            <a:extLst>
              <a:ext uri="{FF2B5EF4-FFF2-40B4-BE49-F238E27FC236}">
                <a16:creationId xmlns:a16="http://schemas.microsoft.com/office/drawing/2014/main" id="{973B2B94-8E62-F0C6-C328-7DC17F63298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963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>
            <a:extLst>
              <a:ext uri="{FF2B5EF4-FFF2-40B4-BE49-F238E27FC236}">
                <a16:creationId xmlns:a16="http://schemas.microsoft.com/office/drawing/2014/main" id="{193E353B-D386-60AF-5ECD-90F3C4127B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AA419AE5-B25E-D515-32E6-EFAFEF8EED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24" name="Textplatzhalter 25">
            <a:extLst>
              <a:ext uri="{FF2B5EF4-FFF2-40B4-BE49-F238E27FC236}">
                <a16:creationId xmlns:a16="http://schemas.microsoft.com/office/drawing/2014/main" id="{DF21C08F-E31B-C877-2EDF-0C076AEB3F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40" name="Gruppieren 39">
            <a:extLst>
              <a:ext uri="{FF2B5EF4-FFF2-40B4-BE49-F238E27FC236}">
                <a16:creationId xmlns:a16="http://schemas.microsoft.com/office/drawing/2014/main" id="{4DDE5D15-2D98-0102-AF66-758B1958C84E}"/>
              </a:ext>
            </a:extLst>
          </p:cNvPr>
          <p:cNvGrpSpPr/>
          <p:nvPr userDrawn="1"/>
        </p:nvGrpSpPr>
        <p:grpSpPr>
          <a:xfrm>
            <a:off x="12000117" y="35320249"/>
            <a:ext cx="18275341" cy="5100034"/>
            <a:chOff x="3810001" y="10439400"/>
            <a:chExt cx="5802366" cy="1524000"/>
          </a:xfrm>
        </p:grpSpPr>
        <p:grpSp>
          <p:nvGrpSpPr>
            <p:cNvPr id="41" name="Gruppieren 40">
              <a:extLst>
                <a:ext uri="{FF2B5EF4-FFF2-40B4-BE49-F238E27FC236}">
                  <a16:creationId xmlns:a16="http://schemas.microsoft.com/office/drawing/2014/main" id="{CC2EEB25-59F0-0E6D-37F5-EB44725F500B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810001" y="10439400"/>
              <a:ext cx="5802366" cy="1524000"/>
              <a:chOff x="12627468" y="7644148"/>
              <a:chExt cx="7101441" cy="2748172"/>
            </a:xfrm>
          </p:grpSpPr>
          <p:cxnSp>
            <p:nvCxnSpPr>
              <p:cNvPr id="43" name="Gerader Verbinder 42">
                <a:extLst>
                  <a:ext uri="{FF2B5EF4-FFF2-40B4-BE49-F238E27FC236}">
                    <a16:creationId xmlns:a16="http://schemas.microsoft.com/office/drawing/2014/main" id="{DE932425-36F0-515F-67E1-C71645C31C7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627468" y="9286875"/>
                <a:ext cx="7101441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Gerader Verbinder 43">
                <a:extLst>
                  <a:ext uri="{FF2B5EF4-FFF2-40B4-BE49-F238E27FC236}">
                    <a16:creationId xmlns:a16="http://schemas.microsoft.com/office/drawing/2014/main" id="{70FC3E11-A60B-F558-3306-29A0DD5D7AE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18662651" y="7644148"/>
                <a:ext cx="0" cy="274817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E2C09454-436A-55D5-DEBD-79E34329D7FF}"/>
                </a:ext>
              </a:extLst>
            </p:cNvPr>
            <p:cNvSpPr txBox="1"/>
            <p:nvPr userDrawn="1"/>
          </p:nvSpPr>
          <p:spPr>
            <a:xfrm>
              <a:off x="4174201" y="11462618"/>
              <a:ext cx="4566958" cy="39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3960" b="1">
                  <a:solidFill>
                    <a:schemeClr val="bg1"/>
                  </a:solidFill>
                  <a:latin typeface="+mj-lt"/>
                </a:rPr>
                <a:t>HTL BULME Graz-Gösting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	</a:t>
              </a:r>
              <a:r>
                <a:rPr lang="de-AT" sz="3960" b="1">
                  <a:solidFill>
                    <a:schemeClr val="bg1"/>
                  </a:solidFill>
                  <a:latin typeface="+mj-lt"/>
                </a:rPr>
                <a:t>T: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+43 5 0248 066</a:t>
              </a:r>
            </a:p>
            <a:p>
              <a:r>
                <a:rPr lang="de-AT" sz="3960" err="1">
                  <a:solidFill>
                    <a:schemeClr val="bg1"/>
                  </a:solidFill>
                  <a:latin typeface="+mj-lt"/>
                </a:rPr>
                <a:t>Ibererstraße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15 – 21, 8051 Graz	</a:t>
              </a:r>
              <a:r>
                <a:rPr lang="de-AT" sz="3960" b="1">
                  <a:solidFill>
                    <a:schemeClr val="bg1"/>
                  </a:solidFill>
                  <a:latin typeface="+mj-lt"/>
                </a:rPr>
                <a:t>E: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willkommen@bulme.at</a:t>
              </a:r>
            </a:p>
          </p:txBody>
        </p:sp>
      </p:grp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D1272D22-5407-8242-07E2-7ACA59A6A6AC}"/>
              </a:ext>
            </a:extLst>
          </p:cNvPr>
          <p:cNvGrpSpPr/>
          <p:nvPr userDrawn="1"/>
        </p:nvGrpSpPr>
        <p:grpSpPr>
          <a:xfrm>
            <a:off x="28" y="40802016"/>
            <a:ext cx="30240263" cy="1428071"/>
            <a:chOff x="10" y="14400000"/>
            <a:chExt cx="10675620" cy="504000"/>
          </a:xfrm>
        </p:grpSpPr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2E0E7A88-E663-274E-022B-5934D176C73A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51" name="object 20">
                <a:extLst>
                  <a:ext uri="{FF2B5EF4-FFF2-40B4-BE49-F238E27FC236}">
                    <a16:creationId xmlns:a16="http://schemas.microsoft.com/office/drawing/2014/main" id="{34AEF214-932A-A2FC-9E0D-845AA7D76401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21">
                <a:extLst>
                  <a:ext uri="{FF2B5EF4-FFF2-40B4-BE49-F238E27FC236}">
                    <a16:creationId xmlns:a16="http://schemas.microsoft.com/office/drawing/2014/main" id="{6C9CEAE2-E577-89BA-807C-2A6E5EA14B76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22">
                <a:extLst>
                  <a:ext uri="{FF2B5EF4-FFF2-40B4-BE49-F238E27FC236}">
                    <a16:creationId xmlns:a16="http://schemas.microsoft.com/office/drawing/2014/main" id="{B6437A14-E124-DCED-08C7-600920821CB1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23">
                <a:extLst>
                  <a:ext uri="{FF2B5EF4-FFF2-40B4-BE49-F238E27FC236}">
                    <a16:creationId xmlns:a16="http://schemas.microsoft.com/office/drawing/2014/main" id="{1C140983-8752-3C3B-6957-2D55AA2C50D4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47" name="Grafik 46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F305BC39-B61F-A3E8-33A1-DE8A960B45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48" name="Grafik 47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179CE7C7-5436-4693-AF14-ED50763E2C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49" name="Grafik 48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45A623ED-F292-8EE6-551B-FF8B6FB405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50" name="Grafik 49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AB2F582D-E839-9932-4E47-6A6A71C0B7A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940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1">
            <a:extLst>
              <a:ext uri="{FF2B5EF4-FFF2-40B4-BE49-F238E27FC236}">
                <a16:creationId xmlns:a16="http://schemas.microsoft.com/office/drawing/2014/main" id="{58CE90A1-B7B7-2541-9338-8DCCF4C53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FE75A698-55FD-AB5B-5148-AEDF468AF34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24" name="Textplatzhalter 25">
            <a:extLst>
              <a:ext uri="{FF2B5EF4-FFF2-40B4-BE49-F238E27FC236}">
                <a16:creationId xmlns:a16="http://schemas.microsoft.com/office/drawing/2014/main" id="{36F894A2-5EB4-BB5C-3FE7-3A3BD6E65C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B4F3265B-8723-C450-5E75-6E3BFB36FB68}"/>
              </a:ext>
            </a:extLst>
          </p:cNvPr>
          <p:cNvGrpSpPr/>
          <p:nvPr userDrawn="1"/>
        </p:nvGrpSpPr>
        <p:grpSpPr>
          <a:xfrm>
            <a:off x="28" y="40802016"/>
            <a:ext cx="30240263" cy="1428071"/>
            <a:chOff x="10" y="14400000"/>
            <a:chExt cx="10675620" cy="504000"/>
          </a:xfrm>
        </p:grpSpPr>
        <p:grpSp>
          <p:nvGrpSpPr>
            <p:cNvPr id="46" name="Gruppieren 45">
              <a:extLst>
                <a:ext uri="{FF2B5EF4-FFF2-40B4-BE49-F238E27FC236}">
                  <a16:creationId xmlns:a16="http://schemas.microsoft.com/office/drawing/2014/main" id="{F282584F-2887-FF20-455D-F7319B542546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51" name="object 20">
                <a:extLst>
                  <a:ext uri="{FF2B5EF4-FFF2-40B4-BE49-F238E27FC236}">
                    <a16:creationId xmlns:a16="http://schemas.microsoft.com/office/drawing/2014/main" id="{F1C7DD0D-8DF1-F79C-94F8-7BDAFB4DA109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2" name="object 21">
                <a:extLst>
                  <a:ext uri="{FF2B5EF4-FFF2-40B4-BE49-F238E27FC236}">
                    <a16:creationId xmlns:a16="http://schemas.microsoft.com/office/drawing/2014/main" id="{B54C7A6B-7A7E-23FB-C32C-B0F374E382BC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3" name="object 22">
                <a:extLst>
                  <a:ext uri="{FF2B5EF4-FFF2-40B4-BE49-F238E27FC236}">
                    <a16:creationId xmlns:a16="http://schemas.microsoft.com/office/drawing/2014/main" id="{C6F4EFD9-8337-3BC0-1D65-CC5BCCC69981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54" name="object 23">
                <a:extLst>
                  <a:ext uri="{FF2B5EF4-FFF2-40B4-BE49-F238E27FC236}">
                    <a16:creationId xmlns:a16="http://schemas.microsoft.com/office/drawing/2014/main" id="{3EC34C63-A36C-36CB-8208-BEBDE08F043C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47" name="Grafik 46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7A0A64A7-025C-3C61-465F-CED92DB160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48" name="Grafik 47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50803E48-684F-6A8F-A91C-7E77466145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49" name="Grafik 48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963F1B03-576E-7440-2EF4-B8028FDE231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50" name="Grafik 49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9589FE29-7D8A-7727-A42D-A08A607505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18179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5D1CC53E-4312-AE3A-2D71-76947717B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F3775D06-934C-3AA3-06EF-F8748C2A9D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9" name="Textplatzhalter 25">
            <a:extLst>
              <a:ext uri="{FF2B5EF4-FFF2-40B4-BE49-F238E27FC236}">
                <a16:creationId xmlns:a16="http://schemas.microsoft.com/office/drawing/2014/main" id="{8F834D70-305A-BA42-0FA0-B25A2BFF513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31334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099136-652D-A8C6-E09B-E54B094777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7A63C10-6ACD-E434-5841-564DD4E876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9" name="Textplatzhalter 25">
            <a:extLst>
              <a:ext uri="{FF2B5EF4-FFF2-40B4-BE49-F238E27FC236}">
                <a16:creationId xmlns:a16="http://schemas.microsoft.com/office/drawing/2014/main" id="{99BB4792-1BAC-683F-7B22-AF1E4DEACD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BF29D32F-6B6E-2CAA-A95C-1EA3E0396853}"/>
              </a:ext>
            </a:extLst>
          </p:cNvPr>
          <p:cNvGrpSpPr/>
          <p:nvPr userDrawn="1"/>
        </p:nvGrpSpPr>
        <p:grpSpPr>
          <a:xfrm>
            <a:off x="12000117" y="35320249"/>
            <a:ext cx="18275341" cy="5100034"/>
            <a:chOff x="3810001" y="10439400"/>
            <a:chExt cx="5802366" cy="1524000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66474961-41C9-8FA3-C030-D9A782F275F0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810001" y="10439400"/>
              <a:ext cx="5802366" cy="1524000"/>
              <a:chOff x="12627468" y="7644148"/>
              <a:chExt cx="7101441" cy="2748172"/>
            </a:xfrm>
          </p:grpSpPr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CC917467-967E-C546-2802-A22D3171896F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627468" y="9286875"/>
                <a:ext cx="7101441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BC73731F-AE8F-2B46-E804-F49A54D592D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18662651" y="7644148"/>
                <a:ext cx="0" cy="274817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68DB1382-4CCB-B9FE-F240-E53CFD19BB12}"/>
                </a:ext>
              </a:extLst>
            </p:cNvPr>
            <p:cNvSpPr txBox="1"/>
            <p:nvPr userDrawn="1"/>
          </p:nvSpPr>
          <p:spPr>
            <a:xfrm>
              <a:off x="4174201" y="11462618"/>
              <a:ext cx="4566958" cy="39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3960" b="1">
                  <a:solidFill>
                    <a:schemeClr val="bg1"/>
                  </a:solidFill>
                  <a:latin typeface="+mj-lt"/>
                </a:rPr>
                <a:t>HTL BULME Graz-Gösting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	</a:t>
              </a:r>
              <a:r>
                <a:rPr lang="de-AT" sz="3960" b="1">
                  <a:solidFill>
                    <a:schemeClr val="bg1"/>
                  </a:solidFill>
                  <a:latin typeface="+mj-lt"/>
                </a:rPr>
                <a:t>T: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+43 5 0248 066</a:t>
              </a:r>
            </a:p>
            <a:p>
              <a:r>
                <a:rPr lang="de-AT" sz="3960" err="1">
                  <a:solidFill>
                    <a:schemeClr val="bg1"/>
                  </a:solidFill>
                  <a:latin typeface="+mj-lt"/>
                </a:rPr>
                <a:t>Ibererstraße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15 – 21, 8051 Graz	</a:t>
              </a:r>
              <a:r>
                <a:rPr lang="de-AT" sz="3960" b="1">
                  <a:solidFill>
                    <a:schemeClr val="bg1"/>
                  </a:solidFill>
                  <a:latin typeface="+mj-lt"/>
                </a:rPr>
                <a:t>E: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willkommen@bulme.at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DFBBE66D-DD9B-7AEF-1B4A-8C623054E632}"/>
              </a:ext>
            </a:extLst>
          </p:cNvPr>
          <p:cNvGrpSpPr/>
          <p:nvPr userDrawn="1"/>
        </p:nvGrpSpPr>
        <p:grpSpPr>
          <a:xfrm>
            <a:off x="28" y="40802016"/>
            <a:ext cx="30240263" cy="1428071"/>
            <a:chOff x="10" y="14400000"/>
            <a:chExt cx="10675620" cy="504000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3878BD32-5125-FBDD-05FB-D1BC088125C9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34" name="object 20">
                <a:extLst>
                  <a:ext uri="{FF2B5EF4-FFF2-40B4-BE49-F238E27FC236}">
                    <a16:creationId xmlns:a16="http://schemas.microsoft.com/office/drawing/2014/main" id="{E977B0D8-3586-9819-7A50-190CEA2B67AA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21">
                <a:extLst>
                  <a:ext uri="{FF2B5EF4-FFF2-40B4-BE49-F238E27FC236}">
                    <a16:creationId xmlns:a16="http://schemas.microsoft.com/office/drawing/2014/main" id="{C58588F4-6D3F-C4F8-AD60-3EE147700A6E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22">
                <a:extLst>
                  <a:ext uri="{FF2B5EF4-FFF2-40B4-BE49-F238E27FC236}">
                    <a16:creationId xmlns:a16="http://schemas.microsoft.com/office/drawing/2014/main" id="{21082E9A-C796-9B33-6829-01ACBC0B0A9A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23">
                <a:extLst>
                  <a:ext uri="{FF2B5EF4-FFF2-40B4-BE49-F238E27FC236}">
                    <a16:creationId xmlns:a16="http://schemas.microsoft.com/office/drawing/2014/main" id="{C42B3142-47BB-05DA-8049-D88350AC6783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0" name="Grafik 29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2BF9B3F0-D047-39A1-5EC9-09D7246BEE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31" name="Grafik 30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6CB24579-7A7E-2168-9C6E-322BE5857D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32" name="Grafik 31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4B08A576-3EC4-2F72-83BE-6B0CDD02879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33" name="Grafik 32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0F894543-5EAF-E882-C008-120FB72E857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3280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1F6CCD-6869-E7E8-FDCD-4443D40D54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76B55855-99C9-10C3-DE18-CA1EB9C3C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3" name="Textplatzhalter 25">
            <a:extLst>
              <a:ext uri="{FF2B5EF4-FFF2-40B4-BE49-F238E27FC236}">
                <a16:creationId xmlns:a16="http://schemas.microsoft.com/office/drawing/2014/main" id="{35460866-4189-2FD8-A81A-865553A13D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EAF2FAC-0FD7-3349-E34C-321BEECAC35D}"/>
              </a:ext>
            </a:extLst>
          </p:cNvPr>
          <p:cNvGrpSpPr/>
          <p:nvPr userDrawn="1"/>
        </p:nvGrpSpPr>
        <p:grpSpPr>
          <a:xfrm>
            <a:off x="28" y="40802016"/>
            <a:ext cx="30240263" cy="1428071"/>
            <a:chOff x="10" y="14400000"/>
            <a:chExt cx="10675620" cy="504000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BE7CA36B-F5F2-E974-A4C7-57341D794F70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8" name="object 20">
                <a:extLst>
                  <a:ext uri="{FF2B5EF4-FFF2-40B4-BE49-F238E27FC236}">
                    <a16:creationId xmlns:a16="http://schemas.microsoft.com/office/drawing/2014/main" id="{3596C6A4-31A5-8947-07D6-818C5BC5DDE7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21">
                <a:extLst>
                  <a:ext uri="{FF2B5EF4-FFF2-40B4-BE49-F238E27FC236}">
                    <a16:creationId xmlns:a16="http://schemas.microsoft.com/office/drawing/2014/main" id="{F02F5585-EFF2-7A1C-0A92-CB3C80B5B06D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22">
                <a:extLst>
                  <a:ext uri="{FF2B5EF4-FFF2-40B4-BE49-F238E27FC236}">
                    <a16:creationId xmlns:a16="http://schemas.microsoft.com/office/drawing/2014/main" id="{CE28F90B-0D0B-4B24-125F-CBCF4836DE55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23">
                <a:extLst>
                  <a:ext uri="{FF2B5EF4-FFF2-40B4-BE49-F238E27FC236}">
                    <a16:creationId xmlns:a16="http://schemas.microsoft.com/office/drawing/2014/main" id="{66B402E7-1DCC-02D2-E923-6452BD694695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24" name="Grafik 23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AAA9CB48-511B-501A-E8FA-53CD1943D2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25" name="Grafik 24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658957AD-3EE6-4FDF-5C5B-3971644A472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26" name="Grafik 25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9253F13C-0989-F6E5-4742-212CF522C4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27" name="Grafik 26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E2C2A4A5-D392-2685-9A2E-678B7EB988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161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3EC8DD0-B3B1-F424-6656-54E6F8485F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FFC7CABF-B04B-D107-53F9-6387E52EE6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4" name="Textplatzhalter 25">
            <a:extLst>
              <a:ext uri="{FF2B5EF4-FFF2-40B4-BE49-F238E27FC236}">
                <a16:creationId xmlns:a16="http://schemas.microsoft.com/office/drawing/2014/main" id="{DDEDBC84-C5E0-B353-D239-6150D18ED6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34747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B2AC37-7417-8FBD-0FE7-35D5F024E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8C6672-8212-76F2-D64A-677E6144C9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9" name="Textplatzhalter 25">
            <a:extLst>
              <a:ext uri="{FF2B5EF4-FFF2-40B4-BE49-F238E27FC236}">
                <a16:creationId xmlns:a16="http://schemas.microsoft.com/office/drawing/2014/main" id="{307C6C5F-42C8-6149-CD94-E1CD8C7C171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40DED8F5-F50F-D211-9A65-EFAEEF6B0D9A}"/>
              </a:ext>
            </a:extLst>
          </p:cNvPr>
          <p:cNvGrpSpPr/>
          <p:nvPr userDrawn="1"/>
        </p:nvGrpSpPr>
        <p:grpSpPr>
          <a:xfrm>
            <a:off x="12000117" y="35320249"/>
            <a:ext cx="18275341" cy="5100034"/>
            <a:chOff x="3810001" y="10439400"/>
            <a:chExt cx="5802366" cy="1524000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A31E7BD8-9876-B5FC-32F8-C5BEB55FBA5A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810001" y="10439400"/>
              <a:ext cx="5802366" cy="1524000"/>
              <a:chOff x="12627468" y="7644148"/>
              <a:chExt cx="7101441" cy="2748172"/>
            </a:xfrm>
          </p:grpSpPr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F6014119-2975-9A40-3FF1-D3A7775D045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627468" y="9286875"/>
                <a:ext cx="7101441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58FEFDF0-2D46-8E88-F546-86FA228A82C8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18662651" y="7644148"/>
                <a:ext cx="0" cy="274817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45B89D27-5CFE-85C4-E2CD-FE5C20CFFBB4}"/>
                </a:ext>
              </a:extLst>
            </p:cNvPr>
            <p:cNvSpPr txBox="1"/>
            <p:nvPr userDrawn="1"/>
          </p:nvSpPr>
          <p:spPr>
            <a:xfrm>
              <a:off x="4174201" y="11462618"/>
              <a:ext cx="4566958" cy="39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3960" b="1">
                  <a:solidFill>
                    <a:schemeClr val="bg1"/>
                  </a:solidFill>
                  <a:latin typeface="+mj-lt"/>
                </a:rPr>
                <a:t>HTL BULME Graz-Gösting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	</a:t>
              </a:r>
              <a:r>
                <a:rPr lang="de-AT" sz="3960" b="1">
                  <a:solidFill>
                    <a:schemeClr val="bg1"/>
                  </a:solidFill>
                  <a:latin typeface="+mj-lt"/>
                </a:rPr>
                <a:t>T: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+43 5 0248 066</a:t>
              </a:r>
            </a:p>
            <a:p>
              <a:r>
                <a:rPr lang="de-AT" sz="3960" err="1">
                  <a:solidFill>
                    <a:schemeClr val="bg1"/>
                  </a:solidFill>
                  <a:latin typeface="+mj-lt"/>
                </a:rPr>
                <a:t>Ibererstraße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15 – 21, 8051 Graz	</a:t>
              </a:r>
              <a:r>
                <a:rPr lang="de-AT" sz="3960" b="1">
                  <a:solidFill>
                    <a:schemeClr val="bg1"/>
                  </a:solidFill>
                  <a:latin typeface="+mj-lt"/>
                </a:rPr>
                <a:t>E: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willkommen@bulme.at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C86E446E-E586-2201-26F0-BD09A2F3335A}"/>
              </a:ext>
            </a:extLst>
          </p:cNvPr>
          <p:cNvGrpSpPr/>
          <p:nvPr userDrawn="1"/>
        </p:nvGrpSpPr>
        <p:grpSpPr>
          <a:xfrm>
            <a:off x="28" y="40802016"/>
            <a:ext cx="30240263" cy="1428071"/>
            <a:chOff x="10" y="14400000"/>
            <a:chExt cx="10675620" cy="504000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4A345BE4-D884-1E57-666A-4F216E58FBD7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34" name="object 20">
                <a:extLst>
                  <a:ext uri="{FF2B5EF4-FFF2-40B4-BE49-F238E27FC236}">
                    <a16:creationId xmlns:a16="http://schemas.microsoft.com/office/drawing/2014/main" id="{7CC08FF5-59FC-2C0D-0029-0D00897374DD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21">
                <a:extLst>
                  <a:ext uri="{FF2B5EF4-FFF2-40B4-BE49-F238E27FC236}">
                    <a16:creationId xmlns:a16="http://schemas.microsoft.com/office/drawing/2014/main" id="{C52A5332-C691-A773-30CF-44812646F1B0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22">
                <a:extLst>
                  <a:ext uri="{FF2B5EF4-FFF2-40B4-BE49-F238E27FC236}">
                    <a16:creationId xmlns:a16="http://schemas.microsoft.com/office/drawing/2014/main" id="{82313AE4-9BE3-E1E9-BC18-B03B79A9E821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23">
                <a:extLst>
                  <a:ext uri="{FF2B5EF4-FFF2-40B4-BE49-F238E27FC236}">
                    <a16:creationId xmlns:a16="http://schemas.microsoft.com/office/drawing/2014/main" id="{C274A3EB-528D-2753-0521-38E4689538A3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0" name="Grafik 29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6DE903EC-D582-2300-C900-C56276F21A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31" name="Grafik 30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961126F9-A0E3-97ED-62C5-DBA9FFD977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32" name="Grafik 31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812E2EF3-B66A-B6B4-D542-1EC24F4CA7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33" name="Grafik 32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821872B8-E9A0-2EEE-7FF5-8169EF2355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81470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FE576B-60D2-C36F-E13B-24A654A337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627ECF02-08FA-3110-ACC5-39E8F592D4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3" name="Textplatzhalter 25">
            <a:extLst>
              <a:ext uri="{FF2B5EF4-FFF2-40B4-BE49-F238E27FC236}">
                <a16:creationId xmlns:a16="http://schemas.microsoft.com/office/drawing/2014/main" id="{0F7FE737-78C1-E0DC-3AF1-3198C776CFA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4079B075-BC10-57BC-0AD6-7F1DAF451612}"/>
              </a:ext>
            </a:extLst>
          </p:cNvPr>
          <p:cNvGrpSpPr/>
          <p:nvPr userDrawn="1"/>
        </p:nvGrpSpPr>
        <p:grpSpPr>
          <a:xfrm>
            <a:off x="28" y="40802016"/>
            <a:ext cx="30240263" cy="1428071"/>
            <a:chOff x="10" y="14400000"/>
            <a:chExt cx="10675620" cy="504000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2791715A-5980-B2A9-EFF8-3437A0C3F2E4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8" name="object 20">
                <a:extLst>
                  <a:ext uri="{FF2B5EF4-FFF2-40B4-BE49-F238E27FC236}">
                    <a16:creationId xmlns:a16="http://schemas.microsoft.com/office/drawing/2014/main" id="{02A73231-9E7C-F98F-7DD5-3B24ADF8BC49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21">
                <a:extLst>
                  <a:ext uri="{FF2B5EF4-FFF2-40B4-BE49-F238E27FC236}">
                    <a16:creationId xmlns:a16="http://schemas.microsoft.com/office/drawing/2014/main" id="{C0BE9E84-E78C-A8C4-CB7A-1E5FC1756F50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22">
                <a:extLst>
                  <a:ext uri="{FF2B5EF4-FFF2-40B4-BE49-F238E27FC236}">
                    <a16:creationId xmlns:a16="http://schemas.microsoft.com/office/drawing/2014/main" id="{8B8E49A8-9434-BB78-7D64-B88E581BD35C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23">
                <a:extLst>
                  <a:ext uri="{FF2B5EF4-FFF2-40B4-BE49-F238E27FC236}">
                    <a16:creationId xmlns:a16="http://schemas.microsoft.com/office/drawing/2014/main" id="{D213BD6D-542C-139D-C5FE-A5A39D9342B2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24" name="Grafik 23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07809BA3-8FB2-07A8-38A3-60D0DBC150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25" name="Grafik 24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0BA0F7D6-D8B4-5600-2617-5B5749B41E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26" name="Grafik 25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56DC7826-B298-C152-8FC8-885FF0706AF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27" name="Grafik 26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1B77A71D-690D-2E31-A6EC-64F942B132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5062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BFB109-121D-6AF4-3139-5FFAB86FC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1DD2A974-E6F6-F9D9-D8AA-3DCA8E2205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4" name="Textplatzhalter 25">
            <a:extLst>
              <a:ext uri="{FF2B5EF4-FFF2-40B4-BE49-F238E27FC236}">
                <a16:creationId xmlns:a16="http://schemas.microsoft.com/office/drawing/2014/main" id="{5218522A-1241-0EA5-644A-4296EE1EF8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318096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4EFCA5-943E-43CC-105B-202E54E16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5FD2465-BF30-525C-9F32-02399AD8104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9" name="Textplatzhalter 25">
            <a:extLst>
              <a:ext uri="{FF2B5EF4-FFF2-40B4-BE49-F238E27FC236}">
                <a16:creationId xmlns:a16="http://schemas.microsoft.com/office/drawing/2014/main" id="{EE2F4253-AC89-C699-D8B1-3B24D001B6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6BB0B91-282E-176C-E916-3EAEA2E36E65}"/>
              </a:ext>
            </a:extLst>
          </p:cNvPr>
          <p:cNvGrpSpPr/>
          <p:nvPr userDrawn="1"/>
        </p:nvGrpSpPr>
        <p:grpSpPr>
          <a:xfrm>
            <a:off x="12000117" y="35320249"/>
            <a:ext cx="18275341" cy="5100034"/>
            <a:chOff x="3810001" y="10439400"/>
            <a:chExt cx="5802366" cy="1524000"/>
          </a:xfrm>
        </p:grpSpPr>
        <p:grpSp>
          <p:nvGrpSpPr>
            <p:cNvPr id="21" name="Gruppieren 20">
              <a:extLst>
                <a:ext uri="{FF2B5EF4-FFF2-40B4-BE49-F238E27FC236}">
                  <a16:creationId xmlns:a16="http://schemas.microsoft.com/office/drawing/2014/main" id="{C16068C2-37B1-CECA-A6BD-26F3289AD887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810001" y="10439400"/>
              <a:ext cx="5802366" cy="1524000"/>
              <a:chOff x="12627468" y="7644148"/>
              <a:chExt cx="7101441" cy="2748172"/>
            </a:xfrm>
          </p:grpSpPr>
          <p:cxnSp>
            <p:nvCxnSpPr>
              <p:cNvPr id="26" name="Gerader Verbinder 25">
                <a:extLst>
                  <a:ext uri="{FF2B5EF4-FFF2-40B4-BE49-F238E27FC236}">
                    <a16:creationId xmlns:a16="http://schemas.microsoft.com/office/drawing/2014/main" id="{E3E19397-7125-B97A-AC49-9745A1624AE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627468" y="9286875"/>
                <a:ext cx="7101441" cy="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26">
                <a:extLst>
                  <a:ext uri="{FF2B5EF4-FFF2-40B4-BE49-F238E27FC236}">
                    <a16:creationId xmlns:a16="http://schemas.microsoft.com/office/drawing/2014/main" id="{C7DE1780-28CD-3212-0BD8-AF2F7D0C77C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18662651" y="7644148"/>
                <a:ext cx="0" cy="2748172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5B1658FF-EA48-8445-B728-1F411A0F0657}"/>
                </a:ext>
              </a:extLst>
            </p:cNvPr>
            <p:cNvSpPr txBox="1"/>
            <p:nvPr userDrawn="1"/>
          </p:nvSpPr>
          <p:spPr>
            <a:xfrm>
              <a:off x="4174201" y="11462618"/>
              <a:ext cx="4566958" cy="39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3960" b="1">
                  <a:solidFill>
                    <a:schemeClr val="bg1"/>
                  </a:solidFill>
                  <a:latin typeface="+mj-lt"/>
                </a:rPr>
                <a:t>HTL BULME Graz-Gösting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	</a:t>
              </a:r>
              <a:r>
                <a:rPr lang="de-AT" sz="3960" b="1">
                  <a:solidFill>
                    <a:schemeClr val="bg1"/>
                  </a:solidFill>
                  <a:latin typeface="+mj-lt"/>
                </a:rPr>
                <a:t>T: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+43 5 0248 066</a:t>
              </a:r>
            </a:p>
            <a:p>
              <a:r>
                <a:rPr lang="de-AT" sz="3960" err="1">
                  <a:solidFill>
                    <a:schemeClr val="bg1"/>
                  </a:solidFill>
                  <a:latin typeface="+mj-lt"/>
                </a:rPr>
                <a:t>Ibererstraße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15 – 21, 8051 Graz	</a:t>
              </a:r>
              <a:r>
                <a:rPr lang="de-AT" sz="3960" b="1">
                  <a:solidFill>
                    <a:schemeClr val="bg1"/>
                  </a:solidFill>
                  <a:latin typeface="+mj-lt"/>
                </a:rPr>
                <a:t>E: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 willkommen@bulme.at</a:t>
              </a:r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B4628615-32B8-CE1D-BAF2-9F9395495459}"/>
              </a:ext>
            </a:extLst>
          </p:cNvPr>
          <p:cNvGrpSpPr/>
          <p:nvPr userDrawn="1"/>
        </p:nvGrpSpPr>
        <p:grpSpPr>
          <a:xfrm>
            <a:off x="28" y="40802016"/>
            <a:ext cx="30240263" cy="1428071"/>
            <a:chOff x="10" y="14400000"/>
            <a:chExt cx="10675620" cy="504000"/>
          </a:xfrm>
        </p:grpSpPr>
        <p:grpSp>
          <p:nvGrpSpPr>
            <p:cNvPr id="29" name="Gruppieren 28">
              <a:extLst>
                <a:ext uri="{FF2B5EF4-FFF2-40B4-BE49-F238E27FC236}">
                  <a16:creationId xmlns:a16="http://schemas.microsoft.com/office/drawing/2014/main" id="{B8C33432-920E-71A5-7487-A4DBCEB0E1DB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34" name="object 20">
                <a:extLst>
                  <a:ext uri="{FF2B5EF4-FFF2-40B4-BE49-F238E27FC236}">
                    <a16:creationId xmlns:a16="http://schemas.microsoft.com/office/drawing/2014/main" id="{D4823547-0FAA-2723-61E6-B07DCDDBE216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5" name="object 21">
                <a:extLst>
                  <a:ext uri="{FF2B5EF4-FFF2-40B4-BE49-F238E27FC236}">
                    <a16:creationId xmlns:a16="http://schemas.microsoft.com/office/drawing/2014/main" id="{CAAA7BCD-5CC1-D855-74C0-DFD48F2B6483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6" name="object 22">
                <a:extLst>
                  <a:ext uri="{FF2B5EF4-FFF2-40B4-BE49-F238E27FC236}">
                    <a16:creationId xmlns:a16="http://schemas.microsoft.com/office/drawing/2014/main" id="{5E4743A3-040E-94CE-2FED-8777DC94A816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7" name="object 23">
                <a:extLst>
                  <a:ext uri="{FF2B5EF4-FFF2-40B4-BE49-F238E27FC236}">
                    <a16:creationId xmlns:a16="http://schemas.microsoft.com/office/drawing/2014/main" id="{D79E8072-EA6C-FEBC-41D0-5C3372588059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0" name="Grafik 29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711C9ED4-9725-5C53-999F-F9F584C2B4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31" name="Grafik 30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2E2AA799-7196-ADC7-8295-B6789DB60A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32" name="Grafik 31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32912946-68E9-6315-5FD1-69C5C14B5A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33" name="Grafik 32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0B8E94FE-9DDE-CD78-ACB3-A5D169BA763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74041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BF561-0688-7A38-9D86-8585842FFF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4EA5E570-D756-D694-9C31-59D0C14E03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3" name="Textplatzhalter 25">
            <a:extLst>
              <a:ext uri="{FF2B5EF4-FFF2-40B4-BE49-F238E27FC236}">
                <a16:creationId xmlns:a16="http://schemas.microsoft.com/office/drawing/2014/main" id="{6EA2DF0F-FABD-3DB0-431B-BBDE1C592F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764D724E-79B3-CCA8-2616-FFCE7E3934CA}"/>
              </a:ext>
            </a:extLst>
          </p:cNvPr>
          <p:cNvGrpSpPr/>
          <p:nvPr userDrawn="1"/>
        </p:nvGrpSpPr>
        <p:grpSpPr>
          <a:xfrm>
            <a:off x="28" y="40802016"/>
            <a:ext cx="30240263" cy="1428071"/>
            <a:chOff x="10" y="14400000"/>
            <a:chExt cx="10675620" cy="504000"/>
          </a:xfrm>
        </p:grpSpPr>
        <p:grpSp>
          <p:nvGrpSpPr>
            <p:cNvPr id="23" name="Gruppieren 22">
              <a:extLst>
                <a:ext uri="{FF2B5EF4-FFF2-40B4-BE49-F238E27FC236}">
                  <a16:creationId xmlns:a16="http://schemas.microsoft.com/office/drawing/2014/main" id="{68848B8B-A261-30C1-236E-0145A16B7708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8" name="object 20">
                <a:extLst>
                  <a:ext uri="{FF2B5EF4-FFF2-40B4-BE49-F238E27FC236}">
                    <a16:creationId xmlns:a16="http://schemas.microsoft.com/office/drawing/2014/main" id="{3332D01F-67F1-A3C8-1221-2DD7517AF8E8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9" name="object 21">
                <a:extLst>
                  <a:ext uri="{FF2B5EF4-FFF2-40B4-BE49-F238E27FC236}">
                    <a16:creationId xmlns:a16="http://schemas.microsoft.com/office/drawing/2014/main" id="{8E38802C-8596-03C8-BBB4-4FBA2E200E6C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22">
                <a:extLst>
                  <a:ext uri="{FF2B5EF4-FFF2-40B4-BE49-F238E27FC236}">
                    <a16:creationId xmlns:a16="http://schemas.microsoft.com/office/drawing/2014/main" id="{C618AAD6-73FE-C5BE-F9C9-D6251D1322A7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23">
                <a:extLst>
                  <a:ext uri="{FF2B5EF4-FFF2-40B4-BE49-F238E27FC236}">
                    <a16:creationId xmlns:a16="http://schemas.microsoft.com/office/drawing/2014/main" id="{98803D45-1654-9CEB-722A-C992B230A6C7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24" name="Grafik 23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E735E81A-DD10-95E6-2CE1-08F0B4A2D9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25" name="Grafik 24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9545A97F-9447-2F17-D4E0-734B7958D75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26" name="Grafik 25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21AF1C98-31AE-6638-7A98-4B7813AFDD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27" name="Grafik 26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7E144D32-6725-B481-2B1C-08B19F8C6B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7644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636374-71EB-F985-7DF1-8C2648498C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3" name="Textplatzhalter 3">
            <a:extLst>
              <a:ext uri="{FF2B5EF4-FFF2-40B4-BE49-F238E27FC236}">
                <a16:creationId xmlns:a16="http://schemas.microsoft.com/office/drawing/2014/main" id="{4AEC0EB0-C09C-8135-3E7E-0C023751F0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chemeClr val="bg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4" name="Textplatzhalter 25">
            <a:extLst>
              <a:ext uri="{FF2B5EF4-FFF2-40B4-BE49-F238E27FC236}">
                <a16:creationId xmlns:a16="http://schemas.microsoft.com/office/drawing/2014/main" id="{9759E1AB-3B4B-B58C-B125-13195A8E5D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5338109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 1">
            <a:extLst>
              <a:ext uri="{FF2B5EF4-FFF2-40B4-BE49-F238E27FC236}">
                <a16:creationId xmlns:a16="http://schemas.microsoft.com/office/drawing/2014/main" id="{5755C214-5AB2-C175-E9E7-E19A532B5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57" name="Textplatzhalter 3">
            <a:extLst>
              <a:ext uri="{FF2B5EF4-FFF2-40B4-BE49-F238E27FC236}">
                <a16:creationId xmlns:a16="http://schemas.microsoft.com/office/drawing/2014/main" id="{5462CBF8-AFFD-FD84-E860-051682724E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58" name="Textplatzhalter 25">
            <a:extLst>
              <a:ext uri="{FF2B5EF4-FFF2-40B4-BE49-F238E27FC236}">
                <a16:creationId xmlns:a16="http://schemas.microsoft.com/office/drawing/2014/main" id="{A0BAEA49-6731-664A-B9A0-A446BEBC74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7F303F6-D209-0A7A-13C5-7532A7A9467D}"/>
              </a:ext>
            </a:extLst>
          </p:cNvPr>
          <p:cNvGrpSpPr/>
          <p:nvPr userDrawn="1"/>
        </p:nvGrpSpPr>
        <p:grpSpPr>
          <a:xfrm>
            <a:off x="11964946" y="35975419"/>
            <a:ext cx="18296594" cy="5100034"/>
            <a:chOff x="3810001" y="10439400"/>
            <a:chExt cx="5802366" cy="1524000"/>
          </a:xfrm>
        </p:grpSpPr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BC6B323F-0038-B5CD-3752-6E67D4AB01FB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810001" y="10439400"/>
              <a:ext cx="5802366" cy="1524000"/>
              <a:chOff x="12627468" y="7644148"/>
              <a:chExt cx="7101441" cy="2748172"/>
            </a:xfrm>
          </p:grpSpPr>
          <p:cxnSp>
            <p:nvCxnSpPr>
              <p:cNvPr id="14" name="Gerader Verbinder 13">
                <a:extLst>
                  <a:ext uri="{FF2B5EF4-FFF2-40B4-BE49-F238E27FC236}">
                    <a16:creationId xmlns:a16="http://schemas.microsoft.com/office/drawing/2014/main" id="{3EF4DB71-C2B9-D306-EB59-0F8644F554F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627468" y="9286875"/>
                <a:ext cx="7101441" cy="0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Gerader Verbinder 14">
                <a:extLst>
                  <a:ext uri="{FF2B5EF4-FFF2-40B4-BE49-F238E27FC236}">
                    <a16:creationId xmlns:a16="http://schemas.microsoft.com/office/drawing/2014/main" id="{E094BCAF-95D8-E441-4FBB-BCF724BB33C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18662651" y="7644148"/>
                <a:ext cx="0" cy="2748172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56FEBAC-6790-20FD-E7AD-9A0DF22F4DEE}"/>
                </a:ext>
              </a:extLst>
            </p:cNvPr>
            <p:cNvSpPr txBox="1"/>
            <p:nvPr userDrawn="1"/>
          </p:nvSpPr>
          <p:spPr>
            <a:xfrm>
              <a:off x="4174201" y="11462618"/>
              <a:ext cx="4566958" cy="39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3960" b="1">
                  <a:solidFill>
                    <a:srgbClr val="102D41"/>
                  </a:solidFill>
                  <a:latin typeface="+mj-lt"/>
                </a:rPr>
                <a:t>HTL BULME Graz-Gösting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T: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+43 5 0248 066</a:t>
              </a:r>
            </a:p>
            <a:p>
              <a:r>
                <a:rPr lang="de-AT" sz="3960" err="1">
                  <a:solidFill>
                    <a:srgbClr val="102D41"/>
                  </a:solidFill>
                  <a:latin typeface="+mj-lt"/>
                </a:rPr>
                <a:t>Ibererstraße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15 – 21, 8051 Graz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E: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willkommen@bulme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.at</a:t>
              </a:r>
            </a:p>
          </p:txBody>
        </p:sp>
      </p:grpSp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39E1C3F0-DABB-FB80-69D2-0B7DC3793B01}"/>
              </a:ext>
            </a:extLst>
          </p:cNvPr>
          <p:cNvGrpSpPr/>
          <p:nvPr userDrawn="1"/>
        </p:nvGrpSpPr>
        <p:grpSpPr>
          <a:xfrm>
            <a:off x="-35142" y="41457186"/>
            <a:ext cx="30275430" cy="1428071"/>
            <a:chOff x="10" y="14400000"/>
            <a:chExt cx="10675620" cy="504000"/>
          </a:xfrm>
        </p:grpSpPr>
        <p:grpSp>
          <p:nvGrpSpPr>
            <p:cNvPr id="17" name="Gruppieren 16">
              <a:extLst>
                <a:ext uri="{FF2B5EF4-FFF2-40B4-BE49-F238E27FC236}">
                  <a16:creationId xmlns:a16="http://schemas.microsoft.com/office/drawing/2014/main" id="{FFECCE02-B4FD-F1AB-6FC3-2F3F7DE5413A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2" name="object 20">
                <a:extLst>
                  <a:ext uri="{FF2B5EF4-FFF2-40B4-BE49-F238E27FC236}">
                    <a16:creationId xmlns:a16="http://schemas.microsoft.com/office/drawing/2014/main" id="{9E68F144-DD0E-26A5-D7DE-6AB19ED93081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3" name="object 21">
                <a:extLst>
                  <a:ext uri="{FF2B5EF4-FFF2-40B4-BE49-F238E27FC236}">
                    <a16:creationId xmlns:a16="http://schemas.microsoft.com/office/drawing/2014/main" id="{BF5B3B37-3F15-23D8-3361-6CED925EB1F9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22">
                <a:extLst>
                  <a:ext uri="{FF2B5EF4-FFF2-40B4-BE49-F238E27FC236}">
                    <a16:creationId xmlns:a16="http://schemas.microsoft.com/office/drawing/2014/main" id="{1E1DBDFB-1752-F2C3-57D5-3529654DB7F6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23">
                <a:extLst>
                  <a:ext uri="{FF2B5EF4-FFF2-40B4-BE49-F238E27FC236}">
                    <a16:creationId xmlns:a16="http://schemas.microsoft.com/office/drawing/2014/main" id="{90C4EB2C-9957-37F3-80D2-0A872BEFE184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18" name="Grafik 17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91380493-D8C2-B8DE-65DC-A1E4A97B6D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19" name="Grafik 18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4749CBD8-8342-3531-2A40-0D6BB07F3D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20" name="Grafik 19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EB267B5A-3357-5081-84F3-F0A9753D85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21" name="Grafik 20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F64052C3-F453-4A37-F726-24895A66A5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09486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140D8E-7A5F-A4DF-6976-F4EB559308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EACB0DD-A21C-2677-4D5A-850CCFC9D0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3" name="Textplatzhalter 25">
            <a:extLst>
              <a:ext uri="{FF2B5EF4-FFF2-40B4-BE49-F238E27FC236}">
                <a16:creationId xmlns:a16="http://schemas.microsoft.com/office/drawing/2014/main" id="{73DFF73C-7825-6C12-EEBC-48FAA12A44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19CAAB68-3A7A-2AF2-F3E0-2F7519C9D476}"/>
              </a:ext>
            </a:extLst>
          </p:cNvPr>
          <p:cNvGrpSpPr/>
          <p:nvPr userDrawn="1"/>
        </p:nvGrpSpPr>
        <p:grpSpPr>
          <a:xfrm>
            <a:off x="-35142" y="41457186"/>
            <a:ext cx="30275430" cy="1428071"/>
            <a:chOff x="10" y="14400000"/>
            <a:chExt cx="10675620" cy="504000"/>
          </a:xfrm>
        </p:grpSpPr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35F6F8FB-4515-7116-6DC5-33716A922F45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40" name="object 20">
                <a:extLst>
                  <a:ext uri="{FF2B5EF4-FFF2-40B4-BE49-F238E27FC236}">
                    <a16:creationId xmlns:a16="http://schemas.microsoft.com/office/drawing/2014/main" id="{68B016DC-ADCE-BD01-697C-07018DDCCEF7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21">
                <a:extLst>
                  <a:ext uri="{FF2B5EF4-FFF2-40B4-BE49-F238E27FC236}">
                    <a16:creationId xmlns:a16="http://schemas.microsoft.com/office/drawing/2014/main" id="{DFDA5BC0-CE60-C457-95CC-364D2F949899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22">
                <a:extLst>
                  <a:ext uri="{FF2B5EF4-FFF2-40B4-BE49-F238E27FC236}">
                    <a16:creationId xmlns:a16="http://schemas.microsoft.com/office/drawing/2014/main" id="{DC890EA3-350C-CFA2-A749-397D5BDB86E8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23">
                <a:extLst>
                  <a:ext uri="{FF2B5EF4-FFF2-40B4-BE49-F238E27FC236}">
                    <a16:creationId xmlns:a16="http://schemas.microsoft.com/office/drawing/2014/main" id="{9D59289E-53C2-4C96-C790-824D4C841F02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6" name="Grafik 35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C97AD22F-784E-7FDF-F4FE-B34A7177D3F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37" name="Grafik 36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5337DBDD-C717-1338-9D1B-463AA9E60A0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38" name="Grafik 37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36FFB65C-1032-D04F-8F80-C9C639CC19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39" name="Grafik 38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4F77A9CB-6403-85B2-2C8E-FE2BA5D30E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72234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>
            <a:extLst>
              <a:ext uri="{FF2B5EF4-FFF2-40B4-BE49-F238E27FC236}">
                <a16:creationId xmlns:a16="http://schemas.microsoft.com/office/drawing/2014/main" id="{435B0C67-779C-567B-AC33-64B974D011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CB27D75-6550-843E-75E7-05ADD84957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22" name="Textplatzhalter 25">
            <a:extLst>
              <a:ext uri="{FF2B5EF4-FFF2-40B4-BE49-F238E27FC236}">
                <a16:creationId xmlns:a16="http://schemas.microsoft.com/office/drawing/2014/main" id="{973B2B94-8E62-F0C6-C328-7DC17F63298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AECD5419-FE62-A3AD-BFE7-62CEA5625E4D}"/>
              </a:ext>
            </a:extLst>
          </p:cNvPr>
          <p:cNvGrpSpPr/>
          <p:nvPr userDrawn="1"/>
        </p:nvGrpSpPr>
        <p:grpSpPr>
          <a:xfrm>
            <a:off x="18154672" y="841804"/>
            <a:ext cx="12102855" cy="2748778"/>
            <a:chOff x="6418800" y="297091"/>
            <a:chExt cx="4279108" cy="970109"/>
          </a:xfrm>
        </p:grpSpPr>
        <p:cxnSp>
          <p:nvCxnSpPr>
            <p:cNvPr id="3" name="Gerader Verbinder 2">
              <a:extLst>
                <a:ext uri="{FF2B5EF4-FFF2-40B4-BE49-F238E27FC236}">
                  <a16:creationId xmlns:a16="http://schemas.microsoft.com/office/drawing/2014/main" id="{E7025CBE-032E-8DD4-461A-D15F648E42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18800" y="661503"/>
              <a:ext cx="427910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C1A7C50C-4889-5306-C475-55D7C89E2B53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778800" y="297091"/>
              <a:ext cx="0" cy="97010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Grafik 5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7CDF3214-97EE-97EA-BBBE-F85CB61416F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33665" y="840491"/>
              <a:ext cx="398241" cy="412939"/>
            </a:xfrm>
            <a:prstGeom prst="rect">
              <a:avLst/>
            </a:prstGeom>
          </p:spPr>
        </p:pic>
        <p:pic>
          <p:nvPicPr>
            <p:cNvPr id="7" name="Grafik 6" descr="Ein Bild, das Rechteck, Muster, Grafiken, Screenshot enthält.&#10;&#10;Automatisch generierte Beschreibung">
              <a:extLst>
                <a:ext uri="{FF2B5EF4-FFF2-40B4-BE49-F238E27FC236}">
                  <a16:creationId xmlns:a16="http://schemas.microsoft.com/office/drawing/2014/main" id="{46352591-625E-F44E-3C0C-260CD27458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5704" y="831311"/>
              <a:ext cx="407095" cy="422118"/>
            </a:xfrm>
            <a:prstGeom prst="rect">
              <a:avLst/>
            </a:prstGeom>
          </p:spPr>
        </p:pic>
        <p:pic>
          <p:nvPicPr>
            <p:cNvPr id="8" name="Grafik 7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E2B612C4-B4AB-D2F6-C5E9-AC2793079BF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5576" y="831311"/>
              <a:ext cx="403271" cy="422118"/>
            </a:xfrm>
            <a:prstGeom prst="rect">
              <a:avLst/>
            </a:prstGeom>
          </p:spPr>
        </p:pic>
        <p:pic>
          <p:nvPicPr>
            <p:cNvPr id="9" name="Grafik 8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F122A475-B496-C9B8-2840-77F1C09A04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6506" y="829647"/>
              <a:ext cx="404696" cy="422118"/>
            </a:xfrm>
            <a:prstGeom prst="rect">
              <a:avLst/>
            </a:prstGeom>
          </p:spPr>
        </p:pic>
        <p:pic>
          <p:nvPicPr>
            <p:cNvPr id="10" name="Grafik 9" descr="Ein Bild, das Kreis enthält.">
              <a:extLst>
                <a:ext uri="{FF2B5EF4-FFF2-40B4-BE49-F238E27FC236}">
                  <a16:creationId xmlns:a16="http://schemas.microsoft.com/office/drawing/2014/main" id="{2A77B901-54B6-DD5F-BDD7-329D29FB5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5449" y="871859"/>
              <a:ext cx="532286" cy="3376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208235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 1">
            <a:extLst>
              <a:ext uri="{FF2B5EF4-FFF2-40B4-BE49-F238E27FC236}">
                <a16:creationId xmlns:a16="http://schemas.microsoft.com/office/drawing/2014/main" id="{5755C214-5AB2-C175-E9E7-E19A532B5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57" name="Textplatzhalter 3">
            <a:extLst>
              <a:ext uri="{FF2B5EF4-FFF2-40B4-BE49-F238E27FC236}">
                <a16:creationId xmlns:a16="http://schemas.microsoft.com/office/drawing/2014/main" id="{5462CBF8-AFFD-FD84-E860-051682724E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58" name="Textplatzhalter 25">
            <a:extLst>
              <a:ext uri="{FF2B5EF4-FFF2-40B4-BE49-F238E27FC236}">
                <a16:creationId xmlns:a16="http://schemas.microsoft.com/office/drawing/2014/main" id="{A0BAEA49-6731-664A-B9A0-A446BEBC74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AE4F1812-D502-F22A-75AD-A400B1F53995}"/>
              </a:ext>
            </a:extLst>
          </p:cNvPr>
          <p:cNvGrpSpPr/>
          <p:nvPr userDrawn="1"/>
        </p:nvGrpSpPr>
        <p:grpSpPr>
          <a:xfrm>
            <a:off x="11200303" y="35320249"/>
            <a:ext cx="18275341" cy="5100034"/>
            <a:chOff x="3810001" y="10439400"/>
            <a:chExt cx="5802366" cy="1524000"/>
          </a:xfrm>
        </p:grpSpPr>
        <p:grpSp>
          <p:nvGrpSpPr>
            <p:cNvPr id="30" name="Gruppieren 29">
              <a:extLst>
                <a:ext uri="{FF2B5EF4-FFF2-40B4-BE49-F238E27FC236}">
                  <a16:creationId xmlns:a16="http://schemas.microsoft.com/office/drawing/2014/main" id="{490D8990-B90D-4595-D9E4-F36A8801616E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810001" y="10439400"/>
              <a:ext cx="5802366" cy="1524000"/>
              <a:chOff x="12627468" y="7644148"/>
              <a:chExt cx="7101441" cy="2748172"/>
            </a:xfrm>
          </p:grpSpPr>
          <p:cxnSp>
            <p:nvCxnSpPr>
              <p:cNvPr id="32" name="Gerader Verbinder 31">
                <a:extLst>
                  <a:ext uri="{FF2B5EF4-FFF2-40B4-BE49-F238E27FC236}">
                    <a16:creationId xmlns:a16="http://schemas.microsoft.com/office/drawing/2014/main" id="{D13A1D87-A259-C6C9-545A-5464532D829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627468" y="9286875"/>
                <a:ext cx="7101441" cy="0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Gerader Verbinder 32">
                <a:extLst>
                  <a:ext uri="{FF2B5EF4-FFF2-40B4-BE49-F238E27FC236}">
                    <a16:creationId xmlns:a16="http://schemas.microsoft.com/office/drawing/2014/main" id="{AAC21696-E2B3-B0DE-CDB6-EB6C109173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18662651" y="7644148"/>
                <a:ext cx="0" cy="2748172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05C6A6C8-1EF8-2EE0-73BA-66D841BAAD7F}"/>
                </a:ext>
              </a:extLst>
            </p:cNvPr>
            <p:cNvSpPr txBox="1"/>
            <p:nvPr userDrawn="1"/>
          </p:nvSpPr>
          <p:spPr>
            <a:xfrm>
              <a:off x="4174201" y="11462618"/>
              <a:ext cx="4566958" cy="39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3960" b="1">
                  <a:solidFill>
                    <a:srgbClr val="102D41"/>
                  </a:solidFill>
                  <a:latin typeface="+mj-lt"/>
                </a:rPr>
                <a:t>HTL BULME Graz-Gösting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T: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+43 5 0248 066</a:t>
              </a:r>
            </a:p>
            <a:p>
              <a:r>
                <a:rPr lang="de-AT" sz="3960" err="1">
                  <a:solidFill>
                    <a:srgbClr val="102D41"/>
                  </a:solidFill>
                  <a:latin typeface="+mj-lt"/>
                </a:rPr>
                <a:t>Ibererstraße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15 – 21, 8051 Graz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E: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willkommen@bulme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.at</a:t>
              </a:r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1CD761F0-103D-E3C8-4310-671BB2213A17}"/>
              </a:ext>
            </a:extLst>
          </p:cNvPr>
          <p:cNvGrpSpPr/>
          <p:nvPr userDrawn="1"/>
        </p:nvGrpSpPr>
        <p:grpSpPr>
          <a:xfrm>
            <a:off x="610923" y="40802016"/>
            <a:ext cx="29018966" cy="1428071"/>
            <a:chOff x="10" y="14400000"/>
            <a:chExt cx="10675620" cy="504000"/>
          </a:xfrm>
        </p:grpSpPr>
        <p:grpSp>
          <p:nvGrpSpPr>
            <p:cNvPr id="35" name="Gruppieren 34">
              <a:extLst>
                <a:ext uri="{FF2B5EF4-FFF2-40B4-BE49-F238E27FC236}">
                  <a16:creationId xmlns:a16="http://schemas.microsoft.com/office/drawing/2014/main" id="{3072B591-B80F-DC87-0999-CDA893A37AB6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40" name="object 20">
                <a:extLst>
                  <a:ext uri="{FF2B5EF4-FFF2-40B4-BE49-F238E27FC236}">
                    <a16:creationId xmlns:a16="http://schemas.microsoft.com/office/drawing/2014/main" id="{376D4C71-66D0-3CA7-4A5F-34382AC9C0DE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1" name="object 21">
                <a:extLst>
                  <a:ext uri="{FF2B5EF4-FFF2-40B4-BE49-F238E27FC236}">
                    <a16:creationId xmlns:a16="http://schemas.microsoft.com/office/drawing/2014/main" id="{20824276-343F-A828-C256-64DBD013B71B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2" name="object 22">
                <a:extLst>
                  <a:ext uri="{FF2B5EF4-FFF2-40B4-BE49-F238E27FC236}">
                    <a16:creationId xmlns:a16="http://schemas.microsoft.com/office/drawing/2014/main" id="{A754338D-CBBB-1388-A570-BDA95F244482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3" name="object 23">
                <a:extLst>
                  <a:ext uri="{FF2B5EF4-FFF2-40B4-BE49-F238E27FC236}">
                    <a16:creationId xmlns:a16="http://schemas.microsoft.com/office/drawing/2014/main" id="{6F2865CD-25BC-BE55-8A63-111933C281FC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6" name="Grafik 35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E2CA0E00-B191-6197-6B50-0FBE824678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37" name="Grafik 36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5171E232-4ECB-9B65-1548-F586254B18F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38" name="Grafik 37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F9FFB7FB-F36F-2DEC-1826-272BB17A845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39" name="Grafik 38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2C6C8DA1-02AF-A116-495A-C2A6E6ED38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782403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el 1">
            <a:extLst>
              <a:ext uri="{FF2B5EF4-FFF2-40B4-BE49-F238E27FC236}">
                <a16:creationId xmlns:a16="http://schemas.microsoft.com/office/drawing/2014/main" id="{0FCEEE4A-16F3-2B39-E816-49EDA0F6AF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30" name="Textplatzhalter 3">
            <a:extLst>
              <a:ext uri="{FF2B5EF4-FFF2-40B4-BE49-F238E27FC236}">
                <a16:creationId xmlns:a16="http://schemas.microsoft.com/office/drawing/2014/main" id="{444886A6-0A34-19DF-1DF3-EDCA84FED8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31" name="Textplatzhalter 25">
            <a:extLst>
              <a:ext uri="{FF2B5EF4-FFF2-40B4-BE49-F238E27FC236}">
                <a16:creationId xmlns:a16="http://schemas.microsoft.com/office/drawing/2014/main" id="{01F0878B-59FA-F4C9-AABB-6A98720E4F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5B4185B0-3FA0-5FB2-FBC8-340D126BF5E6}"/>
              </a:ext>
            </a:extLst>
          </p:cNvPr>
          <p:cNvGrpSpPr/>
          <p:nvPr userDrawn="1"/>
        </p:nvGrpSpPr>
        <p:grpSpPr>
          <a:xfrm>
            <a:off x="610923" y="40802016"/>
            <a:ext cx="29018966" cy="1428071"/>
            <a:chOff x="10" y="14400000"/>
            <a:chExt cx="10675620" cy="504000"/>
          </a:xfrm>
        </p:grpSpPr>
        <p:grpSp>
          <p:nvGrpSpPr>
            <p:cNvPr id="38" name="Gruppieren 37">
              <a:extLst>
                <a:ext uri="{FF2B5EF4-FFF2-40B4-BE49-F238E27FC236}">
                  <a16:creationId xmlns:a16="http://schemas.microsoft.com/office/drawing/2014/main" id="{8E6FFBAC-5FE0-83E8-AE6E-27A9F5D677C6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43" name="object 20">
                <a:extLst>
                  <a:ext uri="{FF2B5EF4-FFF2-40B4-BE49-F238E27FC236}">
                    <a16:creationId xmlns:a16="http://schemas.microsoft.com/office/drawing/2014/main" id="{5F7C4052-DCE7-F0DF-32E8-9970D907B6FE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4" name="object 21">
                <a:extLst>
                  <a:ext uri="{FF2B5EF4-FFF2-40B4-BE49-F238E27FC236}">
                    <a16:creationId xmlns:a16="http://schemas.microsoft.com/office/drawing/2014/main" id="{13992038-28E9-2720-7FFA-FBF1B51ECBA0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22">
                <a:extLst>
                  <a:ext uri="{FF2B5EF4-FFF2-40B4-BE49-F238E27FC236}">
                    <a16:creationId xmlns:a16="http://schemas.microsoft.com/office/drawing/2014/main" id="{2794D5B8-DA23-5534-F41F-ABD1F3A4DA42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23">
                <a:extLst>
                  <a:ext uri="{FF2B5EF4-FFF2-40B4-BE49-F238E27FC236}">
                    <a16:creationId xmlns:a16="http://schemas.microsoft.com/office/drawing/2014/main" id="{6350B347-D1F2-B5A1-ED29-A18AA95754F3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39" name="Grafik 38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67239405-63FE-ABD7-C240-935AB682DCB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40" name="Grafik 39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BD785642-F090-DB8C-AEE7-43F4C78FBA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41" name="Grafik 40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687174FE-21D9-07D0-F854-D9E189D596D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42" name="Grafik 41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F38F66B4-D224-290A-5789-038E88AA0FE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64448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86F9C7F-3962-90B1-F801-B1FEFE3C3BA9}"/>
              </a:ext>
            </a:extLst>
          </p:cNvPr>
          <p:cNvGrpSpPr/>
          <p:nvPr userDrawn="1"/>
        </p:nvGrpSpPr>
        <p:grpSpPr>
          <a:xfrm>
            <a:off x="17309558" y="1458673"/>
            <a:ext cx="12102855" cy="2748778"/>
            <a:chOff x="6418800" y="297091"/>
            <a:chExt cx="4279108" cy="970109"/>
          </a:xfrm>
        </p:grpSpPr>
        <p:cxnSp>
          <p:nvCxnSpPr>
            <p:cNvPr id="5" name="Gerader Verbinder 4">
              <a:extLst>
                <a:ext uri="{FF2B5EF4-FFF2-40B4-BE49-F238E27FC236}">
                  <a16:creationId xmlns:a16="http://schemas.microsoft.com/office/drawing/2014/main" id="{E68517B1-1BBC-3ECB-E31C-B671D6FB94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418800" y="661503"/>
              <a:ext cx="427910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Gerader Verbinder 5">
              <a:extLst>
                <a:ext uri="{FF2B5EF4-FFF2-40B4-BE49-F238E27FC236}">
                  <a16:creationId xmlns:a16="http://schemas.microsoft.com/office/drawing/2014/main" id="{1596071E-D53E-7A47-2635-06AE7D746CB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778800" y="297091"/>
              <a:ext cx="0" cy="970109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" name="Grafik 6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B06D2BEB-718D-F315-60ED-C6120C503B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33665" y="840491"/>
              <a:ext cx="398241" cy="412939"/>
            </a:xfrm>
            <a:prstGeom prst="rect">
              <a:avLst/>
            </a:prstGeom>
          </p:spPr>
        </p:pic>
        <p:pic>
          <p:nvPicPr>
            <p:cNvPr id="8" name="Grafik 7" descr="Ein Bild, das Rechteck, Muster, Grafiken, Screenshot enthält.&#10;&#10;Automatisch generierte Beschreibung">
              <a:extLst>
                <a:ext uri="{FF2B5EF4-FFF2-40B4-BE49-F238E27FC236}">
                  <a16:creationId xmlns:a16="http://schemas.microsoft.com/office/drawing/2014/main" id="{0F5C4544-FF84-1E12-CF6C-71D83667C6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45704" y="831311"/>
              <a:ext cx="407095" cy="422118"/>
            </a:xfrm>
            <a:prstGeom prst="rect">
              <a:avLst/>
            </a:prstGeom>
          </p:spPr>
        </p:pic>
        <p:pic>
          <p:nvPicPr>
            <p:cNvPr id="9" name="Grafik 8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FE57491D-86FD-6C19-BB69-DF6BF1E6B6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35576" y="831311"/>
              <a:ext cx="403271" cy="422118"/>
            </a:xfrm>
            <a:prstGeom prst="rect">
              <a:avLst/>
            </a:prstGeom>
          </p:spPr>
        </p:pic>
        <p:pic>
          <p:nvPicPr>
            <p:cNvPr id="10" name="Grafik 9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2DAA4AF4-2BA7-899F-E1EA-B9F283EE13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6506" y="829647"/>
              <a:ext cx="404696" cy="422118"/>
            </a:xfrm>
            <a:prstGeom prst="rect">
              <a:avLst/>
            </a:prstGeom>
          </p:spPr>
        </p:pic>
        <p:pic>
          <p:nvPicPr>
            <p:cNvPr id="11" name="Grafik 10" descr="Ein Bild, das Kreis enthält.">
              <a:extLst>
                <a:ext uri="{FF2B5EF4-FFF2-40B4-BE49-F238E27FC236}">
                  <a16:creationId xmlns:a16="http://schemas.microsoft.com/office/drawing/2014/main" id="{6C88DE9F-3355-02BD-CC7D-1E7923EB4E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25449" y="871859"/>
              <a:ext cx="532286" cy="337695"/>
            </a:xfrm>
            <a:prstGeom prst="rect">
              <a:avLst/>
            </a:prstGeom>
          </p:spPr>
        </p:pic>
      </p:grpSp>
      <p:sp>
        <p:nvSpPr>
          <p:cNvPr id="12" name="Titel 1">
            <a:extLst>
              <a:ext uri="{FF2B5EF4-FFF2-40B4-BE49-F238E27FC236}">
                <a16:creationId xmlns:a16="http://schemas.microsoft.com/office/drawing/2014/main" id="{754F2E88-6E5F-15C4-06D7-81D0C56C80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D8DB2ACD-4DE4-7324-E009-7936AA4CFE3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24" name="Textplatzhalter 25">
            <a:extLst>
              <a:ext uri="{FF2B5EF4-FFF2-40B4-BE49-F238E27FC236}">
                <a16:creationId xmlns:a16="http://schemas.microsoft.com/office/drawing/2014/main" id="{D315756C-45B2-A7A3-5C9E-78FFBA27FDD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57082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 1">
            <a:extLst>
              <a:ext uri="{FF2B5EF4-FFF2-40B4-BE49-F238E27FC236}">
                <a16:creationId xmlns:a16="http://schemas.microsoft.com/office/drawing/2014/main" id="{5755C214-5AB2-C175-E9E7-E19A532B5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57" name="Textplatzhalter 3">
            <a:extLst>
              <a:ext uri="{FF2B5EF4-FFF2-40B4-BE49-F238E27FC236}">
                <a16:creationId xmlns:a16="http://schemas.microsoft.com/office/drawing/2014/main" id="{5462CBF8-AFFD-FD84-E860-051682724E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58" name="Textplatzhalter 25">
            <a:extLst>
              <a:ext uri="{FF2B5EF4-FFF2-40B4-BE49-F238E27FC236}">
                <a16:creationId xmlns:a16="http://schemas.microsoft.com/office/drawing/2014/main" id="{A0BAEA49-6731-664A-B9A0-A446BEBC74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F59AEE7-54CD-950D-7BF4-427A86FF95C9}"/>
              </a:ext>
            </a:extLst>
          </p:cNvPr>
          <p:cNvGrpSpPr/>
          <p:nvPr userDrawn="1"/>
        </p:nvGrpSpPr>
        <p:grpSpPr>
          <a:xfrm>
            <a:off x="11200303" y="35320249"/>
            <a:ext cx="18275341" cy="5100034"/>
            <a:chOff x="3810001" y="10439400"/>
            <a:chExt cx="5802366" cy="1524000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CDD17316-DAAE-33A0-0567-40E242D0E37A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810001" y="10439400"/>
              <a:ext cx="5802366" cy="1524000"/>
              <a:chOff x="12627468" y="7644148"/>
              <a:chExt cx="7101441" cy="2748172"/>
            </a:xfrm>
          </p:grpSpPr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B4F02E88-6078-A98D-8EFF-DE3970FE1A3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627468" y="9286875"/>
                <a:ext cx="7101441" cy="0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68C3D234-7B99-61B7-0C7A-781CFED079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18662651" y="7644148"/>
                <a:ext cx="0" cy="2748172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01D0DCD3-04E6-B2EB-5269-CCEC8C49073F}"/>
                </a:ext>
              </a:extLst>
            </p:cNvPr>
            <p:cNvSpPr txBox="1"/>
            <p:nvPr userDrawn="1"/>
          </p:nvSpPr>
          <p:spPr>
            <a:xfrm>
              <a:off x="4174201" y="11462618"/>
              <a:ext cx="4566958" cy="39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3960" b="1">
                  <a:solidFill>
                    <a:srgbClr val="102D41"/>
                  </a:solidFill>
                  <a:latin typeface="+mj-lt"/>
                </a:rPr>
                <a:t>HTL BULME Graz-Gösting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T: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+43 5 0248 066</a:t>
              </a:r>
            </a:p>
            <a:p>
              <a:r>
                <a:rPr lang="de-AT" sz="3960" err="1">
                  <a:solidFill>
                    <a:srgbClr val="102D41"/>
                  </a:solidFill>
                  <a:latin typeface="+mj-lt"/>
                </a:rPr>
                <a:t>Ibererstraße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15 – 21, 8051 Graz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E: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willkommen@bulme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.at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869C297-BC99-D232-28E0-43828696E132}"/>
              </a:ext>
            </a:extLst>
          </p:cNvPr>
          <p:cNvGrpSpPr/>
          <p:nvPr userDrawn="1"/>
        </p:nvGrpSpPr>
        <p:grpSpPr>
          <a:xfrm>
            <a:off x="610923" y="40802016"/>
            <a:ext cx="29018966" cy="1428071"/>
            <a:chOff x="10" y="14400000"/>
            <a:chExt cx="10675620" cy="504000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A22FAE11-A493-2177-7B5C-70164C1968BB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41492B65-33CD-50F5-DD14-DEAE031DD969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F2A89EF7-895C-6C45-1C5D-59632918CD20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2">
                <a:extLst>
                  <a:ext uri="{FF2B5EF4-FFF2-40B4-BE49-F238E27FC236}">
                    <a16:creationId xmlns:a16="http://schemas.microsoft.com/office/drawing/2014/main" id="{C4AA5A23-41B2-7F6D-1F13-79421930DBC8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3">
                <a:extLst>
                  <a:ext uri="{FF2B5EF4-FFF2-40B4-BE49-F238E27FC236}">
                    <a16:creationId xmlns:a16="http://schemas.microsoft.com/office/drawing/2014/main" id="{0C0C4283-9389-818B-51E0-A9E17BA3A98E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21" name="Grafik 20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AFCB9868-6530-B26B-60EE-1E63A66A85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22" name="Grafik 21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189C4919-7E2C-5896-3A79-77C148217E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23" name="Grafik 22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F8ABE603-0A02-A3E4-6D29-2710A1F7A9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24" name="Grafik 23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2013D4B3-07F4-5F32-31F8-C408FAE330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15590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93" userDrawn="1">
          <p15:clr>
            <a:srgbClr val="FBAE40"/>
          </p15:clr>
        </p15:guide>
        <p15:guide id="2" pos="952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45154D5-1587-F07F-5081-FDC0D1092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F9A01984-D3E7-D51A-B45F-48FB98E548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6" name="Textplatzhalter 25">
            <a:extLst>
              <a:ext uri="{FF2B5EF4-FFF2-40B4-BE49-F238E27FC236}">
                <a16:creationId xmlns:a16="http://schemas.microsoft.com/office/drawing/2014/main" id="{3FE61F0D-9783-FCD8-53A1-83F87F0770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08765E22-A2A5-9C1E-EB78-05E587C8B975}"/>
              </a:ext>
            </a:extLst>
          </p:cNvPr>
          <p:cNvGrpSpPr/>
          <p:nvPr userDrawn="1"/>
        </p:nvGrpSpPr>
        <p:grpSpPr>
          <a:xfrm>
            <a:off x="610923" y="40802016"/>
            <a:ext cx="29018966" cy="1428071"/>
            <a:chOff x="10" y="14400000"/>
            <a:chExt cx="10675620" cy="504000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4A3DE059-997E-008F-2168-FC5011ACF134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9" name="object 20">
                <a:extLst>
                  <a:ext uri="{FF2B5EF4-FFF2-40B4-BE49-F238E27FC236}">
                    <a16:creationId xmlns:a16="http://schemas.microsoft.com/office/drawing/2014/main" id="{24CF11BC-AB8F-560C-A0AC-992887A2A6F3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21">
                <a:extLst>
                  <a:ext uri="{FF2B5EF4-FFF2-40B4-BE49-F238E27FC236}">
                    <a16:creationId xmlns:a16="http://schemas.microsoft.com/office/drawing/2014/main" id="{5E4EA6AF-F930-BBE4-9F57-52D8CD595C53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22">
                <a:extLst>
                  <a:ext uri="{FF2B5EF4-FFF2-40B4-BE49-F238E27FC236}">
                    <a16:creationId xmlns:a16="http://schemas.microsoft.com/office/drawing/2014/main" id="{C516970E-953B-E0E6-8B48-458EDFC8BCE1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23">
                <a:extLst>
                  <a:ext uri="{FF2B5EF4-FFF2-40B4-BE49-F238E27FC236}">
                    <a16:creationId xmlns:a16="http://schemas.microsoft.com/office/drawing/2014/main" id="{571978D8-868C-115C-A5FD-A68C5C6C1CF1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15" name="Grafik 14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52F054C7-7CD6-3ED6-6A7F-B98ED908C6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16" name="Grafik 15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14B4697B-D5C5-3BFD-6EA4-549BFCC792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17" name="Grafik 16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68D0624C-649C-ECF7-B81A-CF44F816D9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18" name="Grafik 17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546E920C-C277-7B8E-0817-C7E9E274C9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075511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67249-EE26-4509-0480-39BB242646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155604-EF3A-3F7E-3589-0F5C1411FF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6917C8D6-7E8A-5C38-C524-EC684B5527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634487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 1">
            <a:extLst>
              <a:ext uri="{FF2B5EF4-FFF2-40B4-BE49-F238E27FC236}">
                <a16:creationId xmlns:a16="http://schemas.microsoft.com/office/drawing/2014/main" id="{5755C214-5AB2-C175-E9E7-E19A532B5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57" name="Textplatzhalter 3">
            <a:extLst>
              <a:ext uri="{FF2B5EF4-FFF2-40B4-BE49-F238E27FC236}">
                <a16:creationId xmlns:a16="http://schemas.microsoft.com/office/drawing/2014/main" id="{5462CBF8-AFFD-FD84-E860-051682724E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58" name="Textplatzhalter 25">
            <a:extLst>
              <a:ext uri="{FF2B5EF4-FFF2-40B4-BE49-F238E27FC236}">
                <a16:creationId xmlns:a16="http://schemas.microsoft.com/office/drawing/2014/main" id="{A0BAEA49-6731-664A-B9A0-A446BEBC74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F59AEE7-54CD-950D-7BF4-427A86FF95C9}"/>
              </a:ext>
            </a:extLst>
          </p:cNvPr>
          <p:cNvGrpSpPr/>
          <p:nvPr userDrawn="1"/>
        </p:nvGrpSpPr>
        <p:grpSpPr>
          <a:xfrm>
            <a:off x="11200303" y="35320249"/>
            <a:ext cx="18275341" cy="5100034"/>
            <a:chOff x="3810001" y="10439400"/>
            <a:chExt cx="5802366" cy="1524000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CDD17316-DAAE-33A0-0567-40E242D0E37A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810001" y="10439400"/>
              <a:ext cx="5802366" cy="1524000"/>
              <a:chOff x="12627468" y="7644148"/>
              <a:chExt cx="7101441" cy="2748172"/>
            </a:xfrm>
          </p:grpSpPr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B4F02E88-6078-A98D-8EFF-DE3970FE1A3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627468" y="9286875"/>
                <a:ext cx="7101441" cy="0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68C3D234-7B99-61B7-0C7A-781CFED079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18662651" y="7644148"/>
                <a:ext cx="0" cy="2748172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01D0DCD3-04E6-B2EB-5269-CCEC8C49073F}"/>
                </a:ext>
              </a:extLst>
            </p:cNvPr>
            <p:cNvSpPr txBox="1"/>
            <p:nvPr userDrawn="1"/>
          </p:nvSpPr>
          <p:spPr>
            <a:xfrm>
              <a:off x="4174201" y="11462618"/>
              <a:ext cx="4566958" cy="39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3960" b="1">
                  <a:solidFill>
                    <a:srgbClr val="102D41"/>
                  </a:solidFill>
                  <a:latin typeface="+mj-lt"/>
                </a:rPr>
                <a:t>HTL BULME Graz-Gösting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T: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+43 5 0248 066</a:t>
              </a:r>
            </a:p>
            <a:p>
              <a:r>
                <a:rPr lang="de-AT" sz="3960" err="1">
                  <a:solidFill>
                    <a:srgbClr val="102D41"/>
                  </a:solidFill>
                  <a:latin typeface="+mj-lt"/>
                </a:rPr>
                <a:t>Ibererstraße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15 – 21, 8051 Graz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E: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willkommen@bulme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.at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869C297-BC99-D232-28E0-43828696E132}"/>
              </a:ext>
            </a:extLst>
          </p:cNvPr>
          <p:cNvGrpSpPr/>
          <p:nvPr userDrawn="1"/>
        </p:nvGrpSpPr>
        <p:grpSpPr>
          <a:xfrm>
            <a:off x="610923" y="40802016"/>
            <a:ext cx="29018966" cy="1428071"/>
            <a:chOff x="10" y="14400000"/>
            <a:chExt cx="10675620" cy="504000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A22FAE11-A493-2177-7B5C-70164C1968BB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41492B65-33CD-50F5-DD14-DEAE031DD969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F2A89EF7-895C-6C45-1C5D-59632918CD20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2">
                <a:extLst>
                  <a:ext uri="{FF2B5EF4-FFF2-40B4-BE49-F238E27FC236}">
                    <a16:creationId xmlns:a16="http://schemas.microsoft.com/office/drawing/2014/main" id="{C4AA5A23-41B2-7F6D-1F13-79421930DBC8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3">
                <a:extLst>
                  <a:ext uri="{FF2B5EF4-FFF2-40B4-BE49-F238E27FC236}">
                    <a16:creationId xmlns:a16="http://schemas.microsoft.com/office/drawing/2014/main" id="{0C0C4283-9389-818B-51E0-A9E17BA3A98E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21" name="Grafik 20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AFCB9868-6530-B26B-60EE-1E63A66A85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22" name="Grafik 21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189C4919-7E2C-5896-3A79-77C148217E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23" name="Grafik 22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F8ABE603-0A02-A3E4-6D29-2710A1F7A9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24" name="Grafik 23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2013D4B3-07F4-5F32-31F8-C408FAE330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550418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45154D5-1587-F07F-5081-FDC0D1092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F9A01984-D3E7-D51A-B45F-48FB98E548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6" name="Textplatzhalter 25">
            <a:extLst>
              <a:ext uri="{FF2B5EF4-FFF2-40B4-BE49-F238E27FC236}">
                <a16:creationId xmlns:a16="http://schemas.microsoft.com/office/drawing/2014/main" id="{3FE61F0D-9783-FCD8-53A1-83F87F0770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08765E22-A2A5-9C1E-EB78-05E587C8B975}"/>
              </a:ext>
            </a:extLst>
          </p:cNvPr>
          <p:cNvGrpSpPr/>
          <p:nvPr userDrawn="1"/>
        </p:nvGrpSpPr>
        <p:grpSpPr>
          <a:xfrm>
            <a:off x="610923" y="40802016"/>
            <a:ext cx="29018966" cy="1428071"/>
            <a:chOff x="10" y="14400000"/>
            <a:chExt cx="10675620" cy="504000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4A3DE059-997E-008F-2168-FC5011ACF134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9" name="object 20">
                <a:extLst>
                  <a:ext uri="{FF2B5EF4-FFF2-40B4-BE49-F238E27FC236}">
                    <a16:creationId xmlns:a16="http://schemas.microsoft.com/office/drawing/2014/main" id="{24CF11BC-AB8F-560C-A0AC-992887A2A6F3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21">
                <a:extLst>
                  <a:ext uri="{FF2B5EF4-FFF2-40B4-BE49-F238E27FC236}">
                    <a16:creationId xmlns:a16="http://schemas.microsoft.com/office/drawing/2014/main" id="{5E4EA6AF-F930-BBE4-9F57-52D8CD595C53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22">
                <a:extLst>
                  <a:ext uri="{FF2B5EF4-FFF2-40B4-BE49-F238E27FC236}">
                    <a16:creationId xmlns:a16="http://schemas.microsoft.com/office/drawing/2014/main" id="{C516970E-953B-E0E6-8B48-458EDFC8BCE1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23">
                <a:extLst>
                  <a:ext uri="{FF2B5EF4-FFF2-40B4-BE49-F238E27FC236}">
                    <a16:creationId xmlns:a16="http://schemas.microsoft.com/office/drawing/2014/main" id="{571978D8-868C-115C-A5FD-A68C5C6C1CF1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15" name="Grafik 14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52F054C7-7CD6-3ED6-6A7F-B98ED908C6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16" name="Grafik 15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14B4697B-D5C5-3BFD-6EA4-549BFCC792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17" name="Grafik 16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68D0624C-649C-ECF7-B81A-CF44F816D9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18" name="Grafik 17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546E920C-C277-7B8E-0817-C7E9E274C9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45604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93" userDrawn="1">
          <p15:clr>
            <a:srgbClr val="FBAE40"/>
          </p15:clr>
        </p15:guide>
        <p15:guide id="2" pos="952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67249-EE26-4509-0480-39BB242646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155604-EF3A-3F7E-3589-0F5C1411FF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6917C8D6-7E8A-5C38-C524-EC684B5527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5419183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 1">
            <a:extLst>
              <a:ext uri="{FF2B5EF4-FFF2-40B4-BE49-F238E27FC236}">
                <a16:creationId xmlns:a16="http://schemas.microsoft.com/office/drawing/2014/main" id="{5755C214-5AB2-C175-E9E7-E19A532B5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57" name="Textplatzhalter 3">
            <a:extLst>
              <a:ext uri="{FF2B5EF4-FFF2-40B4-BE49-F238E27FC236}">
                <a16:creationId xmlns:a16="http://schemas.microsoft.com/office/drawing/2014/main" id="{5462CBF8-AFFD-FD84-E860-051682724E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58" name="Textplatzhalter 25">
            <a:extLst>
              <a:ext uri="{FF2B5EF4-FFF2-40B4-BE49-F238E27FC236}">
                <a16:creationId xmlns:a16="http://schemas.microsoft.com/office/drawing/2014/main" id="{A0BAEA49-6731-664A-B9A0-A446BEBC74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F59AEE7-54CD-950D-7BF4-427A86FF95C9}"/>
              </a:ext>
            </a:extLst>
          </p:cNvPr>
          <p:cNvGrpSpPr/>
          <p:nvPr userDrawn="1"/>
        </p:nvGrpSpPr>
        <p:grpSpPr>
          <a:xfrm>
            <a:off x="11200303" y="35320249"/>
            <a:ext cx="18275341" cy="5100034"/>
            <a:chOff x="3810001" y="10439400"/>
            <a:chExt cx="5802366" cy="1524000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CDD17316-DAAE-33A0-0567-40E242D0E37A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810001" y="10439400"/>
              <a:ext cx="5802366" cy="1524000"/>
              <a:chOff x="12627468" y="7644148"/>
              <a:chExt cx="7101441" cy="2748172"/>
            </a:xfrm>
          </p:grpSpPr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B4F02E88-6078-A98D-8EFF-DE3970FE1A3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627468" y="9286875"/>
                <a:ext cx="7101441" cy="0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68C3D234-7B99-61B7-0C7A-781CFED079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18662651" y="7644148"/>
                <a:ext cx="0" cy="2748172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01D0DCD3-04E6-B2EB-5269-CCEC8C49073F}"/>
                </a:ext>
              </a:extLst>
            </p:cNvPr>
            <p:cNvSpPr txBox="1"/>
            <p:nvPr userDrawn="1"/>
          </p:nvSpPr>
          <p:spPr>
            <a:xfrm>
              <a:off x="4174201" y="11462618"/>
              <a:ext cx="4566958" cy="39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3960" b="1">
                  <a:solidFill>
                    <a:srgbClr val="102D41"/>
                  </a:solidFill>
                  <a:latin typeface="+mj-lt"/>
                </a:rPr>
                <a:t>HTL BULME Graz-Gösting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T: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+43 5 0248 066</a:t>
              </a:r>
            </a:p>
            <a:p>
              <a:r>
                <a:rPr lang="de-AT" sz="3960" err="1">
                  <a:solidFill>
                    <a:srgbClr val="102D41"/>
                  </a:solidFill>
                  <a:latin typeface="+mj-lt"/>
                </a:rPr>
                <a:t>Ibererstraße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15 – 21, 8051 Graz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E: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willkommen@bulme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.at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869C297-BC99-D232-28E0-43828696E132}"/>
              </a:ext>
            </a:extLst>
          </p:cNvPr>
          <p:cNvGrpSpPr/>
          <p:nvPr userDrawn="1"/>
        </p:nvGrpSpPr>
        <p:grpSpPr>
          <a:xfrm>
            <a:off x="610923" y="40802016"/>
            <a:ext cx="29018966" cy="1428071"/>
            <a:chOff x="10" y="14400000"/>
            <a:chExt cx="10675620" cy="504000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A22FAE11-A493-2177-7B5C-70164C1968BB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41492B65-33CD-50F5-DD14-DEAE031DD969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F2A89EF7-895C-6C45-1C5D-59632918CD20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2">
                <a:extLst>
                  <a:ext uri="{FF2B5EF4-FFF2-40B4-BE49-F238E27FC236}">
                    <a16:creationId xmlns:a16="http://schemas.microsoft.com/office/drawing/2014/main" id="{C4AA5A23-41B2-7F6D-1F13-79421930DBC8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3">
                <a:extLst>
                  <a:ext uri="{FF2B5EF4-FFF2-40B4-BE49-F238E27FC236}">
                    <a16:creationId xmlns:a16="http://schemas.microsoft.com/office/drawing/2014/main" id="{0C0C4283-9389-818B-51E0-A9E17BA3A98E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21" name="Grafik 20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AFCB9868-6530-B26B-60EE-1E63A66A85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22" name="Grafik 21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189C4919-7E2C-5896-3A79-77C148217E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23" name="Grafik 22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F8ABE603-0A02-A3E4-6D29-2710A1F7A9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24" name="Grafik 23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2013D4B3-07F4-5F32-31F8-C408FAE330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33222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45154D5-1587-F07F-5081-FDC0D1092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F9A01984-D3E7-D51A-B45F-48FB98E548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6" name="Textplatzhalter 25">
            <a:extLst>
              <a:ext uri="{FF2B5EF4-FFF2-40B4-BE49-F238E27FC236}">
                <a16:creationId xmlns:a16="http://schemas.microsoft.com/office/drawing/2014/main" id="{3FE61F0D-9783-FCD8-53A1-83F87F0770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08765E22-A2A5-9C1E-EB78-05E587C8B975}"/>
              </a:ext>
            </a:extLst>
          </p:cNvPr>
          <p:cNvGrpSpPr/>
          <p:nvPr userDrawn="1"/>
        </p:nvGrpSpPr>
        <p:grpSpPr>
          <a:xfrm>
            <a:off x="610923" y="40802016"/>
            <a:ext cx="29018966" cy="1428071"/>
            <a:chOff x="10" y="14400000"/>
            <a:chExt cx="10675620" cy="504000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4A3DE059-997E-008F-2168-FC5011ACF134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9" name="object 20">
                <a:extLst>
                  <a:ext uri="{FF2B5EF4-FFF2-40B4-BE49-F238E27FC236}">
                    <a16:creationId xmlns:a16="http://schemas.microsoft.com/office/drawing/2014/main" id="{24CF11BC-AB8F-560C-A0AC-992887A2A6F3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21">
                <a:extLst>
                  <a:ext uri="{FF2B5EF4-FFF2-40B4-BE49-F238E27FC236}">
                    <a16:creationId xmlns:a16="http://schemas.microsoft.com/office/drawing/2014/main" id="{5E4EA6AF-F930-BBE4-9F57-52D8CD595C53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22">
                <a:extLst>
                  <a:ext uri="{FF2B5EF4-FFF2-40B4-BE49-F238E27FC236}">
                    <a16:creationId xmlns:a16="http://schemas.microsoft.com/office/drawing/2014/main" id="{C516970E-953B-E0E6-8B48-458EDFC8BCE1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23">
                <a:extLst>
                  <a:ext uri="{FF2B5EF4-FFF2-40B4-BE49-F238E27FC236}">
                    <a16:creationId xmlns:a16="http://schemas.microsoft.com/office/drawing/2014/main" id="{571978D8-868C-115C-A5FD-A68C5C6C1CF1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15" name="Grafik 14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52F054C7-7CD6-3ED6-6A7F-B98ED908C6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16" name="Grafik 15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14B4697B-D5C5-3BFD-6EA4-549BFCC792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17" name="Grafik 16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68D0624C-649C-ECF7-B81A-CF44F816D9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18" name="Grafik 17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546E920C-C277-7B8E-0817-C7E9E274C9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026655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67249-EE26-4509-0480-39BB242646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155604-EF3A-3F7E-3589-0F5C1411FF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6917C8D6-7E8A-5C38-C524-EC684B5527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951648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el 1">
            <a:extLst>
              <a:ext uri="{FF2B5EF4-FFF2-40B4-BE49-F238E27FC236}">
                <a16:creationId xmlns:a16="http://schemas.microsoft.com/office/drawing/2014/main" id="{5755C214-5AB2-C175-E9E7-E19A532B50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57" name="Textplatzhalter 3">
            <a:extLst>
              <a:ext uri="{FF2B5EF4-FFF2-40B4-BE49-F238E27FC236}">
                <a16:creationId xmlns:a16="http://schemas.microsoft.com/office/drawing/2014/main" id="{5462CBF8-AFFD-FD84-E860-051682724E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58" name="Textplatzhalter 25">
            <a:extLst>
              <a:ext uri="{FF2B5EF4-FFF2-40B4-BE49-F238E27FC236}">
                <a16:creationId xmlns:a16="http://schemas.microsoft.com/office/drawing/2014/main" id="{A0BAEA49-6731-664A-B9A0-A446BEBC74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F59AEE7-54CD-950D-7BF4-427A86FF95C9}"/>
              </a:ext>
            </a:extLst>
          </p:cNvPr>
          <p:cNvGrpSpPr/>
          <p:nvPr userDrawn="1"/>
        </p:nvGrpSpPr>
        <p:grpSpPr>
          <a:xfrm>
            <a:off x="11200303" y="35320249"/>
            <a:ext cx="18275341" cy="5100034"/>
            <a:chOff x="3810001" y="10439400"/>
            <a:chExt cx="5802366" cy="1524000"/>
          </a:xfrm>
        </p:grpSpPr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CDD17316-DAAE-33A0-0567-40E242D0E37A}"/>
                </a:ext>
              </a:extLst>
            </p:cNvPr>
            <p:cNvGrpSpPr>
              <a:grpSpLocks noChangeAspect="1"/>
            </p:cNvGrpSpPr>
            <p:nvPr userDrawn="1"/>
          </p:nvGrpSpPr>
          <p:grpSpPr>
            <a:xfrm>
              <a:off x="3810001" y="10439400"/>
              <a:ext cx="5802366" cy="1524000"/>
              <a:chOff x="12627468" y="7644148"/>
              <a:chExt cx="7101441" cy="2748172"/>
            </a:xfrm>
          </p:grpSpPr>
          <p:cxnSp>
            <p:nvCxnSpPr>
              <p:cNvPr id="17" name="Gerader Verbinder 16">
                <a:extLst>
                  <a:ext uri="{FF2B5EF4-FFF2-40B4-BE49-F238E27FC236}">
                    <a16:creationId xmlns:a16="http://schemas.microsoft.com/office/drawing/2014/main" id="{B4F02E88-6078-A98D-8EFF-DE3970FE1A3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2627468" y="9286875"/>
                <a:ext cx="7101441" cy="0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17">
                <a:extLst>
                  <a:ext uri="{FF2B5EF4-FFF2-40B4-BE49-F238E27FC236}">
                    <a16:creationId xmlns:a16="http://schemas.microsoft.com/office/drawing/2014/main" id="{68C3D234-7B99-61B7-0C7A-781CFED079B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18662651" y="7644148"/>
                <a:ext cx="0" cy="2748172"/>
              </a:xfrm>
              <a:prstGeom prst="line">
                <a:avLst/>
              </a:prstGeom>
              <a:ln w="12700">
                <a:solidFill>
                  <a:srgbClr val="102D4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xtfeld 15">
              <a:extLst>
                <a:ext uri="{FF2B5EF4-FFF2-40B4-BE49-F238E27FC236}">
                  <a16:creationId xmlns:a16="http://schemas.microsoft.com/office/drawing/2014/main" id="{01D0DCD3-04E6-B2EB-5269-CCEC8C49073F}"/>
                </a:ext>
              </a:extLst>
            </p:cNvPr>
            <p:cNvSpPr txBox="1"/>
            <p:nvPr userDrawn="1"/>
          </p:nvSpPr>
          <p:spPr>
            <a:xfrm>
              <a:off x="4174201" y="11462618"/>
              <a:ext cx="4566958" cy="3917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AT" sz="3960" b="1">
                  <a:solidFill>
                    <a:srgbClr val="102D41"/>
                  </a:solidFill>
                  <a:latin typeface="+mj-lt"/>
                </a:rPr>
                <a:t>HTL BULME Graz-Gösting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T: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+43 5 0248 066</a:t>
              </a:r>
            </a:p>
            <a:p>
              <a:r>
                <a:rPr lang="de-AT" sz="3960" err="1">
                  <a:solidFill>
                    <a:srgbClr val="102D41"/>
                  </a:solidFill>
                  <a:latin typeface="+mj-lt"/>
                </a:rPr>
                <a:t>Ibererstraße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15 – 21, 8051 Graz	</a:t>
              </a:r>
              <a:r>
                <a:rPr lang="de-AT" sz="3960" b="1">
                  <a:solidFill>
                    <a:srgbClr val="102D41"/>
                  </a:solidFill>
                  <a:latin typeface="+mj-lt"/>
                </a:rPr>
                <a:t>E:</a:t>
              </a:r>
              <a:r>
                <a:rPr lang="de-AT" sz="3960">
                  <a:solidFill>
                    <a:srgbClr val="102D41"/>
                  </a:solidFill>
                  <a:latin typeface="+mj-lt"/>
                </a:rPr>
                <a:t> willkommen@bulme</a:t>
              </a:r>
              <a:r>
                <a:rPr lang="de-AT" sz="3960">
                  <a:solidFill>
                    <a:schemeClr val="bg1"/>
                  </a:solidFill>
                  <a:latin typeface="+mj-lt"/>
                </a:rPr>
                <a:t>.at</a:t>
              </a:r>
            </a:p>
          </p:txBody>
        </p:sp>
      </p:grpSp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F869C297-BC99-D232-28E0-43828696E132}"/>
              </a:ext>
            </a:extLst>
          </p:cNvPr>
          <p:cNvGrpSpPr/>
          <p:nvPr userDrawn="1"/>
        </p:nvGrpSpPr>
        <p:grpSpPr>
          <a:xfrm>
            <a:off x="610923" y="40802016"/>
            <a:ext cx="29018966" cy="1428071"/>
            <a:chOff x="10" y="14400000"/>
            <a:chExt cx="10675620" cy="504000"/>
          </a:xfrm>
        </p:grpSpPr>
        <p:grpSp>
          <p:nvGrpSpPr>
            <p:cNvPr id="20" name="Gruppieren 19">
              <a:extLst>
                <a:ext uri="{FF2B5EF4-FFF2-40B4-BE49-F238E27FC236}">
                  <a16:creationId xmlns:a16="http://schemas.microsoft.com/office/drawing/2014/main" id="{A22FAE11-A493-2177-7B5C-70164C1968BB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5" name="object 20">
                <a:extLst>
                  <a:ext uri="{FF2B5EF4-FFF2-40B4-BE49-F238E27FC236}">
                    <a16:creationId xmlns:a16="http://schemas.microsoft.com/office/drawing/2014/main" id="{41492B65-33CD-50F5-DD14-DEAE031DD969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21">
                <a:extLst>
                  <a:ext uri="{FF2B5EF4-FFF2-40B4-BE49-F238E27FC236}">
                    <a16:creationId xmlns:a16="http://schemas.microsoft.com/office/drawing/2014/main" id="{F2A89EF7-895C-6C45-1C5D-59632918CD20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7" name="object 22">
                <a:extLst>
                  <a:ext uri="{FF2B5EF4-FFF2-40B4-BE49-F238E27FC236}">
                    <a16:creationId xmlns:a16="http://schemas.microsoft.com/office/drawing/2014/main" id="{C4AA5A23-41B2-7F6D-1F13-79421930DBC8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8" name="object 23">
                <a:extLst>
                  <a:ext uri="{FF2B5EF4-FFF2-40B4-BE49-F238E27FC236}">
                    <a16:creationId xmlns:a16="http://schemas.microsoft.com/office/drawing/2014/main" id="{0C0C4283-9389-818B-51E0-A9E17BA3A98E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21" name="Grafik 20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AFCB9868-6530-B26B-60EE-1E63A66A85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22" name="Grafik 21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189C4919-7E2C-5896-3A79-77C148217E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23" name="Grafik 22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F8ABE603-0A02-A3E4-6D29-2710A1F7A99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24" name="Grafik 23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2013D4B3-07F4-5F32-31F8-C408FAE330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664300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045154D5-1587-F07F-5081-FDC0D10920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F9A01984-D3E7-D51A-B45F-48FB98E548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6" name="Textplatzhalter 25">
            <a:extLst>
              <a:ext uri="{FF2B5EF4-FFF2-40B4-BE49-F238E27FC236}">
                <a16:creationId xmlns:a16="http://schemas.microsoft.com/office/drawing/2014/main" id="{3FE61F0D-9783-FCD8-53A1-83F87F0770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08765E22-A2A5-9C1E-EB78-05E587C8B975}"/>
              </a:ext>
            </a:extLst>
          </p:cNvPr>
          <p:cNvGrpSpPr/>
          <p:nvPr userDrawn="1"/>
        </p:nvGrpSpPr>
        <p:grpSpPr>
          <a:xfrm>
            <a:off x="610923" y="40802016"/>
            <a:ext cx="29018966" cy="1428071"/>
            <a:chOff x="10" y="14400000"/>
            <a:chExt cx="10675620" cy="504000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4A3DE059-997E-008F-2168-FC5011ACF134}"/>
                </a:ext>
              </a:extLst>
            </p:cNvPr>
            <p:cNvGrpSpPr/>
            <p:nvPr userDrawn="1"/>
          </p:nvGrpSpPr>
          <p:grpSpPr>
            <a:xfrm>
              <a:off x="10" y="14400000"/>
              <a:ext cx="10675620" cy="504000"/>
              <a:chOff x="0" y="12324405"/>
              <a:chExt cx="9586659" cy="248595"/>
            </a:xfrm>
          </p:grpSpPr>
          <p:sp>
            <p:nvSpPr>
              <p:cNvPr id="29" name="object 20">
                <a:extLst>
                  <a:ext uri="{FF2B5EF4-FFF2-40B4-BE49-F238E27FC236}">
                    <a16:creationId xmlns:a16="http://schemas.microsoft.com/office/drawing/2014/main" id="{24CF11BC-AB8F-560C-A0AC-992887A2A6F3}"/>
                  </a:ext>
                </a:extLst>
              </p:cNvPr>
              <p:cNvSpPr/>
              <p:nvPr/>
            </p:nvSpPr>
            <p:spPr>
              <a:xfrm>
                <a:off x="0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FEE32C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0" name="object 21">
                <a:extLst>
                  <a:ext uri="{FF2B5EF4-FFF2-40B4-BE49-F238E27FC236}">
                    <a16:creationId xmlns:a16="http://schemas.microsoft.com/office/drawing/2014/main" id="{5E4EA6AF-F930-BBE4-9F57-52D8CD595C53}"/>
                  </a:ext>
                </a:extLst>
              </p:cNvPr>
              <p:cNvSpPr/>
              <p:nvPr/>
            </p:nvSpPr>
            <p:spPr>
              <a:xfrm>
                <a:off x="2397052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DF5627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1" name="object 22">
                <a:extLst>
                  <a:ext uri="{FF2B5EF4-FFF2-40B4-BE49-F238E27FC236}">
                    <a16:creationId xmlns:a16="http://schemas.microsoft.com/office/drawing/2014/main" id="{C516970E-953B-E0E6-8B48-458EDFC8BCE1}"/>
                  </a:ext>
                </a:extLst>
              </p:cNvPr>
              <p:cNvSpPr/>
              <p:nvPr/>
            </p:nvSpPr>
            <p:spPr>
              <a:xfrm>
                <a:off x="4793538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A2C74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32" name="object 23">
                <a:extLst>
                  <a:ext uri="{FF2B5EF4-FFF2-40B4-BE49-F238E27FC236}">
                    <a16:creationId xmlns:a16="http://schemas.microsoft.com/office/drawing/2014/main" id="{571978D8-868C-115C-A5FD-A68C5C6C1CF1}"/>
                  </a:ext>
                </a:extLst>
              </p:cNvPr>
              <p:cNvSpPr/>
              <p:nvPr/>
            </p:nvSpPr>
            <p:spPr>
              <a:xfrm>
                <a:off x="7190029" y="12324405"/>
                <a:ext cx="2396630" cy="248595"/>
              </a:xfrm>
              <a:custGeom>
                <a:avLst/>
                <a:gdLst/>
                <a:ahLst/>
                <a:cxnLst/>
                <a:rect l="l" t="t" r="r" b="b"/>
                <a:pathLst>
                  <a:path w="5026025" h="521334">
                    <a:moveTo>
                      <a:pt x="5025733" y="0"/>
                    </a:moveTo>
                    <a:lnTo>
                      <a:pt x="0" y="0"/>
                    </a:lnTo>
                    <a:lnTo>
                      <a:pt x="0" y="521101"/>
                    </a:lnTo>
                    <a:lnTo>
                      <a:pt x="5025733" y="521101"/>
                    </a:lnTo>
                    <a:lnTo>
                      <a:pt x="5025733" y="0"/>
                    </a:lnTo>
                    <a:close/>
                  </a:path>
                </a:pathLst>
              </a:custGeom>
              <a:solidFill>
                <a:srgbClr val="7CB7E4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pic>
          <p:nvPicPr>
            <p:cNvPr id="15" name="Grafik 14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52F054C7-7CD6-3ED6-6A7F-B98ED908C6D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9200" y="14490000"/>
              <a:ext cx="532202" cy="324000"/>
            </a:xfrm>
            <a:prstGeom prst="rect">
              <a:avLst/>
            </a:prstGeom>
          </p:spPr>
        </p:pic>
        <p:pic>
          <p:nvPicPr>
            <p:cNvPr id="16" name="Grafik 15" descr="Ein Bild, das Kreis,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14B4697B-D5C5-3BFD-6EA4-549BFCC7924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87200" y="14436000"/>
              <a:ext cx="430040" cy="432000"/>
            </a:xfrm>
            <a:prstGeom prst="rect">
              <a:avLst/>
            </a:prstGeom>
          </p:spPr>
        </p:pic>
        <p:pic>
          <p:nvPicPr>
            <p:cNvPr id="17" name="Grafik 16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68D0624C-649C-ECF7-B81A-CF44F816D9C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54800" y="14436000"/>
              <a:ext cx="434166" cy="432000"/>
            </a:xfrm>
            <a:prstGeom prst="rect">
              <a:avLst/>
            </a:prstGeom>
          </p:spPr>
        </p:pic>
        <p:pic>
          <p:nvPicPr>
            <p:cNvPr id="18" name="Grafik 17" descr="Ein Bild, das Kreis, Grafiken, Design enthält.&#10;&#10;Automatisch generierte Beschreibung">
              <a:extLst>
                <a:ext uri="{FF2B5EF4-FFF2-40B4-BE49-F238E27FC236}">
                  <a16:creationId xmlns:a16="http://schemas.microsoft.com/office/drawing/2014/main" id="{546E920C-C277-7B8E-0817-C7E9E274C9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22400" y="14436000"/>
              <a:ext cx="431608" cy="432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1203340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67249-EE26-4509-0480-39BB242646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09744" y="13591457"/>
            <a:ext cx="28050550" cy="4929167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r>
              <a:rPr lang="de-DE"/>
              <a:t>PLAKATTITEL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155604-EF3A-3F7E-3589-0F5C1411FF7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09732" y="19100529"/>
            <a:ext cx="28050547" cy="3479415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8485" u="sng">
                <a:solidFill>
                  <a:srgbClr val="102D41"/>
                </a:solidFill>
                <a:latin typeface="+mj-lt"/>
                <a:cs typeface="Leelawadee UI" panose="020B0502040204020203" pitchFamily="34" charset="-34"/>
              </a:defRPr>
            </a:lvl1pPr>
          </a:lstStyle>
          <a:p>
            <a:pPr lvl="0"/>
            <a:r>
              <a:rPr lang="de-DE"/>
              <a:t>UNTERÜBERSCHRIFT</a:t>
            </a:r>
          </a:p>
        </p:txBody>
      </p:sp>
      <p:sp>
        <p:nvSpPr>
          <p:cNvPr id="12" name="Textplatzhalter 25">
            <a:extLst>
              <a:ext uri="{FF2B5EF4-FFF2-40B4-BE49-F238E27FC236}">
                <a16:creationId xmlns:a16="http://schemas.microsoft.com/office/drawing/2014/main" id="{6917C8D6-7E8A-5C38-C524-EC684B5527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10027" y="23205153"/>
            <a:ext cx="28050267" cy="3479712"/>
          </a:xfrm>
          <a:prstGeom prst="rect">
            <a:avLst/>
          </a:prstGeom>
        </p:spPr>
        <p:txBody>
          <a:bodyPr/>
          <a:lstStyle>
            <a:lvl1pPr>
              <a:defRPr sz="8485">
                <a:solidFill>
                  <a:srgbClr val="102D4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Text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2748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.png"/><Relationship Id="rId5" Type="http://schemas.openxmlformats.org/officeDocument/2006/relationships/image" Target="../media/image15.png"/><Relationship Id="rId10" Type="http://schemas.openxmlformats.org/officeDocument/2006/relationships/image" Target="../media/image5.png"/><Relationship Id="rId4" Type="http://schemas.openxmlformats.org/officeDocument/2006/relationships/theme" Target="../theme/theme2.xml"/><Relationship Id="rId9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9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10.png"/><Relationship Id="rId4" Type="http://schemas.openxmlformats.org/officeDocument/2006/relationships/theme" Target="../theme/theme3.xml"/><Relationship Id="rId9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png"/><Relationship Id="rId5" Type="http://schemas.openxmlformats.org/officeDocument/2006/relationships/image" Target="../media/image16.png"/><Relationship Id="rId10" Type="http://schemas.openxmlformats.org/officeDocument/2006/relationships/image" Target="../media/image5.png"/><Relationship Id="rId4" Type="http://schemas.openxmlformats.org/officeDocument/2006/relationships/theme" Target="../theme/theme4.xml"/><Relationship Id="rId9" Type="http://schemas.openxmlformats.org/officeDocument/2006/relationships/image" Target="../media/image4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theme" Target="../theme/theme5.xml"/><Relationship Id="rId9" Type="http://schemas.openxmlformats.org/officeDocument/2006/relationships/image" Target="../media/image4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8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6.xml"/><Relationship Id="rId9" Type="http://schemas.openxmlformats.org/officeDocument/2006/relationships/image" Target="../media/image5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1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7.xml"/><Relationship Id="rId9" Type="http://schemas.openxmlformats.org/officeDocument/2006/relationships/image" Target="../media/image5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4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15.png"/><Relationship Id="rId4" Type="http://schemas.openxmlformats.org/officeDocument/2006/relationships/theme" Target="../theme/theme8.xml"/><Relationship Id="rId9" Type="http://schemas.openxmlformats.org/officeDocument/2006/relationships/image" Target="../media/image5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27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10.png"/><Relationship Id="rId4" Type="http://schemas.openxmlformats.org/officeDocument/2006/relationships/theme" Target="../theme/theme9.xml"/><Relationship Id="rId9" Type="http://schemas.openxmlformats.org/officeDocument/2006/relationships/image" Target="../media/image5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0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16.png"/><Relationship Id="rId4" Type="http://schemas.openxmlformats.org/officeDocument/2006/relationships/theme" Target="../theme/theme10.xml"/><Relationship Id="rId9" Type="http://schemas.openxmlformats.org/officeDocument/2006/relationships/image" Target="../media/image5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3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17.png"/><Relationship Id="rId4" Type="http://schemas.openxmlformats.org/officeDocument/2006/relationships/theme" Target="../theme/theme11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2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uppieren 44">
            <a:extLst>
              <a:ext uri="{FF2B5EF4-FFF2-40B4-BE49-F238E27FC236}">
                <a16:creationId xmlns:a16="http://schemas.microsoft.com/office/drawing/2014/main" id="{31378179-BC59-AB22-DCA7-83AE495915A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4572" y="816044"/>
            <a:ext cx="9525187" cy="2770885"/>
            <a:chOff x="375183" y="375193"/>
            <a:chExt cx="3730981" cy="1020294"/>
          </a:xfrm>
        </p:grpSpPr>
        <p:sp>
          <p:nvSpPr>
            <p:cNvPr id="46" name="bg object 17">
              <a:extLst>
                <a:ext uri="{FF2B5EF4-FFF2-40B4-BE49-F238E27FC236}">
                  <a16:creationId xmlns:a16="http://schemas.microsoft.com/office/drawing/2014/main" id="{077B8CDF-EE51-6C4E-9ECE-0BAFC2103F21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bg object 18">
              <a:extLst>
                <a:ext uri="{FF2B5EF4-FFF2-40B4-BE49-F238E27FC236}">
                  <a16:creationId xmlns:a16="http://schemas.microsoft.com/office/drawing/2014/main" id="{345A05D5-5327-9063-49A2-F1EF9442D619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g object 19">
              <a:extLst>
                <a:ext uri="{FF2B5EF4-FFF2-40B4-BE49-F238E27FC236}">
                  <a16:creationId xmlns:a16="http://schemas.microsoft.com/office/drawing/2014/main" id="{05728654-EF0B-3E5A-2574-3B687B547814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bg object 20">
              <a:extLst>
                <a:ext uri="{FF2B5EF4-FFF2-40B4-BE49-F238E27FC236}">
                  <a16:creationId xmlns:a16="http://schemas.microsoft.com/office/drawing/2014/main" id="{34C82E8C-7C71-D541-5445-DFB3517996B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60" name="bg object 21">
              <a:extLst>
                <a:ext uri="{FF2B5EF4-FFF2-40B4-BE49-F238E27FC236}">
                  <a16:creationId xmlns:a16="http://schemas.microsoft.com/office/drawing/2014/main" id="{7C2ECC6F-2419-1696-D6B8-BC0AA210CFE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61" name="bg object 22">
              <a:extLst>
                <a:ext uri="{FF2B5EF4-FFF2-40B4-BE49-F238E27FC236}">
                  <a16:creationId xmlns:a16="http://schemas.microsoft.com/office/drawing/2014/main" id="{8D9A4262-1ADE-70B0-07BB-E76997B8DD3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62" name="bg object 23">
              <a:extLst>
                <a:ext uri="{FF2B5EF4-FFF2-40B4-BE49-F238E27FC236}">
                  <a16:creationId xmlns:a16="http://schemas.microsoft.com/office/drawing/2014/main" id="{6AF756ED-FCC0-3C08-5CCD-6CC166D35E37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bg object 24">
              <a:extLst>
                <a:ext uri="{FF2B5EF4-FFF2-40B4-BE49-F238E27FC236}">
                  <a16:creationId xmlns:a16="http://schemas.microsoft.com/office/drawing/2014/main" id="{BFB81BFC-D2F4-B72C-7609-15EB7982551E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66" name="bg object 25">
              <a:extLst>
                <a:ext uri="{FF2B5EF4-FFF2-40B4-BE49-F238E27FC236}">
                  <a16:creationId xmlns:a16="http://schemas.microsoft.com/office/drawing/2014/main" id="{C0A4A50A-5833-6034-6B9D-8CBAF1C354E9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67" name="bg object 26">
              <a:extLst>
                <a:ext uri="{FF2B5EF4-FFF2-40B4-BE49-F238E27FC236}">
                  <a16:creationId xmlns:a16="http://schemas.microsoft.com/office/drawing/2014/main" id="{288D2408-E051-B899-6B96-A640D9A6AD41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bg object 27">
              <a:extLst>
                <a:ext uri="{FF2B5EF4-FFF2-40B4-BE49-F238E27FC236}">
                  <a16:creationId xmlns:a16="http://schemas.microsoft.com/office/drawing/2014/main" id="{17053EF8-79DA-09EF-2594-E21D4C879393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bg object 28">
              <a:extLst>
                <a:ext uri="{FF2B5EF4-FFF2-40B4-BE49-F238E27FC236}">
                  <a16:creationId xmlns:a16="http://schemas.microsoft.com/office/drawing/2014/main" id="{1C8AE893-BCFC-2C8C-375B-61D46AD6A0B6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bg object 29">
              <a:extLst>
                <a:ext uri="{FF2B5EF4-FFF2-40B4-BE49-F238E27FC236}">
                  <a16:creationId xmlns:a16="http://schemas.microsoft.com/office/drawing/2014/main" id="{B5D0B316-2D70-1DDE-5A25-F4023D324B05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bg object 30">
              <a:extLst>
                <a:ext uri="{FF2B5EF4-FFF2-40B4-BE49-F238E27FC236}">
                  <a16:creationId xmlns:a16="http://schemas.microsoft.com/office/drawing/2014/main" id="{DB096251-2983-57F3-713B-D12744F73F63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bg object 31">
              <a:extLst>
                <a:ext uri="{FF2B5EF4-FFF2-40B4-BE49-F238E27FC236}">
                  <a16:creationId xmlns:a16="http://schemas.microsoft.com/office/drawing/2014/main" id="{699C9C28-07D3-87C7-2FD8-8BD4B0656AFC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2">
            <a:extLst>
              <a:ext uri="{FF2B5EF4-FFF2-40B4-BE49-F238E27FC236}">
                <a16:creationId xmlns:a16="http://schemas.microsoft.com/office/drawing/2014/main" id="{5187BF2A-E68F-83DC-B06F-A333083E51DE}"/>
              </a:ext>
            </a:extLst>
          </p:cNvPr>
          <p:cNvSpPr txBox="1"/>
          <p:nvPr userDrawn="1"/>
        </p:nvSpPr>
        <p:spPr>
          <a:xfrm>
            <a:off x="24335203" y="816045"/>
            <a:ext cx="5091047" cy="714790"/>
          </a:xfrm>
          <a:prstGeom prst="rect">
            <a:avLst/>
          </a:prstGeom>
        </p:spPr>
        <p:txBody>
          <a:bodyPr vert="horz" wrap="square" lIns="0" tIns="35920" rIns="0" bIns="0" rtlCol="0">
            <a:spAutoFit/>
          </a:bodyPr>
          <a:lstStyle/>
          <a:p>
            <a:pPr marL="39996" algn="r">
              <a:lnSpc>
                <a:spcPct val="100000"/>
              </a:lnSpc>
              <a:spcBef>
                <a:spcPts val="314"/>
              </a:spcBef>
            </a:pPr>
            <a:r>
              <a:rPr sz="4409" spc="-31">
                <a:solidFill>
                  <a:schemeClr val="bg1"/>
                </a:solidFill>
                <a:latin typeface="Leelawadee UI"/>
                <a:cs typeface="Leelawadee UI"/>
              </a:rPr>
              <a:t>www.bulme.at</a:t>
            </a:r>
            <a:endParaRPr sz="4409">
              <a:solidFill>
                <a:schemeClr val="bg1"/>
              </a:solidFill>
              <a:latin typeface="Leelawadee UI"/>
              <a:cs typeface="Leelawadee UI"/>
            </a:endParaRPr>
          </a:p>
        </p:txBody>
      </p:sp>
    </p:spTree>
    <p:extLst>
      <p:ext uri="{BB962C8B-B14F-4D97-AF65-F5344CB8AC3E}">
        <p14:creationId xmlns:p14="http://schemas.microsoft.com/office/powerpoint/2010/main" val="4114921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</p:sldLayoutIdLst>
  <p:txStyles>
    <p:titleStyle>
      <a:lvl1pPr>
        <a:defRPr sz="10533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0">
        <a:defRPr sz="7521"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93" userDrawn="1">
          <p15:clr>
            <a:srgbClr val="F26B43"/>
          </p15:clr>
        </p15:guide>
        <p15:guide id="2" pos="9524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2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object 2">
            <a:extLst>
              <a:ext uri="{FF2B5EF4-FFF2-40B4-BE49-F238E27FC236}">
                <a16:creationId xmlns:a16="http://schemas.microsoft.com/office/drawing/2014/main" id="{755EA804-9315-D5D0-D000-B5344ED244FF}"/>
              </a:ext>
            </a:extLst>
          </p:cNvPr>
          <p:cNvSpPr txBox="1"/>
          <p:nvPr userDrawn="1"/>
        </p:nvSpPr>
        <p:spPr>
          <a:xfrm>
            <a:off x="24405564" y="692718"/>
            <a:ext cx="5339439" cy="714790"/>
          </a:xfrm>
          <a:prstGeom prst="rect">
            <a:avLst/>
          </a:prstGeom>
        </p:spPr>
        <p:txBody>
          <a:bodyPr vert="horz" wrap="square" lIns="0" tIns="35920" rIns="0" bIns="0" rtlCol="0">
            <a:spAutoFit/>
          </a:bodyPr>
          <a:lstStyle/>
          <a:p>
            <a:pPr marL="39996" algn="r">
              <a:lnSpc>
                <a:spcPct val="100000"/>
              </a:lnSpc>
              <a:spcBef>
                <a:spcPts val="314"/>
              </a:spcBef>
            </a:pPr>
            <a:endParaRPr sz="4409">
              <a:latin typeface="Leelawadee UI"/>
              <a:cs typeface="Leelawadee UI"/>
            </a:endParaRPr>
          </a:p>
        </p:txBody>
      </p:sp>
      <p:grpSp>
        <p:nvGrpSpPr>
          <p:cNvPr id="115" name="Gruppieren 114">
            <a:extLst>
              <a:ext uri="{FF2B5EF4-FFF2-40B4-BE49-F238E27FC236}">
                <a16:creationId xmlns:a16="http://schemas.microsoft.com/office/drawing/2014/main" id="{99F29447-D1EE-A750-0942-CAF3F39A55F1}"/>
              </a:ext>
            </a:extLst>
          </p:cNvPr>
          <p:cNvGrpSpPr/>
          <p:nvPr userDrawn="1"/>
        </p:nvGrpSpPr>
        <p:grpSpPr>
          <a:xfrm>
            <a:off x="14689105" y="841797"/>
            <a:ext cx="15551187" cy="2774537"/>
            <a:chOff x="5193506" y="297090"/>
            <a:chExt cx="5498307" cy="979200"/>
          </a:xfrm>
        </p:grpSpPr>
        <p:sp>
          <p:nvSpPr>
            <p:cNvPr id="52" name="object 3">
              <a:extLst>
                <a:ext uri="{FF2B5EF4-FFF2-40B4-BE49-F238E27FC236}">
                  <a16:creationId xmlns:a16="http://schemas.microsoft.com/office/drawing/2014/main" id="{83ACFE5C-4826-339C-FC48-7597FDCB3107}"/>
                </a:ext>
              </a:extLst>
            </p:cNvPr>
            <p:cNvSpPr/>
            <p:nvPr userDrawn="1"/>
          </p:nvSpPr>
          <p:spPr>
            <a:xfrm>
              <a:off x="5628343" y="785422"/>
              <a:ext cx="5063470" cy="454637"/>
            </a:xfrm>
            <a:custGeom>
              <a:avLst/>
              <a:gdLst/>
              <a:ahLst/>
              <a:cxnLst/>
              <a:rect l="l" t="t" r="r" b="b"/>
              <a:pathLst>
                <a:path w="6217284" h="529590">
                  <a:moveTo>
                    <a:pt x="6216742" y="0"/>
                  </a:moveTo>
                  <a:lnTo>
                    <a:pt x="0" y="0"/>
                  </a:lnTo>
                  <a:lnTo>
                    <a:pt x="0" y="529282"/>
                  </a:lnTo>
                  <a:lnTo>
                    <a:pt x="6216742" y="529282"/>
                  </a:lnTo>
                  <a:lnTo>
                    <a:pt x="6216742" y="0"/>
                  </a:lnTo>
                  <a:close/>
                </a:path>
              </a:pathLst>
            </a:custGeom>
            <a:solidFill>
              <a:srgbClr val="FFE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EDC8C966-B633-AB85-4FE1-4279FAF06B2C}"/>
                </a:ext>
              </a:extLst>
            </p:cNvPr>
            <p:cNvSpPr txBox="1"/>
            <p:nvPr userDrawn="1"/>
          </p:nvSpPr>
          <p:spPr>
            <a:xfrm>
              <a:off x="5628343" y="863585"/>
              <a:ext cx="4275027" cy="28909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de-AT" sz="4723" b="1">
                  <a:solidFill>
                    <a:srgbClr val="102D41"/>
                  </a:solidFill>
                  <a:latin typeface="+mj-lt"/>
                  <a:cs typeface="Leelawadee UI"/>
                </a:rPr>
                <a:t>WIRTSCHAFTSINGENIEURE</a:t>
              </a:r>
              <a:endParaRPr lang="de-AT" sz="4723">
                <a:latin typeface="+mj-lt"/>
              </a:endParaRPr>
            </a:p>
          </p:txBody>
        </p:sp>
        <p:pic>
          <p:nvPicPr>
            <p:cNvPr id="19" name="Grafik 18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8353712D-ECF3-A2A0-8347-1A11D5F45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34349" y="870302"/>
              <a:ext cx="460954" cy="297625"/>
            </a:xfrm>
            <a:prstGeom prst="rect">
              <a:avLst/>
            </a:prstGeom>
          </p:spPr>
        </p:pic>
        <p:cxnSp>
          <p:nvCxnSpPr>
            <p:cNvPr id="68" name="Gerader Verbinder 67">
              <a:extLst>
                <a:ext uri="{FF2B5EF4-FFF2-40B4-BE49-F238E27FC236}">
                  <a16:creationId xmlns:a16="http://schemas.microsoft.com/office/drawing/2014/main" id="{D61612A8-72D9-B485-48AE-840B43481A0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193506" y="661503"/>
              <a:ext cx="548639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68">
              <a:extLst>
                <a:ext uri="{FF2B5EF4-FFF2-40B4-BE49-F238E27FC236}">
                  <a16:creationId xmlns:a16="http://schemas.microsoft.com/office/drawing/2014/main" id="{C5C7DBE9-D0D2-4449-8E8E-A2DFF78E526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504400" y="297090"/>
              <a:ext cx="0" cy="9792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5" name="Gerader Verbinder 74">
            <a:extLst>
              <a:ext uri="{FF2B5EF4-FFF2-40B4-BE49-F238E27FC236}">
                <a16:creationId xmlns:a16="http://schemas.microsoft.com/office/drawing/2014/main" id="{4C8BA874-F79E-29A2-E852-9F6A786080AE}"/>
              </a:ext>
            </a:extLst>
          </p:cNvPr>
          <p:cNvCxnSpPr/>
          <p:nvPr userDrawn="1"/>
        </p:nvCxnSpPr>
        <p:spPr>
          <a:xfrm>
            <a:off x="10701459" y="5366494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E7E5AD08-4E9E-E330-C547-8B366867FD4E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98" name="Gruppieren 97">
            <a:extLst>
              <a:ext uri="{FF2B5EF4-FFF2-40B4-BE49-F238E27FC236}">
                <a16:creationId xmlns:a16="http://schemas.microsoft.com/office/drawing/2014/main" id="{946FECAE-C759-50A4-F727-8AABA932FB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4572" y="816044"/>
            <a:ext cx="9525187" cy="2770885"/>
            <a:chOff x="375183" y="375193"/>
            <a:chExt cx="3730981" cy="1020294"/>
          </a:xfrm>
        </p:grpSpPr>
        <p:sp>
          <p:nvSpPr>
            <p:cNvPr id="99" name="bg object 17">
              <a:extLst>
                <a:ext uri="{FF2B5EF4-FFF2-40B4-BE49-F238E27FC236}">
                  <a16:creationId xmlns:a16="http://schemas.microsoft.com/office/drawing/2014/main" id="{FC272C27-0184-8623-30AE-90E3DFA13D2D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bg object 18">
              <a:extLst>
                <a:ext uri="{FF2B5EF4-FFF2-40B4-BE49-F238E27FC236}">
                  <a16:creationId xmlns:a16="http://schemas.microsoft.com/office/drawing/2014/main" id="{1803F6B3-4E7B-5380-FC44-F51E3FB11B5D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bg object 19">
              <a:extLst>
                <a:ext uri="{FF2B5EF4-FFF2-40B4-BE49-F238E27FC236}">
                  <a16:creationId xmlns:a16="http://schemas.microsoft.com/office/drawing/2014/main" id="{3CAE1FED-090A-8AD7-EF6D-0EDEBAD24CBD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bg object 20">
              <a:extLst>
                <a:ext uri="{FF2B5EF4-FFF2-40B4-BE49-F238E27FC236}">
                  <a16:creationId xmlns:a16="http://schemas.microsoft.com/office/drawing/2014/main" id="{F0B62FCD-C1EB-3C80-D113-562B583F74B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103" name="bg object 21">
              <a:extLst>
                <a:ext uri="{FF2B5EF4-FFF2-40B4-BE49-F238E27FC236}">
                  <a16:creationId xmlns:a16="http://schemas.microsoft.com/office/drawing/2014/main" id="{54477153-66C1-AA95-F028-5F2E3EACE15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104" name="bg object 22">
              <a:extLst>
                <a:ext uri="{FF2B5EF4-FFF2-40B4-BE49-F238E27FC236}">
                  <a16:creationId xmlns:a16="http://schemas.microsoft.com/office/drawing/2014/main" id="{7C1342CC-0883-F975-659B-472B8FEB79D6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105" name="bg object 23">
              <a:extLst>
                <a:ext uri="{FF2B5EF4-FFF2-40B4-BE49-F238E27FC236}">
                  <a16:creationId xmlns:a16="http://schemas.microsoft.com/office/drawing/2014/main" id="{FE27C914-D470-AF7A-BAD7-1C6678CF90F2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bg object 24">
              <a:extLst>
                <a:ext uri="{FF2B5EF4-FFF2-40B4-BE49-F238E27FC236}">
                  <a16:creationId xmlns:a16="http://schemas.microsoft.com/office/drawing/2014/main" id="{DCEBEBCF-E897-57D5-1F3E-F5C202005C4B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107" name="bg object 25">
              <a:extLst>
                <a:ext uri="{FF2B5EF4-FFF2-40B4-BE49-F238E27FC236}">
                  <a16:creationId xmlns:a16="http://schemas.microsoft.com/office/drawing/2014/main" id="{5AFAFA5C-696F-581A-7FE8-4E8007AE0477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108" name="bg object 26">
              <a:extLst>
                <a:ext uri="{FF2B5EF4-FFF2-40B4-BE49-F238E27FC236}">
                  <a16:creationId xmlns:a16="http://schemas.microsoft.com/office/drawing/2014/main" id="{04630F90-6B06-6504-5CBF-506DC8659A15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bg object 27">
              <a:extLst>
                <a:ext uri="{FF2B5EF4-FFF2-40B4-BE49-F238E27FC236}">
                  <a16:creationId xmlns:a16="http://schemas.microsoft.com/office/drawing/2014/main" id="{4CD59724-61D7-4268-97D7-ADFF5D07DDB1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bg object 28">
              <a:extLst>
                <a:ext uri="{FF2B5EF4-FFF2-40B4-BE49-F238E27FC236}">
                  <a16:creationId xmlns:a16="http://schemas.microsoft.com/office/drawing/2014/main" id="{E07C71EA-0855-2EC9-540B-8A23F53A0E0E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bg object 29">
              <a:extLst>
                <a:ext uri="{FF2B5EF4-FFF2-40B4-BE49-F238E27FC236}">
                  <a16:creationId xmlns:a16="http://schemas.microsoft.com/office/drawing/2014/main" id="{38D06AE2-DDBE-5E6C-81E4-8FCFD7C99DA6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bg object 30">
              <a:extLst>
                <a:ext uri="{FF2B5EF4-FFF2-40B4-BE49-F238E27FC236}">
                  <a16:creationId xmlns:a16="http://schemas.microsoft.com/office/drawing/2014/main" id="{B6D5877D-3F88-AEB7-EFB1-C26333EA8ED9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bg object 31">
              <a:extLst>
                <a:ext uri="{FF2B5EF4-FFF2-40B4-BE49-F238E27FC236}">
                  <a16:creationId xmlns:a16="http://schemas.microsoft.com/office/drawing/2014/main" id="{302B54EA-3DD1-9B35-15DE-3D00D0F77A64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2">
            <a:extLst>
              <a:ext uri="{FF2B5EF4-FFF2-40B4-BE49-F238E27FC236}">
                <a16:creationId xmlns:a16="http://schemas.microsoft.com/office/drawing/2014/main" id="{19558A06-6803-5F91-05D7-1D80E30DF396}"/>
              </a:ext>
            </a:extLst>
          </p:cNvPr>
          <p:cNvSpPr txBox="1"/>
          <p:nvPr userDrawn="1"/>
        </p:nvSpPr>
        <p:spPr>
          <a:xfrm>
            <a:off x="24335203" y="816045"/>
            <a:ext cx="5091047" cy="714790"/>
          </a:xfrm>
          <a:prstGeom prst="rect">
            <a:avLst/>
          </a:prstGeom>
        </p:spPr>
        <p:txBody>
          <a:bodyPr vert="horz" wrap="square" lIns="0" tIns="35920" rIns="0" bIns="0" rtlCol="0">
            <a:spAutoFit/>
          </a:bodyPr>
          <a:lstStyle/>
          <a:p>
            <a:pPr marL="39996" algn="r">
              <a:lnSpc>
                <a:spcPct val="100000"/>
              </a:lnSpc>
              <a:spcBef>
                <a:spcPts val="314"/>
              </a:spcBef>
            </a:pPr>
            <a:r>
              <a:rPr sz="4409" spc="-31">
                <a:solidFill>
                  <a:schemeClr val="bg1"/>
                </a:solidFill>
                <a:latin typeface="Leelawadee UI"/>
                <a:cs typeface="Leelawadee UI"/>
              </a:rPr>
              <a:t>www.bulme.at</a:t>
            </a:r>
            <a:endParaRPr sz="4409">
              <a:solidFill>
                <a:schemeClr val="bg1"/>
              </a:solidFill>
              <a:latin typeface="Leelawadee UI"/>
              <a:cs typeface="Leelawadee UI"/>
            </a:endParaRPr>
          </a:p>
        </p:txBody>
      </p:sp>
    </p:spTree>
    <p:extLst>
      <p:ext uri="{BB962C8B-B14F-4D97-AF65-F5344CB8AC3E}">
        <p14:creationId xmlns:p14="http://schemas.microsoft.com/office/powerpoint/2010/main" val="407224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23" r:id="rId3"/>
  </p:sldLayoutIdLst>
  <p:txStyles>
    <p:titleStyle>
      <a:lvl1pPr>
        <a:defRPr sz="10533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0">
        <a:defRPr sz="7521"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2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D175462-EE7A-BDF5-C8EC-EC15C0A27C23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E2FBCF39-3679-37F4-B9C9-679D6EEB0846}"/>
              </a:ext>
            </a:extLst>
          </p:cNvPr>
          <p:cNvCxnSpPr/>
          <p:nvPr userDrawn="1"/>
        </p:nvCxnSpPr>
        <p:spPr>
          <a:xfrm>
            <a:off x="10701459" y="5366494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5FDC40D7-7B83-A97B-2A1F-924824DB6F61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796E587-3772-5134-8FC6-94048AB240F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4572" y="816044"/>
            <a:ext cx="9525187" cy="2770885"/>
            <a:chOff x="375183" y="375193"/>
            <a:chExt cx="3730981" cy="1020294"/>
          </a:xfrm>
        </p:grpSpPr>
        <p:sp>
          <p:nvSpPr>
            <p:cNvPr id="28" name="bg object 17">
              <a:extLst>
                <a:ext uri="{FF2B5EF4-FFF2-40B4-BE49-F238E27FC236}">
                  <a16:creationId xmlns:a16="http://schemas.microsoft.com/office/drawing/2014/main" id="{534CA013-80FF-8E37-3C23-D16B943E279D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bg object 18">
              <a:extLst>
                <a:ext uri="{FF2B5EF4-FFF2-40B4-BE49-F238E27FC236}">
                  <a16:creationId xmlns:a16="http://schemas.microsoft.com/office/drawing/2014/main" id="{C4C027BF-B4C9-9604-2E73-ADDD29673CAD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bg object 19">
              <a:extLst>
                <a:ext uri="{FF2B5EF4-FFF2-40B4-BE49-F238E27FC236}">
                  <a16:creationId xmlns:a16="http://schemas.microsoft.com/office/drawing/2014/main" id="{676CBCAA-ACB0-B96C-7DC0-578A6FBF5A32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bg object 20">
              <a:extLst>
                <a:ext uri="{FF2B5EF4-FFF2-40B4-BE49-F238E27FC236}">
                  <a16:creationId xmlns:a16="http://schemas.microsoft.com/office/drawing/2014/main" id="{17146B13-AD09-85B8-7131-0ABAE69EC4D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36" name="bg object 21">
              <a:extLst>
                <a:ext uri="{FF2B5EF4-FFF2-40B4-BE49-F238E27FC236}">
                  <a16:creationId xmlns:a16="http://schemas.microsoft.com/office/drawing/2014/main" id="{88038146-7673-BB46-E18A-27C9B2597914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7" name="bg object 22">
              <a:extLst>
                <a:ext uri="{FF2B5EF4-FFF2-40B4-BE49-F238E27FC236}">
                  <a16:creationId xmlns:a16="http://schemas.microsoft.com/office/drawing/2014/main" id="{2BC4DEAC-20A0-740D-5216-FA2B0C4791EB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8" name="bg object 23">
              <a:extLst>
                <a:ext uri="{FF2B5EF4-FFF2-40B4-BE49-F238E27FC236}">
                  <a16:creationId xmlns:a16="http://schemas.microsoft.com/office/drawing/2014/main" id="{8EF5BDC7-C756-2852-1BEE-D35F2F4E88B5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bg object 24">
              <a:extLst>
                <a:ext uri="{FF2B5EF4-FFF2-40B4-BE49-F238E27FC236}">
                  <a16:creationId xmlns:a16="http://schemas.microsoft.com/office/drawing/2014/main" id="{C3308897-1C2A-909A-37D4-7ECCD0066E01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40" name="bg object 25">
              <a:extLst>
                <a:ext uri="{FF2B5EF4-FFF2-40B4-BE49-F238E27FC236}">
                  <a16:creationId xmlns:a16="http://schemas.microsoft.com/office/drawing/2014/main" id="{B8CB628D-9208-0C94-67E5-294AD4202734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41" name="bg object 26">
              <a:extLst>
                <a:ext uri="{FF2B5EF4-FFF2-40B4-BE49-F238E27FC236}">
                  <a16:creationId xmlns:a16="http://schemas.microsoft.com/office/drawing/2014/main" id="{6F0B0642-F377-9E5E-B747-3DAE0A388148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bg object 27">
              <a:extLst>
                <a:ext uri="{FF2B5EF4-FFF2-40B4-BE49-F238E27FC236}">
                  <a16:creationId xmlns:a16="http://schemas.microsoft.com/office/drawing/2014/main" id="{A19BFA35-7F37-A89C-A361-926BFD5A6ACA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bg object 28">
              <a:extLst>
                <a:ext uri="{FF2B5EF4-FFF2-40B4-BE49-F238E27FC236}">
                  <a16:creationId xmlns:a16="http://schemas.microsoft.com/office/drawing/2014/main" id="{29F0C433-78B1-0501-E4F2-DDFA65BAA234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bg object 29">
              <a:extLst>
                <a:ext uri="{FF2B5EF4-FFF2-40B4-BE49-F238E27FC236}">
                  <a16:creationId xmlns:a16="http://schemas.microsoft.com/office/drawing/2014/main" id="{677EABD8-F971-881E-0CF9-F8C96657A94D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bg object 30">
              <a:extLst>
                <a:ext uri="{FF2B5EF4-FFF2-40B4-BE49-F238E27FC236}">
                  <a16:creationId xmlns:a16="http://schemas.microsoft.com/office/drawing/2014/main" id="{50FAF140-1B3F-9149-3247-8C9CB7A42B60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bg object 31">
              <a:extLst>
                <a:ext uri="{FF2B5EF4-FFF2-40B4-BE49-F238E27FC236}">
                  <a16:creationId xmlns:a16="http://schemas.microsoft.com/office/drawing/2014/main" id="{161DAEF6-BD2E-8687-7B7E-6B86B67BE852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108FA3D4-A349-5F1D-3CF0-965287C05D7C}"/>
              </a:ext>
            </a:extLst>
          </p:cNvPr>
          <p:cNvGrpSpPr/>
          <p:nvPr userDrawn="1"/>
        </p:nvGrpSpPr>
        <p:grpSpPr>
          <a:xfrm>
            <a:off x="14689105" y="692717"/>
            <a:ext cx="15551187" cy="2923620"/>
            <a:chOff x="5193506" y="244475"/>
            <a:chExt cx="5498307" cy="1031815"/>
          </a:xfrm>
        </p:grpSpPr>
        <p:sp>
          <p:nvSpPr>
            <p:cNvPr id="19" name="object 3">
              <a:extLst>
                <a:ext uri="{FF2B5EF4-FFF2-40B4-BE49-F238E27FC236}">
                  <a16:creationId xmlns:a16="http://schemas.microsoft.com/office/drawing/2014/main" id="{B33BE72A-9146-FCD3-0CF4-72911DD4F2BA}"/>
                </a:ext>
              </a:extLst>
            </p:cNvPr>
            <p:cNvSpPr/>
            <p:nvPr userDrawn="1"/>
          </p:nvSpPr>
          <p:spPr>
            <a:xfrm>
              <a:off x="5628343" y="785422"/>
              <a:ext cx="5063470" cy="454637"/>
            </a:xfrm>
            <a:custGeom>
              <a:avLst/>
              <a:gdLst/>
              <a:ahLst/>
              <a:cxnLst/>
              <a:rect l="l" t="t" r="r" b="b"/>
              <a:pathLst>
                <a:path w="6217284" h="529590">
                  <a:moveTo>
                    <a:pt x="6216742" y="0"/>
                  </a:moveTo>
                  <a:lnTo>
                    <a:pt x="0" y="0"/>
                  </a:lnTo>
                  <a:lnTo>
                    <a:pt x="0" y="529282"/>
                  </a:lnTo>
                  <a:lnTo>
                    <a:pt x="6216742" y="529282"/>
                  </a:lnTo>
                  <a:lnTo>
                    <a:pt x="6216742" y="0"/>
                  </a:lnTo>
                  <a:close/>
                </a:path>
              </a:pathLst>
            </a:custGeom>
            <a:solidFill>
              <a:srgbClr val="A2CB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Grafik 9" descr="Ein Bild, das Screenshot, Grafiken, Design enthält.&#10;&#10;Automatisch generierte Beschreibung">
              <a:extLst>
                <a:ext uri="{FF2B5EF4-FFF2-40B4-BE49-F238E27FC236}">
                  <a16:creationId xmlns:a16="http://schemas.microsoft.com/office/drawing/2014/main" id="{ED29556C-34D4-A041-4745-EABF079C07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32706" y="813600"/>
              <a:ext cx="384188" cy="405430"/>
            </a:xfrm>
            <a:prstGeom prst="rect">
              <a:avLst/>
            </a:prstGeom>
          </p:spPr>
        </p:pic>
        <p:sp>
          <p:nvSpPr>
            <p:cNvPr id="20" name="Textfeld 19">
              <a:extLst>
                <a:ext uri="{FF2B5EF4-FFF2-40B4-BE49-F238E27FC236}">
                  <a16:creationId xmlns:a16="http://schemas.microsoft.com/office/drawing/2014/main" id="{DE6B99D0-C934-B7CA-BC85-FDBC19533112}"/>
                </a:ext>
              </a:extLst>
            </p:cNvPr>
            <p:cNvSpPr txBox="1"/>
            <p:nvPr userDrawn="1"/>
          </p:nvSpPr>
          <p:spPr>
            <a:xfrm>
              <a:off x="5628343" y="863585"/>
              <a:ext cx="4275027" cy="28909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L="0" marR="0" lvl="0" indent="0" algn="r" defTabSz="2586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AT" sz="4723" b="1">
                  <a:solidFill>
                    <a:srgbClr val="102D41"/>
                  </a:solidFill>
                  <a:latin typeface="+mj-lt"/>
                  <a:cs typeface="Leelawadee UI"/>
                </a:rPr>
                <a:t>ELEKTRONIK &amp; </a:t>
              </a:r>
              <a:r>
                <a:rPr lang="de-AT" sz="4723" b="1">
                  <a:solidFill>
                    <a:srgbClr val="102D41"/>
                  </a:solidFill>
                  <a:latin typeface="+mj-lt"/>
                  <a:cs typeface="Helvetica" panose="020B0604020202020204" pitchFamily="34" charset="0"/>
                </a:rPr>
                <a:t>TECHN</a:t>
              </a:r>
              <a:r>
                <a:rPr lang="de-AT" sz="4723" b="1">
                  <a:solidFill>
                    <a:srgbClr val="102D41"/>
                  </a:solidFill>
                  <a:latin typeface="+mj-lt"/>
                  <a:cs typeface="Leelawadee UI"/>
                </a:rPr>
                <a:t>. INFORMATIK</a:t>
              </a:r>
              <a:endParaRPr lang="de-AT" sz="4723">
                <a:latin typeface="+mj-lt"/>
              </a:endParaRPr>
            </a:p>
          </p:txBody>
        </p:sp>
        <p:sp>
          <p:nvSpPr>
            <p:cNvPr id="22" name="object 2">
              <a:extLst>
                <a:ext uri="{FF2B5EF4-FFF2-40B4-BE49-F238E27FC236}">
                  <a16:creationId xmlns:a16="http://schemas.microsoft.com/office/drawing/2014/main" id="{662388D3-E00D-7397-9F8D-DFC7AFC254F3}"/>
                </a:ext>
              </a:extLst>
            </p:cNvPr>
            <p:cNvSpPr txBox="1"/>
            <p:nvPr userDrawn="1"/>
          </p:nvSpPr>
          <p:spPr>
            <a:xfrm>
              <a:off x="8628877" y="244475"/>
              <a:ext cx="1887822" cy="24399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9996" algn="r">
                <a:lnSpc>
                  <a:spcPct val="100000"/>
                </a:lnSpc>
                <a:spcBef>
                  <a:spcPts val="314"/>
                </a:spcBef>
              </a:pPr>
              <a:endParaRPr sz="4409">
                <a:latin typeface="Leelawadee UI"/>
                <a:cs typeface="Leelawadee UI"/>
              </a:endParaRPr>
            </a:p>
          </p:txBody>
        </p: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18A2B682-37B4-37D6-F96C-9F32392F4D4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193506" y="661503"/>
              <a:ext cx="548639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7CF3F016-A547-38C3-31BE-A36762FF15D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504400" y="297090"/>
              <a:ext cx="0" cy="9792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bject 2">
              <a:extLst>
                <a:ext uri="{FF2B5EF4-FFF2-40B4-BE49-F238E27FC236}">
                  <a16:creationId xmlns:a16="http://schemas.microsoft.com/office/drawing/2014/main" id="{02FB5FBC-CE5A-8635-BFDC-397715D49851}"/>
                </a:ext>
              </a:extLst>
            </p:cNvPr>
            <p:cNvSpPr txBox="1"/>
            <p:nvPr userDrawn="1"/>
          </p:nvSpPr>
          <p:spPr>
            <a:xfrm>
              <a:off x="8604000" y="288000"/>
              <a:ext cx="1800000" cy="24399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9996" algn="r">
                <a:lnSpc>
                  <a:spcPct val="100000"/>
                </a:lnSpc>
                <a:spcBef>
                  <a:spcPts val="314"/>
                </a:spcBef>
              </a:pPr>
              <a:r>
                <a:rPr sz="4409" spc="-31">
                  <a:solidFill>
                    <a:schemeClr val="bg1"/>
                  </a:solidFill>
                  <a:latin typeface="Leelawadee UI"/>
                  <a:cs typeface="Leelawadee UI"/>
                </a:rPr>
                <a:t>www.bulme.at</a:t>
              </a:r>
              <a:endParaRPr sz="4409">
                <a:solidFill>
                  <a:schemeClr val="bg1"/>
                </a:solidFill>
                <a:latin typeface="Leelawadee UI"/>
                <a:cs typeface="Leelawadee U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002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</p:sldLayoutIdLst>
  <p:txStyles>
    <p:titleStyle>
      <a:lvl1pPr>
        <a:defRPr sz="10533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0">
        <a:defRPr sz="7521"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2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uppieren 43">
            <a:extLst>
              <a:ext uri="{FF2B5EF4-FFF2-40B4-BE49-F238E27FC236}">
                <a16:creationId xmlns:a16="http://schemas.microsoft.com/office/drawing/2014/main" id="{4030C87D-0A87-BE72-8CAF-760C3286D725}"/>
              </a:ext>
            </a:extLst>
          </p:cNvPr>
          <p:cNvGrpSpPr/>
          <p:nvPr userDrawn="1"/>
        </p:nvGrpSpPr>
        <p:grpSpPr>
          <a:xfrm>
            <a:off x="14689105" y="692717"/>
            <a:ext cx="15551187" cy="2923620"/>
            <a:chOff x="5193506" y="244475"/>
            <a:chExt cx="5498307" cy="1031815"/>
          </a:xfrm>
        </p:grpSpPr>
        <p:sp>
          <p:nvSpPr>
            <p:cNvPr id="45" name="object 3">
              <a:extLst>
                <a:ext uri="{FF2B5EF4-FFF2-40B4-BE49-F238E27FC236}">
                  <a16:creationId xmlns:a16="http://schemas.microsoft.com/office/drawing/2014/main" id="{A77268DA-753F-1BD1-F650-CA4096A8AA1D}"/>
                </a:ext>
              </a:extLst>
            </p:cNvPr>
            <p:cNvSpPr/>
            <p:nvPr userDrawn="1"/>
          </p:nvSpPr>
          <p:spPr>
            <a:xfrm>
              <a:off x="5628343" y="785422"/>
              <a:ext cx="5063470" cy="454637"/>
            </a:xfrm>
            <a:custGeom>
              <a:avLst/>
              <a:gdLst/>
              <a:ahLst/>
              <a:cxnLst/>
              <a:rect l="l" t="t" r="r" b="b"/>
              <a:pathLst>
                <a:path w="6217284" h="529590">
                  <a:moveTo>
                    <a:pt x="6216742" y="0"/>
                  </a:moveTo>
                  <a:lnTo>
                    <a:pt x="0" y="0"/>
                  </a:lnTo>
                  <a:lnTo>
                    <a:pt x="0" y="529282"/>
                  </a:lnTo>
                  <a:lnTo>
                    <a:pt x="6216742" y="529282"/>
                  </a:lnTo>
                  <a:lnTo>
                    <a:pt x="6216742" y="0"/>
                  </a:lnTo>
                  <a:close/>
                </a:path>
              </a:pathLst>
            </a:custGeom>
            <a:solidFill>
              <a:srgbClr val="DE55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F4F762D5-AB60-AE2A-21BB-8E97682EE39D}"/>
                </a:ext>
              </a:extLst>
            </p:cNvPr>
            <p:cNvSpPr txBox="1"/>
            <p:nvPr userDrawn="1"/>
          </p:nvSpPr>
          <p:spPr>
            <a:xfrm>
              <a:off x="5628343" y="863585"/>
              <a:ext cx="4275027" cy="28909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L="0" marR="0" lvl="0" indent="0" algn="r" defTabSz="2586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AT" sz="4723" b="1">
                  <a:solidFill>
                    <a:srgbClr val="102D41"/>
                  </a:solidFill>
                  <a:latin typeface="+mj-lt"/>
                  <a:cs typeface="Leelawadee UI"/>
                </a:rPr>
                <a:t>E - TECHNOLOGIES</a:t>
              </a:r>
              <a:endParaRPr lang="de-AT" sz="4723">
                <a:latin typeface="+mj-lt"/>
              </a:endParaRPr>
            </a:p>
          </p:txBody>
        </p:sp>
        <p:sp>
          <p:nvSpPr>
            <p:cNvPr id="48" name="object 2">
              <a:extLst>
                <a:ext uri="{FF2B5EF4-FFF2-40B4-BE49-F238E27FC236}">
                  <a16:creationId xmlns:a16="http://schemas.microsoft.com/office/drawing/2014/main" id="{FD675DDB-A469-1770-F523-F1EDCA19C3DF}"/>
                </a:ext>
              </a:extLst>
            </p:cNvPr>
            <p:cNvSpPr txBox="1"/>
            <p:nvPr userDrawn="1"/>
          </p:nvSpPr>
          <p:spPr>
            <a:xfrm>
              <a:off x="8628877" y="244475"/>
              <a:ext cx="1887822" cy="24399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9996" algn="r">
                <a:lnSpc>
                  <a:spcPct val="100000"/>
                </a:lnSpc>
                <a:spcBef>
                  <a:spcPts val="314"/>
                </a:spcBef>
              </a:pPr>
              <a:endParaRPr sz="4409">
                <a:latin typeface="Leelawadee UI"/>
                <a:cs typeface="Leelawadee UI"/>
              </a:endParaRPr>
            </a:p>
          </p:txBody>
        </p: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A33C0057-7D83-A189-5320-B2D7DA7BB2B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193506" y="661503"/>
              <a:ext cx="548639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6F3B2B11-0602-355C-F7D5-A4C11C7770C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504400" y="297090"/>
              <a:ext cx="0" cy="9792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bject 2">
              <a:extLst>
                <a:ext uri="{FF2B5EF4-FFF2-40B4-BE49-F238E27FC236}">
                  <a16:creationId xmlns:a16="http://schemas.microsoft.com/office/drawing/2014/main" id="{70A90786-359D-8557-10EB-8ED3AEF32515}"/>
                </a:ext>
              </a:extLst>
            </p:cNvPr>
            <p:cNvSpPr txBox="1"/>
            <p:nvPr userDrawn="1"/>
          </p:nvSpPr>
          <p:spPr>
            <a:xfrm>
              <a:off x="8604000" y="288000"/>
              <a:ext cx="1800000" cy="24399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9996" algn="r">
                <a:lnSpc>
                  <a:spcPct val="100000"/>
                </a:lnSpc>
                <a:spcBef>
                  <a:spcPts val="314"/>
                </a:spcBef>
              </a:pPr>
              <a:r>
                <a:rPr sz="4409" spc="-31">
                  <a:solidFill>
                    <a:schemeClr val="bg1"/>
                  </a:solidFill>
                  <a:latin typeface="Leelawadee UI"/>
                  <a:cs typeface="Leelawadee UI"/>
                </a:rPr>
                <a:t>www.bulme.at</a:t>
              </a:r>
              <a:endParaRPr sz="4409">
                <a:solidFill>
                  <a:schemeClr val="bg1"/>
                </a:solidFill>
                <a:latin typeface="Leelawadee UI"/>
                <a:cs typeface="Leelawadee UI"/>
              </a:endParaRP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D175462-EE7A-BDF5-C8EC-EC15C0A27C23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0" name="Grafik 19" descr="Ein Bild, das Kreis, Grafiken, Symbol, Design enthält.&#10;&#10;Automatisch generierte Beschreibung">
            <a:extLst>
              <a:ext uri="{FF2B5EF4-FFF2-40B4-BE49-F238E27FC236}">
                <a16:creationId xmlns:a16="http://schemas.microsoft.com/office/drawing/2014/main" id="{04985C5A-12F7-188A-5282-642EC43D0DA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80748" y="2301039"/>
            <a:ext cx="1106151" cy="1180638"/>
          </a:xfrm>
          <a:prstGeom prst="rect">
            <a:avLst/>
          </a:prstGeom>
        </p:spPr>
      </p:pic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77E34548-97ED-0949-717B-F89B577A9DC4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B886C9E3-CAFB-214E-F743-6745235A9315}"/>
              </a:ext>
            </a:extLst>
          </p:cNvPr>
          <p:cNvCxnSpPr/>
          <p:nvPr userDrawn="1"/>
        </p:nvCxnSpPr>
        <p:spPr>
          <a:xfrm>
            <a:off x="10701459" y="5366494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ADF92BB8-73F0-0E54-1DDA-46D838363E87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10E16316-DC13-9859-0A4E-F8D50420B9E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4572" y="816044"/>
            <a:ext cx="9525187" cy="2770885"/>
            <a:chOff x="375183" y="375193"/>
            <a:chExt cx="3730981" cy="1020294"/>
          </a:xfrm>
        </p:grpSpPr>
        <p:sp>
          <p:nvSpPr>
            <p:cNvPr id="25" name="bg object 17">
              <a:extLst>
                <a:ext uri="{FF2B5EF4-FFF2-40B4-BE49-F238E27FC236}">
                  <a16:creationId xmlns:a16="http://schemas.microsoft.com/office/drawing/2014/main" id="{7B48366D-E1F5-EDA5-381A-E67A925225B4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bg object 18">
              <a:extLst>
                <a:ext uri="{FF2B5EF4-FFF2-40B4-BE49-F238E27FC236}">
                  <a16:creationId xmlns:a16="http://schemas.microsoft.com/office/drawing/2014/main" id="{9FB0BD60-0B40-4C55-A21C-014BBDB21E48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bg object 19">
              <a:extLst>
                <a:ext uri="{FF2B5EF4-FFF2-40B4-BE49-F238E27FC236}">
                  <a16:creationId xmlns:a16="http://schemas.microsoft.com/office/drawing/2014/main" id="{79D9B962-1963-FA92-7372-DDC4D168C4F9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bg object 20">
              <a:extLst>
                <a:ext uri="{FF2B5EF4-FFF2-40B4-BE49-F238E27FC236}">
                  <a16:creationId xmlns:a16="http://schemas.microsoft.com/office/drawing/2014/main" id="{5AB38BEB-8177-4F26-71E8-DF91BCA4CA0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29" name="bg object 21">
              <a:extLst>
                <a:ext uri="{FF2B5EF4-FFF2-40B4-BE49-F238E27FC236}">
                  <a16:creationId xmlns:a16="http://schemas.microsoft.com/office/drawing/2014/main" id="{6B90F3FD-947C-99E5-BEE7-20F18BC61409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30" name="bg object 22">
              <a:extLst>
                <a:ext uri="{FF2B5EF4-FFF2-40B4-BE49-F238E27FC236}">
                  <a16:creationId xmlns:a16="http://schemas.microsoft.com/office/drawing/2014/main" id="{40CCCE42-FED1-B22E-4694-7C5570C882EA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31" name="bg object 23">
              <a:extLst>
                <a:ext uri="{FF2B5EF4-FFF2-40B4-BE49-F238E27FC236}">
                  <a16:creationId xmlns:a16="http://schemas.microsoft.com/office/drawing/2014/main" id="{80C186E1-35AC-ACEC-3B08-4BE03BC09068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bg object 24">
              <a:extLst>
                <a:ext uri="{FF2B5EF4-FFF2-40B4-BE49-F238E27FC236}">
                  <a16:creationId xmlns:a16="http://schemas.microsoft.com/office/drawing/2014/main" id="{7EF46006-EC0B-2EDB-0BC1-26BFB3AB9800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37" name="bg object 25">
              <a:extLst>
                <a:ext uri="{FF2B5EF4-FFF2-40B4-BE49-F238E27FC236}">
                  <a16:creationId xmlns:a16="http://schemas.microsoft.com/office/drawing/2014/main" id="{AEEE2863-A426-E735-1C37-5F9EFE69CD87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38" name="bg object 26">
              <a:extLst>
                <a:ext uri="{FF2B5EF4-FFF2-40B4-BE49-F238E27FC236}">
                  <a16:creationId xmlns:a16="http://schemas.microsoft.com/office/drawing/2014/main" id="{318508C5-BBAE-C77D-8D12-69C6A3EF2AB3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bg object 27">
              <a:extLst>
                <a:ext uri="{FF2B5EF4-FFF2-40B4-BE49-F238E27FC236}">
                  <a16:creationId xmlns:a16="http://schemas.microsoft.com/office/drawing/2014/main" id="{F9DA9DF4-426D-CE82-E66A-36A3F5E3C692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bg object 28">
              <a:extLst>
                <a:ext uri="{FF2B5EF4-FFF2-40B4-BE49-F238E27FC236}">
                  <a16:creationId xmlns:a16="http://schemas.microsoft.com/office/drawing/2014/main" id="{3C8E7795-9C94-D15F-1EEE-F7DD33656132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bg object 29">
              <a:extLst>
                <a:ext uri="{FF2B5EF4-FFF2-40B4-BE49-F238E27FC236}">
                  <a16:creationId xmlns:a16="http://schemas.microsoft.com/office/drawing/2014/main" id="{3C3E78E9-8029-C8EF-813A-FB25B01FCE9B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bg object 30">
              <a:extLst>
                <a:ext uri="{FF2B5EF4-FFF2-40B4-BE49-F238E27FC236}">
                  <a16:creationId xmlns:a16="http://schemas.microsoft.com/office/drawing/2014/main" id="{8AB7924B-22AE-B948-8800-3DCDA6FADE46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bg object 31">
              <a:extLst>
                <a:ext uri="{FF2B5EF4-FFF2-40B4-BE49-F238E27FC236}">
                  <a16:creationId xmlns:a16="http://schemas.microsoft.com/office/drawing/2014/main" id="{3C1D4E4A-E06C-25D9-AFB1-2AF726F04289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54154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</p:sldLayoutIdLst>
  <p:txStyles>
    <p:titleStyle>
      <a:lvl1pPr>
        <a:defRPr sz="10533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0">
        <a:defRPr sz="7521"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02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B18344A7-C222-2BCF-CC91-C2D1ED2C4BDE}"/>
              </a:ext>
            </a:extLst>
          </p:cNvPr>
          <p:cNvGrpSpPr/>
          <p:nvPr userDrawn="1"/>
        </p:nvGrpSpPr>
        <p:grpSpPr>
          <a:xfrm>
            <a:off x="14689105" y="692713"/>
            <a:ext cx="15551187" cy="2923620"/>
            <a:chOff x="5193506" y="244475"/>
            <a:chExt cx="5498307" cy="1031815"/>
          </a:xfrm>
        </p:grpSpPr>
        <p:sp>
          <p:nvSpPr>
            <p:cNvPr id="22" name="object 3">
              <a:extLst>
                <a:ext uri="{FF2B5EF4-FFF2-40B4-BE49-F238E27FC236}">
                  <a16:creationId xmlns:a16="http://schemas.microsoft.com/office/drawing/2014/main" id="{860BF7DE-130C-7FFF-57C1-828586396CF1}"/>
                </a:ext>
              </a:extLst>
            </p:cNvPr>
            <p:cNvSpPr/>
            <p:nvPr userDrawn="1"/>
          </p:nvSpPr>
          <p:spPr>
            <a:xfrm>
              <a:off x="5628343" y="785422"/>
              <a:ext cx="5063470" cy="454637"/>
            </a:xfrm>
            <a:custGeom>
              <a:avLst/>
              <a:gdLst/>
              <a:ahLst/>
              <a:cxnLst/>
              <a:rect l="l" t="t" r="r" b="b"/>
              <a:pathLst>
                <a:path w="6217284" h="529590">
                  <a:moveTo>
                    <a:pt x="6216742" y="0"/>
                  </a:moveTo>
                  <a:lnTo>
                    <a:pt x="0" y="0"/>
                  </a:lnTo>
                  <a:lnTo>
                    <a:pt x="0" y="529282"/>
                  </a:lnTo>
                  <a:lnTo>
                    <a:pt x="6216742" y="529282"/>
                  </a:lnTo>
                  <a:lnTo>
                    <a:pt x="6216742" y="0"/>
                  </a:lnTo>
                  <a:close/>
                </a:path>
              </a:pathLst>
            </a:custGeom>
            <a:solidFill>
              <a:srgbClr val="7BB7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5B224DB9-8BF9-77FA-42F4-549129606D7B}"/>
                </a:ext>
              </a:extLst>
            </p:cNvPr>
            <p:cNvSpPr txBox="1"/>
            <p:nvPr userDrawn="1"/>
          </p:nvSpPr>
          <p:spPr>
            <a:xfrm>
              <a:off x="5628343" y="863585"/>
              <a:ext cx="4275027" cy="28909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marL="0" marR="0" lvl="0" indent="0" algn="r" defTabSz="258660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AT" sz="4723" b="1">
                  <a:solidFill>
                    <a:srgbClr val="102D41"/>
                  </a:solidFill>
                  <a:latin typeface="+mj-lt"/>
                  <a:cs typeface="Leelawadee UI"/>
                </a:rPr>
                <a:t>MASCHINENBAU</a:t>
              </a:r>
              <a:endParaRPr lang="de-AT" sz="4723">
                <a:latin typeface="+mj-lt"/>
              </a:endParaRPr>
            </a:p>
          </p:txBody>
        </p:sp>
        <p:sp>
          <p:nvSpPr>
            <p:cNvPr id="24" name="object 2">
              <a:extLst>
                <a:ext uri="{FF2B5EF4-FFF2-40B4-BE49-F238E27FC236}">
                  <a16:creationId xmlns:a16="http://schemas.microsoft.com/office/drawing/2014/main" id="{CD91A6B9-7E94-F601-8B8C-911D3F9C8B37}"/>
                </a:ext>
              </a:extLst>
            </p:cNvPr>
            <p:cNvSpPr txBox="1"/>
            <p:nvPr userDrawn="1"/>
          </p:nvSpPr>
          <p:spPr>
            <a:xfrm>
              <a:off x="8628877" y="244475"/>
              <a:ext cx="1887822" cy="24399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9996" algn="r">
                <a:lnSpc>
                  <a:spcPct val="100000"/>
                </a:lnSpc>
                <a:spcBef>
                  <a:spcPts val="314"/>
                </a:spcBef>
              </a:pPr>
              <a:endParaRPr sz="4409">
                <a:latin typeface="Leelawadee UI"/>
                <a:cs typeface="Leelawadee UI"/>
              </a:endParaRPr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988EFA16-F4B2-F5A4-BBE2-697624FFBFA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193506" y="661503"/>
              <a:ext cx="548639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8D54D139-C893-C9A3-2662-154238BBDE2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504400" y="297090"/>
              <a:ext cx="0" cy="9792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bject 2">
              <a:extLst>
                <a:ext uri="{FF2B5EF4-FFF2-40B4-BE49-F238E27FC236}">
                  <a16:creationId xmlns:a16="http://schemas.microsoft.com/office/drawing/2014/main" id="{B962CC76-829F-FCC3-5615-C2E58B18B6C0}"/>
                </a:ext>
              </a:extLst>
            </p:cNvPr>
            <p:cNvSpPr txBox="1"/>
            <p:nvPr userDrawn="1"/>
          </p:nvSpPr>
          <p:spPr>
            <a:xfrm>
              <a:off x="8604000" y="288000"/>
              <a:ext cx="1800000" cy="243991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39996" algn="r">
                <a:lnSpc>
                  <a:spcPct val="100000"/>
                </a:lnSpc>
                <a:spcBef>
                  <a:spcPts val="314"/>
                </a:spcBef>
              </a:pPr>
              <a:r>
                <a:rPr sz="4409" spc="-31">
                  <a:solidFill>
                    <a:schemeClr val="bg1"/>
                  </a:solidFill>
                  <a:latin typeface="Leelawadee UI"/>
                  <a:cs typeface="Leelawadee UI"/>
                </a:rPr>
                <a:t>www.bulme.at</a:t>
              </a:r>
              <a:endParaRPr sz="4409">
                <a:solidFill>
                  <a:schemeClr val="bg1"/>
                </a:solidFill>
                <a:latin typeface="Leelawadee UI"/>
                <a:cs typeface="Leelawadee UI"/>
              </a:endParaRPr>
            </a:p>
          </p:txBody>
        </p: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D175462-EE7A-BDF5-C8EC-EC15C0A27C23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Grafik 18" descr="Ein Bild, das Kreis, Grafiken, Design enthält.&#10;&#10;Automatisch generierte Beschreibung">
            <a:extLst>
              <a:ext uri="{FF2B5EF4-FFF2-40B4-BE49-F238E27FC236}">
                <a16:creationId xmlns:a16="http://schemas.microsoft.com/office/drawing/2014/main" id="{179FB623-61F7-37A2-039A-B14ECB8A22F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73873" y="2276671"/>
            <a:ext cx="1110182" cy="1180638"/>
          </a:xfrm>
          <a:prstGeom prst="rect">
            <a:avLst/>
          </a:prstGeom>
        </p:spPr>
      </p:pic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86074B3F-1C44-F6BC-58AC-AF741AADC3FD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05F5E4FE-5CF8-81F7-940A-A4EBFA415047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A18C1AFE-00F6-90CB-68C4-AAC56353EAEF}"/>
              </a:ext>
            </a:extLst>
          </p:cNvPr>
          <p:cNvCxnSpPr/>
          <p:nvPr userDrawn="1"/>
        </p:nvCxnSpPr>
        <p:spPr>
          <a:xfrm>
            <a:off x="10701459" y="5366494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4DDC9F41-5DB3-9344-C80E-F9A61624EA4B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7" name="Gruppieren 36">
            <a:extLst>
              <a:ext uri="{FF2B5EF4-FFF2-40B4-BE49-F238E27FC236}">
                <a16:creationId xmlns:a16="http://schemas.microsoft.com/office/drawing/2014/main" id="{A133FDBD-B1B3-83A4-ED78-54CC3BDF2BD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4572" y="816044"/>
            <a:ext cx="9525187" cy="2770885"/>
            <a:chOff x="375183" y="375193"/>
            <a:chExt cx="3730981" cy="1020294"/>
          </a:xfrm>
        </p:grpSpPr>
        <p:sp>
          <p:nvSpPr>
            <p:cNvPr id="38" name="bg object 17">
              <a:extLst>
                <a:ext uri="{FF2B5EF4-FFF2-40B4-BE49-F238E27FC236}">
                  <a16:creationId xmlns:a16="http://schemas.microsoft.com/office/drawing/2014/main" id="{290BB78B-8BB1-A4FC-B17F-915B541D13E9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bg object 18">
              <a:extLst>
                <a:ext uri="{FF2B5EF4-FFF2-40B4-BE49-F238E27FC236}">
                  <a16:creationId xmlns:a16="http://schemas.microsoft.com/office/drawing/2014/main" id="{B841F024-5DC1-4C6C-AF76-5DC15EBF6C81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bg object 19">
              <a:extLst>
                <a:ext uri="{FF2B5EF4-FFF2-40B4-BE49-F238E27FC236}">
                  <a16:creationId xmlns:a16="http://schemas.microsoft.com/office/drawing/2014/main" id="{9EC239C7-914C-9747-6789-A405D8C284BD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bg object 20">
              <a:extLst>
                <a:ext uri="{FF2B5EF4-FFF2-40B4-BE49-F238E27FC236}">
                  <a16:creationId xmlns:a16="http://schemas.microsoft.com/office/drawing/2014/main" id="{5B72ADC3-9EAF-5807-EAB6-DF2510F843D9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42" name="bg object 21">
              <a:extLst>
                <a:ext uri="{FF2B5EF4-FFF2-40B4-BE49-F238E27FC236}">
                  <a16:creationId xmlns:a16="http://schemas.microsoft.com/office/drawing/2014/main" id="{4D157C10-3BC2-5119-C781-581CA88336FF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43" name="bg object 22">
              <a:extLst>
                <a:ext uri="{FF2B5EF4-FFF2-40B4-BE49-F238E27FC236}">
                  <a16:creationId xmlns:a16="http://schemas.microsoft.com/office/drawing/2014/main" id="{FDBAAF78-3091-A43C-2090-3EB252968E0C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44" name="bg object 23">
              <a:extLst>
                <a:ext uri="{FF2B5EF4-FFF2-40B4-BE49-F238E27FC236}">
                  <a16:creationId xmlns:a16="http://schemas.microsoft.com/office/drawing/2014/main" id="{86E20CDB-0EEA-82D1-FBEB-BB1122F73EB2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bg object 24">
              <a:extLst>
                <a:ext uri="{FF2B5EF4-FFF2-40B4-BE49-F238E27FC236}">
                  <a16:creationId xmlns:a16="http://schemas.microsoft.com/office/drawing/2014/main" id="{EA02835F-93FB-EC06-1DAC-48359B84FC3D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46" name="bg object 25">
              <a:extLst>
                <a:ext uri="{FF2B5EF4-FFF2-40B4-BE49-F238E27FC236}">
                  <a16:creationId xmlns:a16="http://schemas.microsoft.com/office/drawing/2014/main" id="{7F43F47B-4FCF-DC9C-4BED-A9BA1332D242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47" name="bg object 26">
              <a:extLst>
                <a:ext uri="{FF2B5EF4-FFF2-40B4-BE49-F238E27FC236}">
                  <a16:creationId xmlns:a16="http://schemas.microsoft.com/office/drawing/2014/main" id="{09D4C751-31DE-F87E-C30B-C6D58FA90F7F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bg object 27">
              <a:extLst>
                <a:ext uri="{FF2B5EF4-FFF2-40B4-BE49-F238E27FC236}">
                  <a16:creationId xmlns:a16="http://schemas.microsoft.com/office/drawing/2014/main" id="{979095AC-EC22-9D10-EEF3-5CDA5D0D2EF9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bg object 28">
              <a:extLst>
                <a:ext uri="{FF2B5EF4-FFF2-40B4-BE49-F238E27FC236}">
                  <a16:creationId xmlns:a16="http://schemas.microsoft.com/office/drawing/2014/main" id="{716E8F31-2991-DE53-01EE-63AB6D6E0BA6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bg object 29">
              <a:extLst>
                <a:ext uri="{FF2B5EF4-FFF2-40B4-BE49-F238E27FC236}">
                  <a16:creationId xmlns:a16="http://schemas.microsoft.com/office/drawing/2014/main" id="{6FE28A00-7A54-DFA8-8D4E-EB7A3A855020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bg object 30">
              <a:extLst>
                <a:ext uri="{FF2B5EF4-FFF2-40B4-BE49-F238E27FC236}">
                  <a16:creationId xmlns:a16="http://schemas.microsoft.com/office/drawing/2014/main" id="{4386F7FB-F799-F8A2-0C57-31E4E8AB3A20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bg object 31">
              <a:extLst>
                <a:ext uri="{FF2B5EF4-FFF2-40B4-BE49-F238E27FC236}">
                  <a16:creationId xmlns:a16="http://schemas.microsoft.com/office/drawing/2014/main" id="{64025858-708C-F62C-A167-CA4FC886EE85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59328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</p:sldLayoutIdLst>
  <p:txStyles>
    <p:titleStyle>
      <a:lvl1pPr>
        <a:defRPr sz="10533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0">
        <a:defRPr sz="7521"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63B76E6-6DBA-6C89-90D0-AC4150481D60}"/>
              </a:ext>
            </a:extLst>
          </p:cNvPr>
          <p:cNvSpPr/>
          <p:nvPr userDrawn="1"/>
        </p:nvSpPr>
        <p:spPr>
          <a:xfrm>
            <a:off x="1" y="0"/>
            <a:ext cx="30240288" cy="4406618"/>
          </a:xfrm>
          <a:prstGeom prst="rect">
            <a:avLst/>
          </a:prstGeom>
          <a:solidFill>
            <a:srgbClr val="102D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A01BF431-A2AF-3FFE-2993-C6A8F311736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14572" y="816044"/>
            <a:ext cx="9525187" cy="2770885"/>
            <a:chOff x="375183" y="375193"/>
            <a:chExt cx="3730981" cy="1020294"/>
          </a:xfrm>
        </p:grpSpPr>
        <p:sp>
          <p:nvSpPr>
            <p:cNvPr id="4" name="bg object 17">
              <a:extLst>
                <a:ext uri="{FF2B5EF4-FFF2-40B4-BE49-F238E27FC236}">
                  <a16:creationId xmlns:a16="http://schemas.microsoft.com/office/drawing/2014/main" id="{2F0ABAC7-F1B4-ED55-8C7E-DFB14CC67829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D852C687-9B8B-D4E2-FB59-8B6FBC8B1459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187DC40C-B983-1F2E-0520-370FFD711232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bg object 20">
              <a:extLst>
                <a:ext uri="{FF2B5EF4-FFF2-40B4-BE49-F238E27FC236}">
                  <a16:creationId xmlns:a16="http://schemas.microsoft.com/office/drawing/2014/main" id="{813F6013-0DA2-D193-89AA-C35663BBB4C8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8" name="bg object 21">
              <a:extLst>
                <a:ext uri="{FF2B5EF4-FFF2-40B4-BE49-F238E27FC236}">
                  <a16:creationId xmlns:a16="http://schemas.microsoft.com/office/drawing/2014/main" id="{778F0E3F-7E12-C51E-8C41-61FEEA97CFD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9" name="bg object 22">
              <a:extLst>
                <a:ext uri="{FF2B5EF4-FFF2-40B4-BE49-F238E27FC236}">
                  <a16:creationId xmlns:a16="http://schemas.microsoft.com/office/drawing/2014/main" id="{CCC4440E-16CC-91CC-BC6A-5E341500856A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10" name="bg object 23">
              <a:extLst>
                <a:ext uri="{FF2B5EF4-FFF2-40B4-BE49-F238E27FC236}">
                  <a16:creationId xmlns:a16="http://schemas.microsoft.com/office/drawing/2014/main" id="{E7884F8D-AA3D-15FB-BF9D-AD28761A0FF6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bg object 24">
              <a:extLst>
                <a:ext uri="{FF2B5EF4-FFF2-40B4-BE49-F238E27FC236}">
                  <a16:creationId xmlns:a16="http://schemas.microsoft.com/office/drawing/2014/main" id="{D9E3A47F-475D-5178-A2C7-9BFF5D347D79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12" name="bg object 25">
              <a:extLst>
                <a:ext uri="{FF2B5EF4-FFF2-40B4-BE49-F238E27FC236}">
                  <a16:creationId xmlns:a16="http://schemas.microsoft.com/office/drawing/2014/main" id="{322B97D3-6534-86B3-D4E7-2203E238155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13" name="bg object 26">
              <a:extLst>
                <a:ext uri="{FF2B5EF4-FFF2-40B4-BE49-F238E27FC236}">
                  <a16:creationId xmlns:a16="http://schemas.microsoft.com/office/drawing/2014/main" id="{1FAD481E-5CAC-1E0A-72E7-9C44CDC196AF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27">
              <a:extLst>
                <a:ext uri="{FF2B5EF4-FFF2-40B4-BE49-F238E27FC236}">
                  <a16:creationId xmlns:a16="http://schemas.microsoft.com/office/drawing/2014/main" id="{15730B28-63FD-267D-A2F7-24BA8DF4765B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28">
              <a:extLst>
                <a:ext uri="{FF2B5EF4-FFF2-40B4-BE49-F238E27FC236}">
                  <a16:creationId xmlns:a16="http://schemas.microsoft.com/office/drawing/2014/main" id="{EA4030D9-ED69-D609-CE41-DEED47FA21C6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bg object 29">
              <a:extLst>
                <a:ext uri="{FF2B5EF4-FFF2-40B4-BE49-F238E27FC236}">
                  <a16:creationId xmlns:a16="http://schemas.microsoft.com/office/drawing/2014/main" id="{8FBF743A-63F2-CD51-59C7-616D423AC8E0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bg object 30">
              <a:extLst>
                <a:ext uri="{FF2B5EF4-FFF2-40B4-BE49-F238E27FC236}">
                  <a16:creationId xmlns:a16="http://schemas.microsoft.com/office/drawing/2014/main" id="{E50C183D-97F2-2EC3-2F6C-BAD1EEC867B5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bg object 31">
              <a:extLst>
                <a:ext uri="{FF2B5EF4-FFF2-40B4-BE49-F238E27FC236}">
                  <a16:creationId xmlns:a16="http://schemas.microsoft.com/office/drawing/2014/main" id="{EEC44128-7E88-CD90-9097-4BF8D93EBC36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">
            <a:extLst>
              <a:ext uri="{FF2B5EF4-FFF2-40B4-BE49-F238E27FC236}">
                <a16:creationId xmlns:a16="http://schemas.microsoft.com/office/drawing/2014/main" id="{4CD47590-8419-C81E-43FD-66B12F4F9685}"/>
              </a:ext>
            </a:extLst>
          </p:cNvPr>
          <p:cNvSpPr txBox="1"/>
          <p:nvPr userDrawn="1"/>
        </p:nvSpPr>
        <p:spPr>
          <a:xfrm>
            <a:off x="24335203" y="816045"/>
            <a:ext cx="5091047" cy="714790"/>
          </a:xfrm>
          <a:prstGeom prst="rect">
            <a:avLst/>
          </a:prstGeom>
        </p:spPr>
        <p:txBody>
          <a:bodyPr vert="horz" wrap="square" lIns="0" tIns="35920" rIns="0" bIns="0" rtlCol="0">
            <a:spAutoFit/>
          </a:bodyPr>
          <a:lstStyle/>
          <a:p>
            <a:pPr marL="39996" algn="r">
              <a:lnSpc>
                <a:spcPct val="100000"/>
              </a:lnSpc>
              <a:spcBef>
                <a:spcPts val="314"/>
              </a:spcBef>
            </a:pPr>
            <a:r>
              <a:rPr sz="4409" spc="-31">
                <a:solidFill>
                  <a:schemeClr val="bg1"/>
                </a:solidFill>
                <a:latin typeface="Leelawadee UI"/>
                <a:cs typeface="Leelawadee UI"/>
              </a:rPr>
              <a:t>www.bulme.at</a:t>
            </a:r>
            <a:endParaRPr sz="4409">
              <a:solidFill>
                <a:schemeClr val="bg1"/>
              </a:solidFill>
              <a:latin typeface="Leelawadee UI"/>
              <a:cs typeface="Leelawadee UI"/>
            </a:endParaRPr>
          </a:p>
        </p:txBody>
      </p:sp>
    </p:spTree>
    <p:extLst>
      <p:ext uri="{BB962C8B-B14F-4D97-AF65-F5344CB8AC3E}">
        <p14:creationId xmlns:p14="http://schemas.microsoft.com/office/powerpoint/2010/main" val="4164031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</p:sldLayoutIdLst>
  <p:txStyles>
    <p:titleStyle>
      <a:lvl1pPr>
        <a:defRPr sz="10533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0">
        <a:defRPr sz="7521"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63B76E6-6DBA-6C89-90D0-AC4150481D60}"/>
              </a:ext>
            </a:extLst>
          </p:cNvPr>
          <p:cNvSpPr/>
          <p:nvPr userDrawn="1"/>
        </p:nvSpPr>
        <p:spPr>
          <a:xfrm>
            <a:off x="610928" y="612030"/>
            <a:ext cx="29018966" cy="4406618"/>
          </a:xfrm>
          <a:prstGeom prst="rect">
            <a:avLst/>
          </a:prstGeom>
          <a:solidFill>
            <a:srgbClr val="102D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D175462-EE7A-BDF5-C8EC-EC15C0A27C23}"/>
              </a:ext>
            </a:extLst>
          </p:cNvPr>
          <p:cNvCxnSpPr/>
          <p:nvPr userDrawn="1"/>
        </p:nvCxnSpPr>
        <p:spPr>
          <a:xfrm>
            <a:off x="10701459" y="5366494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4C69DF47-17E1-27F7-D7BE-D59A8925FC44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C3198B7-E35A-A408-2088-5CBE653BBA1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25497" y="1428075"/>
            <a:ext cx="9525187" cy="2770885"/>
            <a:chOff x="375183" y="375193"/>
            <a:chExt cx="3730981" cy="1020294"/>
          </a:xfrm>
        </p:grpSpPr>
        <p:sp>
          <p:nvSpPr>
            <p:cNvPr id="4" name="bg object 17">
              <a:extLst>
                <a:ext uri="{FF2B5EF4-FFF2-40B4-BE49-F238E27FC236}">
                  <a16:creationId xmlns:a16="http://schemas.microsoft.com/office/drawing/2014/main" id="{3D373FFB-D44B-0142-052D-5A6D95011A9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46A1F635-DE5B-628B-6E9D-3082F0EAA67A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F83C0053-D8D2-EF85-7D81-685999CAA8AF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bg object 20">
              <a:extLst>
                <a:ext uri="{FF2B5EF4-FFF2-40B4-BE49-F238E27FC236}">
                  <a16:creationId xmlns:a16="http://schemas.microsoft.com/office/drawing/2014/main" id="{F28F0BB7-0FA4-9571-662E-4D052D91785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8" name="bg object 21">
              <a:extLst>
                <a:ext uri="{FF2B5EF4-FFF2-40B4-BE49-F238E27FC236}">
                  <a16:creationId xmlns:a16="http://schemas.microsoft.com/office/drawing/2014/main" id="{8C5F3A1D-50F9-489D-B2B0-A17E84225A4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9" name="bg object 22">
              <a:extLst>
                <a:ext uri="{FF2B5EF4-FFF2-40B4-BE49-F238E27FC236}">
                  <a16:creationId xmlns:a16="http://schemas.microsoft.com/office/drawing/2014/main" id="{2EEC5459-CEBF-E3DA-AE3D-8DFD5162FDD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10" name="bg object 23">
              <a:extLst>
                <a:ext uri="{FF2B5EF4-FFF2-40B4-BE49-F238E27FC236}">
                  <a16:creationId xmlns:a16="http://schemas.microsoft.com/office/drawing/2014/main" id="{B5813364-CD1E-0FC7-9358-386168D74331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bg object 24">
              <a:extLst>
                <a:ext uri="{FF2B5EF4-FFF2-40B4-BE49-F238E27FC236}">
                  <a16:creationId xmlns:a16="http://schemas.microsoft.com/office/drawing/2014/main" id="{65E62A8E-B099-F3E3-D800-AEB357CCCE8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12" name="bg object 25">
              <a:extLst>
                <a:ext uri="{FF2B5EF4-FFF2-40B4-BE49-F238E27FC236}">
                  <a16:creationId xmlns:a16="http://schemas.microsoft.com/office/drawing/2014/main" id="{E812FE89-C584-626B-89F9-58FADB41266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13" name="bg object 26">
              <a:extLst>
                <a:ext uri="{FF2B5EF4-FFF2-40B4-BE49-F238E27FC236}">
                  <a16:creationId xmlns:a16="http://schemas.microsoft.com/office/drawing/2014/main" id="{93E7DA35-7770-FC27-DFBA-80D2918B1A11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27">
              <a:extLst>
                <a:ext uri="{FF2B5EF4-FFF2-40B4-BE49-F238E27FC236}">
                  <a16:creationId xmlns:a16="http://schemas.microsoft.com/office/drawing/2014/main" id="{3D3BCBEF-D182-63C0-6BDA-7DA3C080C66B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28">
              <a:extLst>
                <a:ext uri="{FF2B5EF4-FFF2-40B4-BE49-F238E27FC236}">
                  <a16:creationId xmlns:a16="http://schemas.microsoft.com/office/drawing/2014/main" id="{4031D044-E6BF-EFB4-32D6-A895158799C1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bg object 29">
              <a:extLst>
                <a:ext uri="{FF2B5EF4-FFF2-40B4-BE49-F238E27FC236}">
                  <a16:creationId xmlns:a16="http://schemas.microsoft.com/office/drawing/2014/main" id="{D05FDCC8-B42F-34D0-010B-FE0D8A8DD7F7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bg object 30">
              <a:extLst>
                <a:ext uri="{FF2B5EF4-FFF2-40B4-BE49-F238E27FC236}">
                  <a16:creationId xmlns:a16="http://schemas.microsoft.com/office/drawing/2014/main" id="{849E303F-1FF0-C95D-885A-69C6A83BBEF8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bg object 31">
              <a:extLst>
                <a:ext uri="{FF2B5EF4-FFF2-40B4-BE49-F238E27FC236}">
                  <a16:creationId xmlns:a16="http://schemas.microsoft.com/office/drawing/2014/main" id="{50578FA9-0526-14B5-8B67-E4FED47E875D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">
            <a:extLst>
              <a:ext uri="{FF2B5EF4-FFF2-40B4-BE49-F238E27FC236}">
                <a16:creationId xmlns:a16="http://schemas.microsoft.com/office/drawing/2014/main" id="{815AF021-2DAE-79AF-C090-3807CAC9F071}"/>
              </a:ext>
            </a:extLst>
          </p:cNvPr>
          <p:cNvSpPr txBox="1"/>
          <p:nvPr userDrawn="1"/>
        </p:nvSpPr>
        <p:spPr>
          <a:xfrm>
            <a:off x="23724277" y="1428075"/>
            <a:ext cx="5091047" cy="714790"/>
          </a:xfrm>
          <a:prstGeom prst="rect">
            <a:avLst/>
          </a:prstGeom>
        </p:spPr>
        <p:txBody>
          <a:bodyPr vert="horz" wrap="square" lIns="0" tIns="35920" rIns="0" bIns="0" rtlCol="0">
            <a:spAutoFit/>
          </a:bodyPr>
          <a:lstStyle/>
          <a:p>
            <a:pPr marL="39996" algn="r">
              <a:lnSpc>
                <a:spcPct val="100000"/>
              </a:lnSpc>
              <a:spcBef>
                <a:spcPts val="314"/>
              </a:spcBef>
            </a:pPr>
            <a:r>
              <a:rPr sz="4409" spc="-31">
                <a:solidFill>
                  <a:schemeClr val="bg1"/>
                </a:solidFill>
                <a:latin typeface="Leelawadee UI"/>
                <a:cs typeface="Leelawadee UI"/>
              </a:rPr>
              <a:t>www.bulme.at</a:t>
            </a:r>
            <a:endParaRPr sz="4409">
              <a:solidFill>
                <a:schemeClr val="bg1"/>
              </a:solidFill>
              <a:latin typeface="Leelawadee UI"/>
              <a:cs typeface="Leelawadee UI"/>
            </a:endParaRPr>
          </a:p>
        </p:txBody>
      </p:sp>
    </p:spTree>
    <p:extLst>
      <p:ext uri="{BB962C8B-B14F-4D97-AF65-F5344CB8AC3E}">
        <p14:creationId xmlns:p14="http://schemas.microsoft.com/office/powerpoint/2010/main" val="3886240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</p:sldLayoutIdLst>
  <p:txStyles>
    <p:titleStyle>
      <a:lvl1pPr>
        <a:defRPr sz="10533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0">
        <a:defRPr sz="7521"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63B76E6-6DBA-6C89-90D0-AC4150481D60}"/>
              </a:ext>
            </a:extLst>
          </p:cNvPr>
          <p:cNvSpPr/>
          <p:nvPr userDrawn="1"/>
        </p:nvSpPr>
        <p:spPr>
          <a:xfrm>
            <a:off x="610928" y="612030"/>
            <a:ext cx="29018966" cy="4406618"/>
          </a:xfrm>
          <a:prstGeom prst="rect">
            <a:avLst/>
          </a:prstGeom>
          <a:solidFill>
            <a:srgbClr val="102D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D175462-EE7A-BDF5-C8EC-EC15C0A27C23}"/>
              </a:ext>
            </a:extLst>
          </p:cNvPr>
          <p:cNvCxnSpPr/>
          <p:nvPr userDrawn="1"/>
        </p:nvCxnSpPr>
        <p:spPr>
          <a:xfrm>
            <a:off x="10701459" y="5366494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4C69DF47-17E1-27F7-D7BE-D59A8925FC44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C3198B7-E35A-A408-2088-5CBE653BBA1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25497" y="1428075"/>
            <a:ext cx="9525187" cy="2770885"/>
            <a:chOff x="375183" y="375193"/>
            <a:chExt cx="3730981" cy="1020294"/>
          </a:xfrm>
        </p:grpSpPr>
        <p:sp>
          <p:nvSpPr>
            <p:cNvPr id="4" name="bg object 17">
              <a:extLst>
                <a:ext uri="{FF2B5EF4-FFF2-40B4-BE49-F238E27FC236}">
                  <a16:creationId xmlns:a16="http://schemas.microsoft.com/office/drawing/2014/main" id="{3D373FFB-D44B-0142-052D-5A6D95011A9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46A1F635-DE5B-628B-6E9D-3082F0EAA67A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F83C0053-D8D2-EF85-7D81-685999CAA8AF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bg object 20">
              <a:extLst>
                <a:ext uri="{FF2B5EF4-FFF2-40B4-BE49-F238E27FC236}">
                  <a16:creationId xmlns:a16="http://schemas.microsoft.com/office/drawing/2014/main" id="{F28F0BB7-0FA4-9571-662E-4D052D91785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8" name="bg object 21">
              <a:extLst>
                <a:ext uri="{FF2B5EF4-FFF2-40B4-BE49-F238E27FC236}">
                  <a16:creationId xmlns:a16="http://schemas.microsoft.com/office/drawing/2014/main" id="{8C5F3A1D-50F9-489D-B2B0-A17E84225A4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9" name="bg object 22">
              <a:extLst>
                <a:ext uri="{FF2B5EF4-FFF2-40B4-BE49-F238E27FC236}">
                  <a16:creationId xmlns:a16="http://schemas.microsoft.com/office/drawing/2014/main" id="{2EEC5459-CEBF-E3DA-AE3D-8DFD5162FDD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10" name="bg object 23">
              <a:extLst>
                <a:ext uri="{FF2B5EF4-FFF2-40B4-BE49-F238E27FC236}">
                  <a16:creationId xmlns:a16="http://schemas.microsoft.com/office/drawing/2014/main" id="{B5813364-CD1E-0FC7-9358-386168D74331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bg object 24">
              <a:extLst>
                <a:ext uri="{FF2B5EF4-FFF2-40B4-BE49-F238E27FC236}">
                  <a16:creationId xmlns:a16="http://schemas.microsoft.com/office/drawing/2014/main" id="{65E62A8E-B099-F3E3-D800-AEB357CCCE8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12" name="bg object 25">
              <a:extLst>
                <a:ext uri="{FF2B5EF4-FFF2-40B4-BE49-F238E27FC236}">
                  <a16:creationId xmlns:a16="http://schemas.microsoft.com/office/drawing/2014/main" id="{E812FE89-C584-626B-89F9-58FADB41266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13" name="bg object 26">
              <a:extLst>
                <a:ext uri="{FF2B5EF4-FFF2-40B4-BE49-F238E27FC236}">
                  <a16:creationId xmlns:a16="http://schemas.microsoft.com/office/drawing/2014/main" id="{93E7DA35-7770-FC27-DFBA-80D2918B1A11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27">
              <a:extLst>
                <a:ext uri="{FF2B5EF4-FFF2-40B4-BE49-F238E27FC236}">
                  <a16:creationId xmlns:a16="http://schemas.microsoft.com/office/drawing/2014/main" id="{3D3BCBEF-D182-63C0-6BDA-7DA3C080C66B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28">
              <a:extLst>
                <a:ext uri="{FF2B5EF4-FFF2-40B4-BE49-F238E27FC236}">
                  <a16:creationId xmlns:a16="http://schemas.microsoft.com/office/drawing/2014/main" id="{4031D044-E6BF-EFB4-32D6-A895158799C1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bg object 29">
              <a:extLst>
                <a:ext uri="{FF2B5EF4-FFF2-40B4-BE49-F238E27FC236}">
                  <a16:creationId xmlns:a16="http://schemas.microsoft.com/office/drawing/2014/main" id="{D05FDCC8-B42F-34D0-010B-FE0D8A8DD7F7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bg object 30">
              <a:extLst>
                <a:ext uri="{FF2B5EF4-FFF2-40B4-BE49-F238E27FC236}">
                  <a16:creationId xmlns:a16="http://schemas.microsoft.com/office/drawing/2014/main" id="{849E303F-1FF0-C95D-885A-69C6A83BBEF8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bg object 31">
              <a:extLst>
                <a:ext uri="{FF2B5EF4-FFF2-40B4-BE49-F238E27FC236}">
                  <a16:creationId xmlns:a16="http://schemas.microsoft.com/office/drawing/2014/main" id="{50578FA9-0526-14B5-8B67-E4FED47E875D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">
            <a:extLst>
              <a:ext uri="{FF2B5EF4-FFF2-40B4-BE49-F238E27FC236}">
                <a16:creationId xmlns:a16="http://schemas.microsoft.com/office/drawing/2014/main" id="{815AF021-2DAE-79AF-C090-3807CAC9F071}"/>
              </a:ext>
            </a:extLst>
          </p:cNvPr>
          <p:cNvSpPr txBox="1"/>
          <p:nvPr userDrawn="1"/>
        </p:nvSpPr>
        <p:spPr>
          <a:xfrm>
            <a:off x="23724277" y="1428075"/>
            <a:ext cx="5091047" cy="714790"/>
          </a:xfrm>
          <a:prstGeom prst="rect">
            <a:avLst/>
          </a:prstGeom>
        </p:spPr>
        <p:txBody>
          <a:bodyPr vert="horz" wrap="square" lIns="0" tIns="35920" rIns="0" bIns="0" rtlCol="0">
            <a:spAutoFit/>
          </a:bodyPr>
          <a:lstStyle/>
          <a:p>
            <a:pPr marL="39996" algn="r">
              <a:lnSpc>
                <a:spcPct val="100000"/>
              </a:lnSpc>
              <a:spcBef>
                <a:spcPts val="314"/>
              </a:spcBef>
            </a:pPr>
            <a:r>
              <a:rPr sz="4409" spc="-31">
                <a:solidFill>
                  <a:schemeClr val="bg1"/>
                </a:solidFill>
                <a:latin typeface="Leelawadee UI"/>
                <a:cs typeface="Leelawadee UI"/>
              </a:rPr>
              <a:t>www.bulme.at</a:t>
            </a:r>
            <a:endParaRPr sz="4409">
              <a:solidFill>
                <a:schemeClr val="bg1"/>
              </a:solidFill>
              <a:latin typeface="Leelawadee UI"/>
              <a:cs typeface="Leelawadee UI"/>
            </a:endParaRP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6960113-032B-4A97-EF49-771EA382F806}"/>
              </a:ext>
            </a:extLst>
          </p:cNvPr>
          <p:cNvGrpSpPr/>
          <p:nvPr userDrawn="1"/>
        </p:nvGrpSpPr>
        <p:grpSpPr>
          <a:xfrm>
            <a:off x="13878198" y="1458672"/>
            <a:ext cx="15551187" cy="2774537"/>
            <a:chOff x="5193506" y="297090"/>
            <a:chExt cx="5498307" cy="979200"/>
          </a:xfrm>
        </p:grpSpPr>
        <p:sp>
          <p:nvSpPr>
            <p:cNvPr id="22" name="object 3">
              <a:extLst>
                <a:ext uri="{FF2B5EF4-FFF2-40B4-BE49-F238E27FC236}">
                  <a16:creationId xmlns:a16="http://schemas.microsoft.com/office/drawing/2014/main" id="{08F7FC9A-9ABA-D504-B33F-253A2D0A2222}"/>
                </a:ext>
              </a:extLst>
            </p:cNvPr>
            <p:cNvSpPr/>
            <p:nvPr userDrawn="1"/>
          </p:nvSpPr>
          <p:spPr>
            <a:xfrm>
              <a:off x="5628343" y="785422"/>
              <a:ext cx="5063470" cy="454637"/>
            </a:xfrm>
            <a:custGeom>
              <a:avLst/>
              <a:gdLst/>
              <a:ahLst/>
              <a:cxnLst/>
              <a:rect l="l" t="t" r="r" b="b"/>
              <a:pathLst>
                <a:path w="6217284" h="529590">
                  <a:moveTo>
                    <a:pt x="6216742" y="0"/>
                  </a:moveTo>
                  <a:lnTo>
                    <a:pt x="0" y="0"/>
                  </a:lnTo>
                  <a:lnTo>
                    <a:pt x="0" y="529282"/>
                  </a:lnTo>
                  <a:lnTo>
                    <a:pt x="6216742" y="529282"/>
                  </a:lnTo>
                  <a:lnTo>
                    <a:pt x="6216742" y="0"/>
                  </a:lnTo>
                  <a:close/>
                </a:path>
              </a:pathLst>
            </a:custGeom>
            <a:solidFill>
              <a:srgbClr val="FFE32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BB6A8B7-E29B-C61D-FA5B-37E598606E6A}"/>
                </a:ext>
              </a:extLst>
            </p:cNvPr>
            <p:cNvSpPr txBox="1"/>
            <p:nvPr userDrawn="1"/>
          </p:nvSpPr>
          <p:spPr>
            <a:xfrm>
              <a:off x="5628343" y="863585"/>
              <a:ext cx="4275027" cy="28909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de-AT" sz="4723" b="1">
                  <a:solidFill>
                    <a:srgbClr val="102D41"/>
                  </a:solidFill>
                  <a:latin typeface="+mj-lt"/>
                  <a:cs typeface="Leelawadee UI"/>
                </a:rPr>
                <a:t>WIRTSCHAFTSINGENIEURE</a:t>
              </a:r>
              <a:endParaRPr lang="de-AT" sz="4723">
                <a:latin typeface="+mj-lt"/>
              </a:endParaRPr>
            </a:p>
          </p:txBody>
        </p:sp>
        <p:pic>
          <p:nvPicPr>
            <p:cNvPr id="24" name="Grafik 23" descr="Ein Bild, das Grafiken, Symbol, Design enthält.&#10;&#10;Automatisch generierte Beschreibung">
              <a:extLst>
                <a:ext uri="{FF2B5EF4-FFF2-40B4-BE49-F238E27FC236}">
                  <a16:creationId xmlns:a16="http://schemas.microsoft.com/office/drawing/2014/main" id="{6FB1FCB1-2DFF-E24E-9FC0-FB873A087F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034349" y="870302"/>
              <a:ext cx="460954" cy="297625"/>
            </a:xfrm>
            <a:prstGeom prst="rect">
              <a:avLst/>
            </a:prstGeom>
          </p:spPr>
        </p:pic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6A2966B8-66F2-B62D-1963-234F163030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193506" y="661503"/>
              <a:ext cx="548639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76B20C04-2157-A10A-71FA-DB404EC1CA7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504400" y="297090"/>
              <a:ext cx="0" cy="9792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1936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</p:sldLayoutIdLst>
  <p:txStyles>
    <p:titleStyle>
      <a:lvl1pPr>
        <a:defRPr sz="10533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0">
        <a:defRPr sz="7521"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93" userDrawn="1">
          <p15:clr>
            <a:srgbClr val="F26B43"/>
          </p15:clr>
        </p15:guide>
        <p15:guide id="2" pos="9524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63B76E6-6DBA-6C89-90D0-AC4150481D60}"/>
              </a:ext>
            </a:extLst>
          </p:cNvPr>
          <p:cNvSpPr/>
          <p:nvPr userDrawn="1"/>
        </p:nvSpPr>
        <p:spPr>
          <a:xfrm>
            <a:off x="610928" y="612030"/>
            <a:ext cx="29018966" cy="4406618"/>
          </a:xfrm>
          <a:prstGeom prst="rect">
            <a:avLst/>
          </a:prstGeom>
          <a:solidFill>
            <a:srgbClr val="102D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D175462-EE7A-BDF5-C8EC-EC15C0A27C23}"/>
              </a:ext>
            </a:extLst>
          </p:cNvPr>
          <p:cNvCxnSpPr/>
          <p:nvPr userDrawn="1"/>
        </p:nvCxnSpPr>
        <p:spPr>
          <a:xfrm>
            <a:off x="10701459" y="5366494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4C69DF47-17E1-27F7-D7BE-D59A8925FC44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C3198B7-E35A-A408-2088-5CBE653BBA1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25497" y="1428075"/>
            <a:ext cx="9525187" cy="2770885"/>
            <a:chOff x="375183" y="375193"/>
            <a:chExt cx="3730981" cy="1020294"/>
          </a:xfrm>
        </p:grpSpPr>
        <p:sp>
          <p:nvSpPr>
            <p:cNvPr id="4" name="bg object 17">
              <a:extLst>
                <a:ext uri="{FF2B5EF4-FFF2-40B4-BE49-F238E27FC236}">
                  <a16:creationId xmlns:a16="http://schemas.microsoft.com/office/drawing/2014/main" id="{3D373FFB-D44B-0142-052D-5A6D95011A9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46A1F635-DE5B-628B-6E9D-3082F0EAA67A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F83C0053-D8D2-EF85-7D81-685999CAA8AF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bg object 20">
              <a:extLst>
                <a:ext uri="{FF2B5EF4-FFF2-40B4-BE49-F238E27FC236}">
                  <a16:creationId xmlns:a16="http://schemas.microsoft.com/office/drawing/2014/main" id="{F28F0BB7-0FA4-9571-662E-4D052D91785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8" name="bg object 21">
              <a:extLst>
                <a:ext uri="{FF2B5EF4-FFF2-40B4-BE49-F238E27FC236}">
                  <a16:creationId xmlns:a16="http://schemas.microsoft.com/office/drawing/2014/main" id="{8C5F3A1D-50F9-489D-B2B0-A17E84225A4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9" name="bg object 22">
              <a:extLst>
                <a:ext uri="{FF2B5EF4-FFF2-40B4-BE49-F238E27FC236}">
                  <a16:creationId xmlns:a16="http://schemas.microsoft.com/office/drawing/2014/main" id="{2EEC5459-CEBF-E3DA-AE3D-8DFD5162FDD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10" name="bg object 23">
              <a:extLst>
                <a:ext uri="{FF2B5EF4-FFF2-40B4-BE49-F238E27FC236}">
                  <a16:creationId xmlns:a16="http://schemas.microsoft.com/office/drawing/2014/main" id="{B5813364-CD1E-0FC7-9358-386168D74331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bg object 24">
              <a:extLst>
                <a:ext uri="{FF2B5EF4-FFF2-40B4-BE49-F238E27FC236}">
                  <a16:creationId xmlns:a16="http://schemas.microsoft.com/office/drawing/2014/main" id="{65E62A8E-B099-F3E3-D800-AEB357CCCE8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12" name="bg object 25">
              <a:extLst>
                <a:ext uri="{FF2B5EF4-FFF2-40B4-BE49-F238E27FC236}">
                  <a16:creationId xmlns:a16="http://schemas.microsoft.com/office/drawing/2014/main" id="{E812FE89-C584-626B-89F9-58FADB41266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13" name="bg object 26">
              <a:extLst>
                <a:ext uri="{FF2B5EF4-FFF2-40B4-BE49-F238E27FC236}">
                  <a16:creationId xmlns:a16="http://schemas.microsoft.com/office/drawing/2014/main" id="{93E7DA35-7770-FC27-DFBA-80D2918B1A11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27">
              <a:extLst>
                <a:ext uri="{FF2B5EF4-FFF2-40B4-BE49-F238E27FC236}">
                  <a16:creationId xmlns:a16="http://schemas.microsoft.com/office/drawing/2014/main" id="{3D3BCBEF-D182-63C0-6BDA-7DA3C080C66B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28">
              <a:extLst>
                <a:ext uri="{FF2B5EF4-FFF2-40B4-BE49-F238E27FC236}">
                  <a16:creationId xmlns:a16="http://schemas.microsoft.com/office/drawing/2014/main" id="{4031D044-E6BF-EFB4-32D6-A895158799C1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bg object 29">
              <a:extLst>
                <a:ext uri="{FF2B5EF4-FFF2-40B4-BE49-F238E27FC236}">
                  <a16:creationId xmlns:a16="http://schemas.microsoft.com/office/drawing/2014/main" id="{D05FDCC8-B42F-34D0-010B-FE0D8A8DD7F7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bg object 30">
              <a:extLst>
                <a:ext uri="{FF2B5EF4-FFF2-40B4-BE49-F238E27FC236}">
                  <a16:creationId xmlns:a16="http://schemas.microsoft.com/office/drawing/2014/main" id="{849E303F-1FF0-C95D-885A-69C6A83BBEF8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bg object 31">
              <a:extLst>
                <a:ext uri="{FF2B5EF4-FFF2-40B4-BE49-F238E27FC236}">
                  <a16:creationId xmlns:a16="http://schemas.microsoft.com/office/drawing/2014/main" id="{50578FA9-0526-14B5-8B67-E4FED47E875D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">
            <a:extLst>
              <a:ext uri="{FF2B5EF4-FFF2-40B4-BE49-F238E27FC236}">
                <a16:creationId xmlns:a16="http://schemas.microsoft.com/office/drawing/2014/main" id="{815AF021-2DAE-79AF-C090-3807CAC9F071}"/>
              </a:ext>
            </a:extLst>
          </p:cNvPr>
          <p:cNvSpPr txBox="1"/>
          <p:nvPr userDrawn="1"/>
        </p:nvSpPr>
        <p:spPr>
          <a:xfrm>
            <a:off x="23724277" y="1428075"/>
            <a:ext cx="5091047" cy="714790"/>
          </a:xfrm>
          <a:prstGeom prst="rect">
            <a:avLst/>
          </a:prstGeom>
        </p:spPr>
        <p:txBody>
          <a:bodyPr vert="horz" wrap="square" lIns="0" tIns="35920" rIns="0" bIns="0" rtlCol="0">
            <a:spAutoFit/>
          </a:bodyPr>
          <a:lstStyle/>
          <a:p>
            <a:pPr marL="39996" algn="r">
              <a:lnSpc>
                <a:spcPct val="100000"/>
              </a:lnSpc>
              <a:spcBef>
                <a:spcPts val="314"/>
              </a:spcBef>
            </a:pPr>
            <a:r>
              <a:rPr sz="4409" spc="-31">
                <a:solidFill>
                  <a:schemeClr val="bg1"/>
                </a:solidFill>
                <a:latin typeface="Leelawadee UI"/>
                <a:cs typeface="Leelawadee UI"/>
              </a:rPr>
              <a:t>www.bulme.at</a:t>
            </a:r>
            <a:endParaRPr sz="4409">
              <a:solidFill>
                <a:schemeClr val="bg1"/>
              </a:solidFill>
              <a:latin typeface="Leelawadee UI"/>
              <a:cs typeface="Leelawadee UI"/>
            </a:endParaRP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6960113-032B-4A97-EF49-771EA382F806}"/>
              </a:ext>
            </a:extLst>
          </p:cNvPr>
          <p:cNvGrpSpPr/>
          <p:nvPr userDrawn="1"/>
        </p:nvGrpSpPr>
        <p:grpSpPr>
          <a:xfrm>
            <a:off x="13878198" y="1458672"/>
            <a:ext cx="15551187" cy="2774537"/>
            <a:chOff x="5193506" y="297090"/>
            <a:chExt cx="5498307" cy="979200"/>
          </a:xfrm>
        </p:grpSpPr>
        <p:sp>
          <p:nvSpPr>
            <p:cNvPr id="22" name="object 3">
              <a:extLst>
                <a:ext uri="{FF2B5EF4-FFF2-40B4-BE49-F238E27FC236}">
                  <a16:creationId xmlns:a16="http://schemas.microsoft.com/office/drawing/2014/main" id="{08F7FC9A-9ABA-D504-B33F-253A2D0A2222}"/>
                </a:ext>
              </a:extLst>
            </p:cNvPr>
            <p:cNvSpPr/>
            <p:nvPr userDrawn="1"/>
          </p:nvSpPr>
          <p:spPr>
            <a:xfrm>
              <a:off x="5628343" y="785422"/>
              <a:ext cx="5063470" cy="454637"/>
            </a:xfrm>
            <a:custGeom>
              <a:avLst/>
              <a:gdLst/>
              <a:ahLst/>
              <a:cxnLst/>
              <a:rect l="l" t="t" r="r" b="b"/>
              <a:pathLst>
                <a:path w="6217284" h="529590">
                  <a:moveTo>
                    <a:pt x="6216742" y="0"/>
                  </a:moveTo>
                  <a:lnTo>
                    <a:pt x="0" y="0"/>
                  </a:lnTo>
                  <a:lnTo>
                    <a:pt x="0" y="529282"/>
                  </a:lnTo>
                  <a:lnTo>
                    <a:pt x="6216742" y="529282"/>
                  </a:lnTo>
                  <a:lnTo>
                    <a:pt x="6216742" y="0"/>
                  </a:lnTo>
                  <a:close/>
                </a:path>
              </a:pathLst>
            </a:custGeom>
            <a:solidFill>
              <a:srgbClr val="A2CB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BB6A8B7-E29B-C61D-FA5B-37E598606E6A}"/>
                </a:ext>
              </a:extLst>
            </p:cNvPr>
            <p:cNvSpPr txBox="1"/>
            <p:nvPr userDrawn="1"/>
          </p:nvSpPr>
          <p:spPr>
            <a:xfrm>
              <a:off x="5628343" y="863585"/>
              <a:ext cx="4275027" cy="28909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de-AT" sz="4723" b="1">
                  <a:solidFill>
                    <a:srgbClr val="102D41"/>
                  </a:solidFill>
                  <a:latin typeface="+mj-lt"/>
                  <a:cs typeface="Leelawadee UI"/>
                </a:rPr>
                <a:t>ELEKTRONIK &amp; TECHN. INFORMATIK</a:t>
              </a:r>
              <a:endParaRPr lang="de-AT" sz="4723">
                <a:latin typeface="+mj-lt"/>
              </a:endParaRPr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6A2966B8-66F2-B62D-1963-234F163030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193506" y="661503"/>
              <a:ext cx="548639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76B20C04-2157-A10A-71FA-DB404EC1CA7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504400" y="297090"/>
              <a:ext cx="0" cy="9792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Grafik 27" descr="Ein Bild, das Screenshot, Grafiken, Design enthält.&#10;&#10;Automatisch generierte Beschreibung">
            <a:extLst>
              <a:ext uri="{FF2B5EF4-FFF2-40B4-BE49-F238E27FC236}">
                <a16:creationId xmlns:a16="http://schemas.microsoft.com/office/drawing/2014/main" id="{F8C13F55-02D4-6A01-39A0-55E59DF67451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4019" y="2907144"/>
            <a:ext cx="1086622" cy="1148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801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>
        <a:defRPr sz="10533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0">
        <a:defRPr sz="7521"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93" userDrawn="1">
          <p15:clr>
            <a:srgbClr val="F26B43"/>
          </p15:clr>
        </p15:guide>
        <p15:guide id="2" pos="9524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63B76E6-6DBA-6C89-90D0-AC4150481D60}"/>
              </a:ext>
            </a:extLst>
          </p:cNvPr>
          <p:cNvSpPr/>
          <p:nvPr userDrawn="1"/>
        </p:nvSpPr>
        <p:spPr>
          <a:xfrm>
            <a:off x="610928" y="612030"/>
            <a:ext cx="29018966" cy="4406618"/>
          </a:xfrm>
          <a:prstGeom prst="rect">
            <a:avLst/>
          </a:prstGeom>
          <a:solidFill>
            <a:srgbClr val="102D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D175462-EE7A-BDF5-C8EC-EC15C0A27C23}"/>
              </a:ext>
            </a:extLst>
          </p:cNvPr>
          <p:cNvCxnSpPr/>
          <p:nvPr userDrawn="1"/>
        </p:nvCxnSpPr>
        <p:spPr>
          <a:xfrm>
            <a:off x="10701459" y="5366494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4C69DF47-17E1-27F7-D7BE-D59A8925FC44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C3198B7-E35A-A408-2088-5CBE653BBA1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25497" y="1428075"/>
            <a:ext cx="9525187" cy="2770885"/>
            <a:chOff x="375183" y="375193"/>
            <a:chExt cx="3730981" cy="1020294"/>
          </a:xfrm>
        </p:grpSpPr>
        <p:sp>
          <p:nvSpPr>
            <p:cNvPr id="4" name="bg object 17">
              <a:extLst>
                <a:ext uri="{FF2B5EF4-FFF2-40B4-BE49-F238E27FC236}">
                  <a16:creationId xmlns:a16="http://schemas.microsoft.com/office/drawing/2014/main" id="{3D373FFB-D44B-0142-052D-5A6D95011A9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46A1F635-DE5B-628B-6E9D-3082F0EAA67A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F83C0053-D8D2-EF85-7D81-685999CAA8AF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bg object 20">
              <a:extLst>
                <a:ext uri="{FF2B5EF4-FFF2-40B4-BE49-F238E27FC236}">
                  <a16:creationId xmlns:a16="http://schemas.microsoft.com/office/drawing/2014/main" id="{F28F0BB7-0FA4-9571-662E-4D052D91785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8" name="bg object 21">
              <a:extLst>
                <a:ext uri="{FF2B5EF4-FFF2-40B4-BE49-F238E27FC236}">
                  <a16:creationId xmlns:a16="http://schemas.microsoft.com/office/drawing/2014/main" id="{8C5F3A1D-50F9-489D-B2B0-A17E84225A4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9" name="bg object 22">
              <a:extLst>
                <a:ext uri="{FF2B5EF4-FFF2-40B4-BE49-F238E27FC236}">
                  <a16:creationId xmlns:a16="http://schemas.microsoft.com/office/drawing/2014/main" id="{2EEC5459-CEBF-E3DA-AE3D-8DFD5162FDD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10" name="bg object 23">
              <a:extLst>
                <a:ext uri="{FF2B5EF4-FFF2-40B4-BE49-F238E27FC236}">
                  <a16:creationId xmlns:a16="http://schemas.microsoft.com/office/drawing/2014/main" id="{B5813364-CD1E-0FC7-9358-386168D74331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bg object 24">
              <a:extLst>
                <a:ext uri="{FF2B5EF4-FFF2-40B4-BE49-F238E27FC236}">
                  <a16:creationId xmlns:a16="http://schemas.microsoft.com/office/drawing/2014/main" id="{65E62A8E-B099-F3E3-D800-AEB357CCCE8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12" name="bg object 25">
              <a:extLst>
                <a:ext uri="{FF2B5EF4-FFF2-40B4-BE49-F238E27FC236}">
                  <a16:creationId xmlns:a16="http://schemas.microsoft.com/office/drawing/2014/main" id="{E812FE89-C584-626B-89F9-58FADB41266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13" name="bg object 26">
              <a:extLst>
                <a:ext uri="{FF2B5EF4-FFF2-40B4-BE49-F238E27FC236}">
                  <a16:creationId xmlns:a16="http://schemas.microsoft.com/office/drawing/2014/main" id="{93E7DA35-7770-FC27-DFBA-80D2918B1A11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27">
              <a:extLst>
                <a:ext uri="{FF2B5EF4-FFF2-40B4-BE49-F238E27FC236}">
                  <a16:creationId xmlns:a16="http://schemas.microsoft.com/office/drawing/2014/main" id="{3D3BCBEF-D182-63C0-6BDA-7DA3C080C66B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28">
              <a:extLst>
                <a:ext uri="{FF2B5EF4-FFF2-40B4-BE49-F238E27FC236}">
                  <a16:creationId xmlns:a16="http://schemas.microsoft.com/office/drawing/2014/main" id="{4031D044-E6BF-EFB4-32D6-A895158799C1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bg object 29">
              <a:extLst>
                <a:ext uri="{FF2B5EF4-FFF2-40B4-BE49-F238E27FC236}">
                  <a16:creationId xmlns:a16="http://schemas.microsoft.com/office/drawing/2014/main" id="{D05FDCC8-B42F-34D0-010B-FE0D8A8DD7F7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bg object 30">
              <a:extLst>
                <a:ext uri="{FF2B5EF4-FFF2-40B4-BE49-F238E27FC236}">
                  <a16:creationId xmlns:a16="http://schemas.microsoft.com/office/drawing/2014/main" id="{849E303F-1FF0-C95D-885A-69C6A83BBEF8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bg object 31">
              <a:extLst>
                <a:ext uri="{FF2B5EF4-FFF2-40B4-BE49-F238E27FC236}">
                  <a16:creationId xmlns:a16="http://schemas.microsoft.com/office/drawing/2014/main" id="{50578FA9-0526-14B5-8B67-E4FED47E875D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">
            <a:extLst>
              <a:ext uri="{FF2B5EF4-FFF2-40B4-BE49-F238E27FC236}">
                <a16:creationId xmlns:a16="http://schemas.microsoft.com/office/drawing/2014/main" id="{815AF021-2DAE-79AF-C090-3807CAC9F071}"/>
              </a:ext>
            </a:extLst>
          </p:cNvPr>
          <p:cNvSpPr txBox="1"/>
          <p:nvPr userDrawn="1"/>
        </p:nvSpPr>
        <p:spPr>
          <a:xfrm>
            <a:off x="23724277" y="1428075"/>
            <a:ext cx="5091047" cy="714790"/>
          </a:xfrm>
          <a:prstGeom prst="rect">
            <a:avLst/>
          </a:prstGeom>
        </p:spPr>
        <p:txBody>
          <a:bodyPr vert="horz" wrap="square" lIns="0" tIns="35920" rIns="0" bIns="0" rtlCol="0">
            <a:spAutoFit/>
          </a:bodyPr>
          <a:lstStyle/>
          <a:p>
            <a:pPr marL="39996" algn="r">
              <a:lnSpc>
                <a:spcPct val="100000"/>
              </a:lnSpc>
              <a:spcBef>
                <a:spcPts val="314"/>
              </a:spcBef>
            </a:pPr>
            <a:r>
              <a:rPr sz="4409" spc="-31">
                <a:solidFill>
                  <a:schemeClr val="bg1"/>
                </a:solidFill>
                <a:latin typeface="Leelawadee UI"/>
                <a:cs typeface="Leelawadee UI"/>
              </a:rPr>
              <a:t>www.bulme.at</a:t>
            </a:r>
            <a:endParaRPr sz="4409">
              <a:solidFill>
                <a:schemeClr val="bg1"/>
              </a:solidFill>
              <a:latin typeface="Leelawadee UI"/>
              <a:cs typeface="Leelawadee UI"/>
            </a:endParaRP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6960113-032B-4A97-EF49-771EA382F806}"/>
              </a:ext>
            </a:extLst>
          </p:cNvPr>
          <p:cNvGrpSpPr/>
          <p:nvPr userDrawn="1"/>
        </p:nvGrpSpPr>
        <p:grpSpPr>
          <a:xfrm>
            <a:off x="13878198" y="1458672"/>
            <a:ext cx="15551187" cy="2774537"/>
            <a:chOff x="5193506" y="297090"/>
            <a:chExt cx="5498307" cy="979200"/>
          </a:xfrm>
        </p:grpSpPr>
        <p:sp>
          <p:nvSpPr>
            <p:cNvPr id="22" name="object 3">
              <a:extLst>
                <a:ext uri="{FF2B5EF4-FFF2-40B4-BE49-F238E27FC236}">
                  <a16:creationId xmlns:a16="http://schemas.microsoft.com/office/drawing/2014/main" id="{08F7FC9A-9ABA-D504-B33F-253A2D0A2222}"/>
                </a:ext>
              </a:extLst>
            </p:cNvPr>
            <p:cNvSpPr/>
            <p:nvPr userDrawn="1"/>
          </p:nvSpPr>
          <p:spPr>
            <a:xfrm>
              <a:off x="5628343" y="785422"/>
              <a:ext cx="5063470" cy="454637"/>
            </a:xfrm>
            <a:custGeom>
              <a:avLst/>
              <a:gdLst/>
              <a:ahLst/>
              <a:cxnLst/>
              <a:rect l="l" t="t" r="r" b="b"/>
              <a:pathLst>
                <a:path w="6217284" h="529590">
                  <a:moveTo>
                    <a:pt x="6216742" y="0"/>
                  </a:moveTo>
                  <a:lnTo>
                    <a:pt x="0" y="0"/>
                  </a:lnTo>
                  <a:lnTo>
                    <a:pt x="0" y="529282"/>
                  </a:lnTo>
                  <a:lnTo>
                    <a:pt x="6216742" y="529282"/>
                  </a:lnTo>
                  <a:lnTo>
                    <a:pt x="6216742" y="0"/>
                  </a:lnTo>
                  <a:close/>
                </a:path>
              </a:pathLst>
            </a:custGeom>
            <a:solidFill>
              <a:srgbClr val="DE55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BB6A8B7-E29B-C61D-FA5B-37E598606E6A}"/>
                </a:ext>
              </a:extLst>
            </p:cNvPr>
            <p:cNvSpPr txBox="1"/>
            <p:nvPr userDrawn="1"/>
          </p:nvSpPr>
          <p:spPr>
            <a:xfrm>
              <a:off x="5628343" y="863585"/>
              <a:ext cx="4275027" cy="28909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de-AT" sz="4723" b="1">
                  <a:solidFill>
                    <a:srgbClr val="102D41"/>
                  </a:solidFill>
                  <a:latin typeface="+mj-lt"/>
                  <a:cs typeface="Leelawadee UI"/>
                </a:rPr>
                <a:t>E - TECHNOLOGIES</a:t>
              </a:r>
              <a:endParaRPr lang="de-AT" sz="4723">
                <a:latin typeface="+mj-lt"/>
              </a:endParaRPr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6A2966B8-66F2-B62D-1963-234F163030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193506" y="661503"/>
              <a:ext cx="548639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76B20C04-2157-A10A-71FA-DB404EC1CA7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504400" y="297090"/>
              <a:ext cx="0" cy="9792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Grafik 27" descr="Ein Bild, das Kreis, Grafiken, Symbol, Design enthält.&#10;&#10;Automatisch generierte Beschreibung">
            <a:extLst>
              <a:ext uri="{FF2B5EF4-FFF2-40B4-BE49-F238E27FC236}">
                <a16:creationId xmlns:a16="http://schemas.microsoft.com/office/drawing/2014/main" id="{AF3A1B59-123E-D472-5C12-317FAC91BA4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4023" y="2896944"/>
            <a:ext cx="1106151" cy="118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20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</p:sldLayoutIdLst>
  <p:txStyles>
    <p:titleStyle>
      <a:lvl1pPr>
        <a:defRPr sz="10533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0">
        <a:defRPr sz="7521"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493" userDrawn="1">
          <p15:clr>
            <a:srgbClr val="F26B43"/>
          </p15:clr>
        </p15:guide>
        <p15:guide id="2" pos="9524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63B76E6-6DBA-6C89-90D0-AC4150481D60}"/>
              </a:ext>
            </a:extLst>
          </p:cNvPr>
          <p:cNvSpPr/>
          <p:nvPr userDrawn="1"/>
        </p:nvSpPr>
        <p:spPr>
          <a:xfrm>
            <a:off x="610928" y="612030"/>
            <a:ext cx="29018966" cy="4406618"/>
          </a:xfrm>
          <a:prstGeom prst="rect">
            <a:avLst/>
          </a:prstGeom>
          <a:solidFill>
            <a:srgbClr val="102D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DD175462-EE7A-BDF5-C8EC-EC15C0A27C23}"/>
              </a:ext>
            </a:extLst>
          </p:cNvPr>
          <p:cNvCxnSpPr/>
          <p:nvPr userDrawn="1"/>
        </p:nvCxnSpPr>
        <p:spPr>
          <a:xfrm>
            <a:off x="10701459" y="5366494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9" name="Gerader Verbinder 88">
            <a:extLst>
              <a:ext uri="{FF2B5EF4-FFF2-40B4-BE49-F238E27FC236}">
                <a16:creationId xmlns:a16="http://schemas.microsoft.com/office/drawing/2014/main" id="{4C69DF47-17E1-27F7-D7BE-D59A8925FC44}"/>
              </a:ext>
            </a:extLst>
          </p:cNvPr>
          <p:cNvCxnSpPr/>
          <p:nvPr userDrawn="1"/>
        </p:nvCxnSpPr>
        <p:spPr>
          <a:xfrm>
            <a:off x="10701459" y="5366513"/>
            <a:ext cx="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0C3198B7-E35A-A408-2088-5CBE653BBA1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425497" y="1428075"/>
            <a:ext cx="9525187" cy="2770885"/>
            <a:chOff x="375183" y="375193"/>
            <a:chExt cx="3730981" cy="1020294"/>
          </a:xfrm>
        </p:grpSpPr>
        <p:sp>
          <p:nvSpPr>
            <p:cNvPr id="4" name="bg object 17">
              <a:extLst>
                <a:ext uri="{FF2B5EF4-FFF2-40B4-BE49-F238E27FC236}">
                  <a16:creationId xmlns:a16="http://schemas.microsoft.com/office/drawing/2014/main" id="{3D373FFB-D44B-0142-052D-5A6D95011A9B}"/>
                </a:ext>
              </a:extLst>
            </p:cNvPr>
            <p:cNvSpPr/>
            <p:nvPr/>
          </p:nvSpPr>
          <p:spPr>
            <a:xfrm>
              <a:off x="1681107" y="393541"/>
              <a:ext cx="899794" cy="184785"/>
            </a:xfrm>
            <a:custGeom>
              <a:avLst/>
              <a:gdLst/>
              <a:ahLst/>
              <a:cxnLst/>
              <a:rect l="l" t="t" r="r" b="b"/>
              <a:pathLst>
                <a:path w="899794" h="184784">
                  <a:moveTo>
                    <a:pt x="26659" y="38749"/>
                  </a:moveTo>
                  <a:lnTo>
                    <a:pt x="0" y="38749"/>
                  </a:lnTo>
                  <a:lnTo>
                    <a:pt x="0" y="182250"/>
                  </a:lnTo>
                  <a:lnTo>
                    <a:pt x="26659" y="182250"/>
                  </a:lnTo>
                  <a:lnTo>
                    <a:pt x="26659" y="120739"/>
                  </a:lnTo>
                  <a:lnTo>
                    <a:pt x="127513" y="120739"/>
                  </a:lnTo>
                  <a:lnTo>
                    <a:pt x="127513" y="97987"/>
                  </a:lnTo>
                  <a:lnTo>
                    <a:pt x="26659" y="97987"/>
                  </a:lnTo>
                  <a:lnTo>
                    <a:pt x="26659" y="38749"/>
                  </a:lnTo>
                  <a:close/>
                </a:path>
                <a:path w="899794" h="184784">
                  <a:moveTo>
                    <a:pt x="127513" y="120739"/>
                  </a:moveTo>
                  <a:lnTo>
                    <a:pt x="100864" y="120739"/>
                  </a:lnTo>
                  <a:lnTo>
                    <a:pt x="100864" y="182250"/>
                  </a:lnTo>
                  <a:lnTo>
                    <a:pt x="127513" y="182250"/>
                  </a:lnTo>
                  <a:lnTo>
                    <a:pt x="127513" y="120739"/>
                  </a:lnTo>
                  <a:close/>
                </a:path>
                <a:path w="899794" h="184784">
                  <a:moveTo>
                    <a:pt x="127513" y="38749"/>
                  </a:moveTo>
                  <a:lnTo>
                    <a:pt x="100864" y="38749"/>
                  </a:lnTo>
                  <a:lnTo>
                    <a:pt x="100864" y="97987"/>
                  </a:lnTo>
                  <a:lnTo>
                    <a:pt x="127513" y="97987"/>
                  </a:lnTo>
                  <a:lnTo>
                    <a:pt x="127513" y="38749"/>
                  </a:lnTo>
                  <a:close/>
                </a:path>
                <a:path w="899794" h="184784">
                  <a:moveTo>
                    <a:pt x="233088" y="36695"/>
                  </a:moveTo>
                  <a:lnTo>
                    <a:pt x="193526" y="46232"/>
                  </a:lnTo>
                  <a:lnTo>
                    <a:pt x="165845" y="72672"/>
                  </a:lnTo>
                  <a:lnTo>
                    <a:pt x="155798" y="110494"/>
                  </a:lnTo>
                  <a:lnTo>
                    <a:pt x="156442" y="120784"/>
                  </a:lnTo>
                  <a:lnTo>
                    <a:pt x="171400" y="156373"/>
                  </a:lnTo>
                  <a:lnTo>
                    <a:pt x="202607" y="178933"/>
                  </a:lnTo>
                  <a:lnTo>
                    <a:pt x="233088" y="184292"/>
                  </a:lnTo>
                  <a:lnTo>
                    <a:pt x="243785" y="183696"/>
                  </a:lnTo>
                  <a:lnTo>
                    <a:pt x="281002" y="169537"/>
                  </a:lnTo>
                  <a:lnTo>
                    <a:pt x="290662" y="160926"/>
                  </a:lnTo>
                  <a:lnTo>
                    <a:pt x="233088" y="160926"/>
                  </a:lnTo>
                  <a:lnTo>
                    <a:pt x="226092" y="160523"/>
                  </a:lnTo>
                  <a:lnTo>
                    <a:pt x="192806" y="141895"/>
                  </a:lnTo>
                  <a:lnTo>
                    <a:pt x="182656" y="110494"/>
                  </a:lnTo>
                  <a:lnTo>
                    <a:pt x="183066" y="103492"/>
                  </a:lnTo>
                  <a:lnTo>
                    <a:pt x="201822" y="70072"/>
                  </a:lnTo>
                  <a:lnTo>
                    <a:pt x="233088" y="60072"/>
                  </a:lnTo>
                  <a:lnTo>
                    <a:pt x="290667" y="60072"/>
                  </a:lnTo>
                  <a:lnTo>
                    <a:pt x="288385" y="57579"/>
                  </a:lnTo>
                  <a:lnTo>
                    <a:pt x="253944" y="39080"/>
                  </a:lnTo>
                  <a:lnTo>
                    <a:pt x="243785" y="37291"/>
                  </a:lnTo>
                  <a:lnTo>
                    <a:pt x="233088" y="36695"/>
                  </a:lnTo>
                  <a:close/>
                </a:path>
                <a:path w="899794" h="184784">
                  <a:moveTo>
                    <a:pt x="290667" y="60072"/>
                  </a:moveTo>
                  <a:lnTo>
                    <a:pt x="233088" y="60072"/>
                  </a:lnTo>
                  <a:lnTo>
                    <a:pt x="240080" y="60475"/>
                  </a:lnTo>
                  <a:lnTo>
                    <a:pt x="246716" y="61684"/>
                  </a:lnTo>
                  <a:lnTo>
                    <a:pt x="279845" y="90587"/>
                  </a:lnTo>
                  <a:lnTo>
                    <a:pt x="283510" y="110494"/>
                  </a:lnTo>
                  <a:lnTo>
                    <a:pt x="283101" y="117497"/>
                  </a:lnTo>
                  <a:lnTo>
                    <a:pt x="264346" y="150916"/>
                  </a:lnTo>
                  <a:lnTo>
                    <a:pt x="233088" y="160926"/>
                  </a:lnTo>
                  <a:lnTo>
                    <a:pt x="290662" y="160926"/>
                  </a:lnTo>
                  <a:lnTo>
                    <a:pt x="309745" y="120701"/>
                  </a:lnTo>
                  <a:lnTo>
                    <a:pt x="310368" y="110494"/>
                  </a:lnTo>
                  <a:lnTo>
                    <a:pt x="309740" y="100209"/>
                  </a:lnTo>
                  <a:lnTo>
                    <a:pt x="307857" y="90460"/>
                  </a:lnTo>
                  <a:lnTo>
                    <a:pt x="304718" y="81246"/>
                  </a:lnTo>
                  <a:lnTo>
                    <a:pt x="300321" y="72568"/>
                  </a:lnTo>
                  <a:lnTo>
                    <a:pt x="294828" y="64619"/>
                  </a:lnTo>
                  <a:lnTo>
                    <a:pt x="290667" y="60072"/>
                  </a:lnTo>
                  <a:close/>
                </a:path>
                <a:path w="899794" h="184784">
                  <a:moveTo>
                    <a:pt x="216757" y="0"/>
                  </a:moveTo>
                  <a:lnTo>
                    <a:pt x="209649" y="0"/>
                  </a:lnTo>
                  <a:lnTo>
                    <a:pt x="206710" y="1167"/>
                  </a:lnTo>
                  <a:lnTo>
                    <a:pt x="202062" y="5815"/>
                  </a:lnTo>
                  <a:lnTo>
                    <a:pt x="200905" y="8817"/>
                  </a:lnTo>
                  <a:lnTo>
                    <a:pt x="200905" y="16060"/>
                  </a:lnTo>
                  <a:lnTo>
                    <a:pt x="202062" y="18999"/>
                  </a:lnTo>
                  <a:lnTo>
                    <a:pt x="206710" y="23647"/>
                  </a:lnTo>
                  <a:lnTo>
                    <a:pt x="209649" y="24804"/>
                  </a:lnTo>
                  <a:lnTo>
                    <a:pt x="216757" y="24804"/>
                  </a:lnTo>
                  <a:lnTo>
                    <a:pt x="219686" y="23647"/>
                  </a:lnTo>
                  <a:lnTo>
                    <a:pt x="224334" y="18999"/>
                  </a:lnTo>
                  <a:lnTo>
                    <a:pt x="225501" y="16060"/>
                  </a:lnTo>
                  <a:lnTo>
                    <a:pt x="225501" y="8817"/>
                  </a:lnTo>
                  <a:lnTo>
                    <a:pt x="224334" y="5815"/>
                  </a:lnTo>
                  <a:lnTo>
                    <a:pt x="219686" y="1167"/>
                  </a:lnTo>
                  <a:lnTo>
                    <a:pt x="216757" y="0"/>
                  </a:lnTo>
                  <a:close/>
                </a:path>
                <a:path w="899794" h="184784">
                  <a:moveTo>
                    <a:pt x="256527" y="0"/>
                  </a:moveTo>
                  <a:lnTo>
                    <a:pt x="249420" y="0"/>
                  </a:lnTo>
                  <a:lnTo>
                    <a:pt x="246481" y="1167"/>
                  </a:lnTo>
                  <a:lnTo>
                    <a:pt x="241832" y="5815"/>
                  </a:lnTo>
                  <a:lnTo>
                    <a:pt x="240676" y="8817"/>
                  </a:lnTo>
                  <a:lnTo>
                    <a:pt x="240676" y="16060"/>
                  </a:lnTo>
                  <a:lnTo>
                    <a:pt x="241832" y="18999"/>
                  </a:lnTo>
                  <a:lnTo>
                    <a:pt x="246481" y="23647"/>
                  </a:lnTo>
                  <a:lnTo>
                    <a:pt x="249420" y="24804"/>
                  </a:lnTo>
                  <a:lnTo>
                    <a:pt x="256527" y="24804"/>
                  </a:lnTo>
                  <a:lnTo>
                    <a:pt x="259456" y="23647"/>
                  </a:lnTo>
                  <a:lnTo>
                    <a:pt x="264104" y="18999"/>
                  </a:lnTo>
                  <a:lnTo>
                    <a:pt x="265271" y="16060"/>
                  </a:lnTo>
                  <a:lnTo>
                    <a:pt x="265271" y="8817"/>
                  </a:lnTo>
                  <a:lnTo>
                    <a:pt x="264104" y="5815"/>
                  </a:lnTo>
                  <a:lnTo>
                    <a:pt x="259456" y="1167"/>
                  </a:lnTo>
                  <a:lnTo>
                    <a:pt x="256527" y="0"/>
                  </a:lnTo>
                  <a:close/>
                </a:path>
                <a:path w="899794" h="184784">
                  <a:moveTo>
                    <a:pt x="365313" y="38749"/>
                  </a:moveTo>
                  <a:lnTo>
                    <a:pt x="338653" y="38749"/>
                  </a:lnTo>
                  <a:lnTo>
                    <a:pt x="338653" y="182250"/>
                  </a:lnTo>
                  <a:lnTo>
                    <a:pt x="365313" y="182250"/>
                  </a:lnTo>
                  <a:lnTo>
                    <a:pt x="365313" y="120739"/>
                  </a:lnTo>
                  <a:lnTo>
                    <a:pt x="466167" y="120739"/>
                  </a:lnTo>
                  <a:lnTo>
                    <a:pt x="466167" y="97987"/>
                  </a:lnTo>
                  <a:lnTo>
                    <a:pt x="365313" y="97987"/>
                  </a:lnTo>
                  <a:lnTo>
                    <a:pt x="365313" y="38749"/>
                  </a:lnTo>
                  <a:close/>
                </a:path>
                <a:path w="899794" h="184784">
                  <a:moveTo>
                    <a:pt x="466167" y="120739"/>
                  </a:moveTo>
                  <a:lnTo>
                    <a:pt x="439517" y="120739"/>
                  </a:lnTo>
                  <a:lnTo>
                    <a:pt x="439517" y="182250"/>
                  </a:lnTo>
                  <a:lnTo>
                    <a:pt x="466167" y="182250"/>
                  </a:lnTo>
                  <a:lnTo>
                    <a:pt x="466167" y="120739"/>
                  </a:lnTo>
                  <a:close/>
                </a:path>
                <a:path w="899794" h="184784">
                  <a:moveTo>
                    <a:pt x="466167" y="38749"/>
                  </a:moveTo>
                  <a:lnTo>
                    <a:pt x="439517" y="38749"/>
                  </a:lnTo>
                  <a:lnTo>
                    <a:pt x="439517" y="97987"/>
                  </a:lnTo>
                  <a:lnTo>
                    <a:pt x="466167" y="97987"/>
                  </a:lnTo>
                  <a:lnTo>
                    <a:pt x="466167" y="38749"/>
                  </a:lnTo>
                  <a:close/>
                </a:path>
                <a:path w="899794" h="184784">
                  <a:moveTo>
                    <a:pt x="609470" y="38749"/>
                  </a:moveTo>
                  <a:lnTo>
                    <a:pt x="504707" y="38749"/>
                  </a:lnTo>
                  <a:lnTo>
                    <a:pt x="504707" y="182250"/>
                  </a:lnTo>
                  <a:lnTo>
                    <a:pt x="612336" y="182250"/>
                  </a:lnTo>
                  <a:lnTo>
                    <a:pt x="612336" y="159905"/>
                  </a:lnTo>
                  <a:lnTo>
                    <a:pt x="531356" y="159905"/>
                  </a:lnTo>
                  <a:lnTo>
                    <a:pt x="531356" y="120343"/>
                  </a:lnTo>
                  <a:lnTo>
                    <a:pt x="600642" y="120343"/>
                  </a:lnTo>
                  <a:lnTo>
                    <a:pt x="600642" y="98404"/>
                  </a:lnTo>
                  <a:lnTo>
                    <a:pt x="531356" y="98404"/>
                  </a:lnTo>
                  <a:lnTo>
                    <a:pt x="531356" y="61093"/>
                  </a:lnTo>
                  <a:lnTo>
                    <a:pt x="609470" y="61093"/>
                  </a:lnTo>
                  <a:lnTo>
                    <a:pt x="609470" y="38749"/>
                  </a:lnTo>
                  <a:close/>
                </a:path>
                <a:path w="899794" h="184784">
                  <a:moveTo>
                    <a:pt x="701090" y="38749"/>
                  </a:moveTo>
                  <a:lnTo>
                    <a:pt x="642059" y="38749"/>
                  </a:lnTo>
                  <a:lnTo>
                    <a:pt x="642059" y="182250"/>
                  </a:lnTo>
                  <a:lnTo>
                    <a:pt x="668698" y="182250"/>
                  </a:lnTo>
                  <a:lnTo>
                    <a:pt x="668698" y="140426"/>
                  </a:lnTo>
                  <a:lnTo>
                    <a:pt x="703560" y="140426"/>
                  </a:lnTo>
                  <a:lnTo>
                    <a:pt x="705404" y="140363"/>
                  </a:lnTo>
                  <a:lnTo>
                    <a:pt x="706634" y="140218"/>
                  </a:lnTo>
                  <a:lnTo>
                    <a:pt x="735219" y="140218"/>
                  </a:lnTo>
                  <a:lnTo>
                    <a:pt x="731637" y="135100"/>
                  </a:lnTo>
                  <a:lnTo>
                    <a:pt x="738587" y="131854"/>
                  </a:lnTo>
                  <a:lnTo>
                    <a:pt x="744681" y="127869"/>
                  </a:lnTo>
                  <a:lnTo>
                    <a:pt x="749917" y="123142"/>
                  </a:lnTo>
                  <a:lnTo>
                    <a:pt x="753643" y="118488"/>
                  </a:lnTo>
                  <a:lnTo>
                    <a:pt x="668698" y="118488"/>
                  </a:lnTo>
                  <a:lnTo>
                    <a:pt x="668698" y="61291"/>
                  </a:lnTo>
                  <a:lnTo>
                    <a:pt x="753874" y="61291"/>
                  </a:lnTo>
                  <a:lnTo>
                    <a:pt x="750713" y="57116"/>
                  </a:lnTo>
                  <a:lnTo>
                    <a:pt x="710120" y="39133"/>
                  </a:lnTo>
                  <a:lnTo>
                    <a:pt x="701090" y="38749"/>
                  </a:lnTo>
                  <a:close/>
                </a:path>
                <a:path w="899794" h="184784">
                  <a:moveTo>
                    <a:pt x="735219" y="140218"/>
                  </a:moveTo>
                  <a:lnTo>
                    <a:pt x="706634" y="140218"/>
                  </a:lnTo>
                  <a:lnTo>
                    <a:pt x="735951" y="182250"/>
                  </a:lnTo>
                  <a:lnTo>
                    <a:pt x="764643" y="182250"/>
                  </a:lnTo>
                  <a:lnTo>
                    <a:pt x="735219" y="140218"/>
                  </a:lnTo>
                  <a:close/>
                </a:path>
                <a:path w="899794" h="184784">
                  <a:moveTo>
                    <a:pt x="753874" y="61291"/>
                  </a:moveTo>
                  <a:lnTo>
                    <a:pt x="699870" y="61291"/>
                  </a:lnTo>
                  <a:lnTo>
                    <a:pt x="708054" y="61754"/>
                  </a:lnTo>
                  <a:lnTo>
                    <a:pt x="715188" y="63141"/>
                  </a:lnTo>
                  <a:lnTo>
                    <a:pt x="721271" y="65451"/>
                  </a:lnTo>
                  <a:lnTo>
                    <a:pt x="726301" y="68681"/>
                  </a:lnTo>
                  <a:lnTo>
                    <a:pt x="732324" y="73600"/>
                  </a:lnTo>
                  <a:lnTo>
                    <a:pt x="735326" y="80635"/>
                  </a:lnTo>
                  <a:lnTo>
                    <a:pt x="735326" y="98946"/>
                  </a:lnTo>
                  <a:lnTo>
                    <a:pt x="699870" y="118488"/>
                  </a:lnTo>
                  <a:lnTo>
                    <a:pt x="753643" y="118488"/>
                  </a:lnTo>
                  <a:lnTo>
                    <a:pt x="762184" y="89796"/>
                  </a:lnTo>
                  <a:lnTo>
                    <a:pt x="761722" y="82171"/>
                  </a:lnTo>
                  <a:lnTo>
                    <a:pt x="760339" y="75084"/>
                  </a:lnTo>
                  <a:lnTo>
                    <a:pt x="758033" y="68534"/>
                  </a:lnTo>
                  <a:lnTo>
                    <a:pt x="754805" y="62521"/>
                  </a:lnTo>
                  <a:lnTo>
                    <a:pt x="753874" y="61291"/>
                  </a:lnTo>
                  <a:close/>
                </a:path>
                <a:path w="899794" h="184784">
                  <a:moveTo>
                    <a:pt x="896659" y="38749"/>
                  </a:moveTo>
                  <a:lnTo>
                    <a:pt x="791907" y="38749"/>
                  </a:lnTo>
                  <a:lnTo>
                    <a:pt x="791907" y="182250"/>
                  </a:lnTo>
                  <a:lnTo>
                    <a:pt x="899525" y="182250"/>
                  </a:lnTo>
                  <a:lnTo>
                    <a:pt x="899525" y="159905"/>
                  </a:lnTo>
                  <a:lnTo>
                    <a:pt x="818556" y="159905"/>
                  </a:lnTo>
                  <a:lnTo>
                    <a:pt x="818556" y="120343"/>
                  </a:lnTo>
                  <a:lnTo>
                    <a:pt x="887852" y="120343"/>
                  </a:lnTo>
                  <a:lnTo>
                    <a:pt x="887852" y="98404"/>
                  </a:lnTo>
                  <a:lnTo>
                    <a:pt x="818556" y="98404"/>
                  </a:lnTo>
                  <a:lnTo>
                    <a:pt x="818556" y="61093"/>
                  </a:lnTo>
                  <a:lnTo>
                    <a:pt x="896659" y="61093"/>
                  </a:lnTo>
                  <a:lnTo>
                    <a:pt x="896659" y="387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bg object 18">
              <a:extLst>
                <a:ext uri="{FF2B5EF4-FFF2-40B4-BE49-F238E27FC236}">
                  <a16:creationId xmlns:a16="http://schemas.microsoft.com/office/drawing/2014/main" id="{46A1F635-DE5B-628B-6E9D-3082F0EAA67A}"/>
                </a:ext>
              </a:extLst>
            </p:cNvPr>
            <p:cNvSpPr/>
            <p:nvPr/>
          </p:nvSpPr>
          <p:spPr>
            <a:xfrm>
              <a:off x="1662657" y="686490"/>
              <a:ext cx="1377950" cy="147955"/>
            </a:xfrm>
            <a:custGeom>
              <a:avLst/>
              <a:gdLst/>
              <a:ahLst/>
              <a:cxnLst/>
              <a:rect l="l" t="t" r="r" b="b"/>
              <a:pathLst>
                <a:path w="1377950" h="147955">
                  <a:moveTo>
                    <a:pt x="74215" y="24595"/>
                  </a:moveTo>
                  <a:lnTo>
                    <a:pt x="47566" y="24595"/>
                  </a:lnTo>
                  <a:lnTo>
                    <a:pt x="47566" y="145543"/>
                  </a:lnTo>
                  <a:lnTo>
                    <a:pt x="74215" y="145543"/>
                  </a:lnTo>
                  <a:lnTo>
                    <a:pt x="74215" y="24595"/>
                  </a:lnTo>
                  <a:close/>
                </a:path>
                <a:path w="1377950" h="147955">
                  <a:moveTo>
                    <a:pt x="121771" y="2042"/>
                  </a:moveTo>
                  <a:lnTo>
                    <a:pt x="0" y="2042"/>
                  </a:lnTo>
                  <a:lnTo>
                    <a:pt x="0" y="24595"/>
                  </a:lnTo>
                  <a:lnTo>
                    <a:pt x="121771" y="24595"/>
                  </a:lnTo>
                  <a:lnTo>
                    <a:pt x="121771" y="2042"/>
                  </a:lnTo>
                  <a:close/>
                </a:path>
                <a:path w="1377950" h="147955">
                  <a:moveTo>
                    <a:pt x="246616" y="2042"/>
                  </a:moveTo>
                  <a:lnTo>
                    <a:pt x="141864" y="2042"/>
                  </a:lnTo>
                  <a:lnTo>
                    <a:pt x="141864" y="145543"/>
                  </a:lnTo>
                  <a:lnTo>
                    <a:pt x="249482" y="145543"/>
                  </a:lnTo>
                  <a:lnTo>
                    <a:pt x="249482" y="123198"/>
                  </a:lnTo>
                  <a:lnTo>
                    <a:pt x="168513" y="123198"/>
                  </a:lnTo>
                  <a:lnTo>
                    <a:pt x="168513" y="83636"/>
                  </a:lnTo>
                  <a:lnTo>
                    <a:pt x="237799" y="83636"/>
                  </a:lnTo>
                  <a:lnTo>
                    <a:pt x="237799" y="61698"/>
                  </a:lnTo>
                  <a:lnTo>
                    <a:pt x="168513" y="61698"/>
                  </a:lnTo>
                  <a:lnTo>
                    <a:pt x="168513" y="24387"/>
                  </a:lnTo>
                  <a:lnTo>
                    <a:pt x="246616" y="24387"/>
                  </a:lnTo>
                  <a:lnTo>
                    <a:pt x="246616" y="2042"/>
                  </a:lnTo>
                  <a:close/>
                </a:path>
                <a:path w="1377950" h="147955">
                  <a:moveTo>
                    <a:pt x="345834" y="0"/>
                  </a:moveTo>
                  <a:lnTo>
                    <a:pt x="306506" y="9568"/>
                  </a:lnTo>
                  <a:lnTo>
                    <a:pt x="274611" y="44545"/>
                  </a:lnTo>
                  <a:lnTo>
                    <a:pt x="268961" y="73798"/>
                  </a:lnTo>
                  <a:lnTo>
                    <a:pt x="269582" y="84084"/>
                  </a:lnTo>
                  <a:lnTo>
                    <a:pt x="284345" y="119673"/>
                  </a:lnTo>
                  <a:lnTo>
                    <a:pt x="315400" y="142232"/>
                  </a:lnTo>
                  <a:lnTo>
                    <a:pt x="345625" y="147596"/>
                  </a:lnTo>
                  <a:lnTo>
                    <a:pt x="354257" y="147212"/>
                  </a:lnTo>
                  <a:lnTo>
                    <a:pt x="391421" y="133911"/>
                  </a:lnTo>
                  <a:lnTo>
                    <a:pt x="402039" y="124220"/>
                  </a:lnTo>
                  <a:lnTo>
                    <a:pt x="347064" y="124220"/>
                  </a:lnTo>
                  <a:lnTo>
                    <a:pt x="339876" y="123817"/>
                  </a:lnTo>
                  <a:lnTo>
                    <a:pt x="305976" y="105257"/>
                  </a:lnTo>
                  <a:lnTo>
                    <a:pt x="295818" y="73798"/>
                  </a:lnTo>
                  <a:lnTo>
                    <a:pt x="296227" y="66712"/>
                  </a:lnTo>
                  <a:lnTo>
                    <a:pt x="315098" y="33361"/>
                  </a:lnTo>
                  <a:lnTo>
                    <a:pt x="347064" y="23366"/>
                  </a:lnTo>
                  <a:lnTo>
                    <a:pt x="402030" y="23366"/>
                  </a:lnTo>
                  <a:lnTo>
                    <a:pt x="397316" y="18486"/>
                  </a:lnTo>
                  <a:lnTo>
                    <a:pt x="362695" y="1534"/>
                  </a:lnTo>
                  <a:lnTo>
                    <a:pt x="354458" y="383"/>
                  </a:lnTo>
                  <a:lnTo>
                    <a:pt x="345834" y="0"/>
                  </a:lnTo>
                  <a:close/>
                </a:path>
                <a:path w="1377950" h="147955">
                  <a:moveTo>
                    <a:pt x="385396" y="107211"/>
                  </a:moveTo>
                  <a:lnTo>
                    <a:pt x="377155" y="114652"/>
                  </a:lnTo>
                  <a:lnTo>
                    <a:pt x="368020" y="119968"/>
                  </a:lnTo>
                  <a:lnTo>
                    <a:pt x="357989" y="123157"/>
                  </a:lnTo>
                  <a:lnTo>
                    <a:pt x="347064" y="124220"/>
                  </a:lnTo>
                  <a:lnTo>
                    <a:pt x="402039" y="124220"/>
                  </a:lnTo>
                  <a:lnTo>
                    <a:pt x="402623" y="123615"/>
                  </a:lnTo>
                  <a:lnTo>
                    <a:pt x="385396" y="107211"/>
                  </a:lnTo>
                  <a:close/>
                </a:path>
                <a:path w="1377950" h="147955">
                  <a:moveTo>
                    <a:pt x="402030" y="23366"/>
                  </a:moveTo>
                  <a:lnTo>
                    <a:pt x="347064" y="23366"/>
                  </a:lnTo>
                  <a:lnTo>
                    <a:pt x="357989" y="24417"/>
                  </a:lnTo>
                  <a:lnTo>
                    <a:pt x="368020" y="27570"/>
                  </a:lnTo>
                  <a:lnTo>
                    <a:pt x="377155" y="32823"/>
                  </a:lnTo>
                  <a:lnTo>
                    <a:pt x="385396" y="40176"/>
                  </a:lnTo>
                  <a:lnTo>
                    <a:pt x="402623" y="23981"/>
                  </a:lnTo>
                  <a:lnTo>
                    <a:pt x="402030" y="23366"/>
                  </a:lnTo>
                  <a:close/>
                </a:path>
                <a:path w="1377950" h="147955">
                  <a:moveTo>
                    <a:pt x="454890" y="2042"/>
                  </a:moveTo>
                  <a:lnTo>
                    <a:pt x="428241" y="2042"/>
                  </a:lnTo>
                  <a:lnTo>
                    <a:pt x="428241" y="145543"/>
                  </a:lnTo>
                  <a:lnTo>
                    <a:pt x="454890" y="145543"/>
                  </a:lnTo>
                  <a:lnTo>
                    <a:pt x="454890" y="84043"/>
                  </a:lnTo>
                  <a:lnTo>
                    <a:pt x="555754" y="84043"/>
                  </a:lnTo>
                  <a:lnTo>
                    <a:pt x="555754" y="61291"/>
                  </a:lnTo>
                  <a:lnTo>
                    <a:pt x="454890" y="61291"/>
                  </a:lnTo>
                  <a:lnTo>
                    <a:pt x="454890" y="2042"/>
                  </a:lnTo>
                  <a:close/>
                </a:path>
                <a:path w="1377950" h="147955">
                  <a:moveTo>
                    <a:pt x="555754" y="84043"/>
                  </a:moveTo>
                  <a:lnTo>
                    <a:pt x="529095" y="84043"/>
                  </a:lnTo>
                  <a:lnTo>
                    <a:pt x="529095" y="145543"/>
                  </a:lnTo>
                  <a:lnTo>
                    <a:pt x="555754" y="145543"/>
                  </a:lnTo>
                  <a:lnTo>
                    <a:pt x="555754" y="84043"/>
                  </a:lnTo>
                  <a:close/>
                </a:path>
                <a:path w="1377950" h="147955">
                  <a:moveTo>
                    <a:pt x="555754" y="2042"/>
                  </a:moveTo>
                  <a:lnTo>
                    <a:pt x="529095" y="2042"/>
                  </a:lnTo>
                  <a:lnTo>
                    <a:pt x="529095" y="61291"/>
                  </a:lnTo>
                  <a:lnTo>
                    <a:pt x="555754" y="61291"/>
                  </a:lnTo>
                  <a:lnTo>
                    <a:pt x="555754" y="2042"/>
                  </a:lnTo>
                  <a:close/>
                </a:path>
                <a:path w="1377950" h="147955">
                  <a:moveTo>
                    <a:pt x="616223" y="2042"/>
                  </a:moveTo>
                  <a:lnTo>
                    <a:pt x="594295" y="2042"/>
                  </a:lnTo>
                  <a:lnTo>
                    <a:pt x="594295" y="145543"/>
                  </a:lnTo>
                  <a:lnTo>
                    <a:pt x="620725" y="145543"/>
                  </a:lnTo>
                  <a:lnTo>
                    <a:pt x="620725" y="48379"/>
                  </a:lnTo>
                  <a:lnTo>
                    <a:pt x="653952" y="48379"/>
                  </a:lnTo>
                  <a:lnTo>
                    <a:pt x="616223" y="2042"/>
                  </a:lnTo>
                  <a:close/>
                </a:path>
                <a:path w="1377950" h="147955">
                  <a:moveTo>
                    <a:pt x="653952" y="48379"/>
                  </a:moveTo>
                  <a:lnTo>
                    <a:pt x="620725" y="48379"/>
                  </a:lnTo>
                  <a:lnTo>
                    <a:pt x="699860" y="145543"/>
                  </a:lnTo>
                  <a:lnTo>
                    <a:pt x="721798" y="145543"/>
                  </a:lnTo>
                  <a:lnTo>
                    <a:pt x="721798" y="99217"/>
                  </a:lnTo>
                  <a:lnTo>
                    <a:pt x="695347" y="99217"/>
                  </a:lnTo>
                  <a:lnTo>
                    <a:pt x="653952" y="48379"/>
                  </a:lnTo>
                  <a:close/>
                </a:path>
                <a:path w="1377950" h="147955">
                  <a:moveTo>
                    <a:pt x="721798" y="2042"/>
                  </a:moveTo>
                  <a:lnTo>
                    <a:pt x="695347" y="2042"/>
                  </a:lnTo>
                  <a:lnTo>
                    <a:pt x="695347" y="99217"/>
                  </a:lnTo>
                  <a:lnTo>
                    <a:pt x="721798" y="99217"/>
                  </a:lnTo>
                  <a:lnTo>
                    <a:pt x="721798" y="2042"/>
                  </a:lnTo>
                  <a:close/>
                </a:path>
                <a:path w="1377950" h="147955">
                  <a:moveTo>
                    <a:pt x="786988" y="2042"/>
                  </a:moveTo>
                  <a:lnTo>
                    <a:pt x="760339" y="2042"/>
                  </a:lnTo>
                  <a:lnTo>
                    <a:pt x="760339" y="145543"/>
                  </a:lnTo>
                  <a:lnTo>
                    <a:pt x="786988" y="145543"/>
                  </a:lnTo>
                  <a:lnTo>
                    <a:pt x="786988" y="2042"/>
                  </a:lnTo>
                  <a:close/>
                </a:path>
                <a:path w="1377950" h="147955">
                  <a:moveTo>
                    <a:pt x="822861" y="109671"/>
                  </a:moveTo>
                  <a:lnTo>
                    <a:pt x="813637" y="130379"/>
                  </a:lnTo>
                  <a:lnTo>
                    <a:pt x="818550" y="134080"/>
                  </a:lnTo>
                  <a:lnTo>
                    <a:pt x="824269" y="137397"/>
                  </a:lnTo>
                  <a:lnTo>
                    <a:pt x="861982" y="147301"/>
                  </a:lnTo>
                  <a:lnTo>
                    <a:pt x="870218" y="147596"/>
                  </a:lnTo>
                  <a:lnTo>
                    <a:pt x="879287" y="147237"/>
                  </a:lnTo>
                  <a:lnTo>
                    <a:pt x="917472" y="132901"/>
                  </a:lnTo>
                  <a:lnTo>
                    <a:pt x="922457" y="125460"/>
                  </a:lnTo>
                  <a:lnTo>
                    <a:pt x="870218" y="125460"/>
                  </a:lnTo>
                  <a:lnTo>
                    <a:pt x="863768" y="125184"/>
                  </a:lnTo>
                  <a:lnTo>
                    <a:pt x="828728" y="114319"/>
                  </a:lnTo>
                  <a:lnTo>
                    <a:pt x="822861" y="109671"/>
                  </a:lnTo>
                  <a:close/>
                </a:path>
                <a:path w="1377950" h="147955">
                  <a:moveTo>
                    <a:pt x="874523" y="0"/>
                  </a:moveTo>
                  <a:lnTo>
                    <a:pt x="833960" y="9567"/>
                  </a:lnTo>
                  <a:lnTo>
                    <a:pt x="816712" y="34913"/>
                  </a:lnTo>
                  <a:lnTo>
                    <a:pt x="816712" y="52266"/>
                  </a:lnTo>
                  <a:lnTo>
                    <a:pt x="846876" y="79434"/>
                  </a:lnTo>
                  <a:lnTo>
                    <a:pt x="875742" y="87190"/>
                  </a:lnTo>
                  <a:lnTo>
                    <a:pt x="881901" y="88899"/>
                  </a:lnTo>
                  <a:lnTo>
                    <a:pt x="890917" y="91911"/>
                  </a:lnTo>
                  <a:lnTo>
                    <a:pt x="894637" y="93985"/>
                  </a:lnTo>
                  <a:lnTo>
                    <a:pt x="900515" y="99311"/>
                  </a:lnTo>
                  <a:lnTo>
                    <a:pt x="901995" y="102698"/>
                  </a:lnTo>
                  <a:lnTo>
                    <a:pt x="901995" y="112401"/>
                  </a:lnTo>
                  <a:lnTo>
                    <a:pt x="899358" y="116914"/>
                  </a:lnTo>
                  <a:lnTo>
                    <a:pt x="888832" y="123751"/>
                  </a:lnTo>
                  <a:lnTo>
                    <a:pt x="880880" y="125460"/>
                  </a:lnTo>
                  <a:lnTo>
                    <a:pt x="922457" y="125460"/>
                  </a:lnTo>
                  <a:lnTo>
                    <a:pt x="926080" y="120051"/>
                  </a:lnTo>
                  <a:lnTo>
                    <a:pt x="928227" y="112881"/>
                  </a:lnTo>
                  <a:lnTo>
                    <a:pt x="928227" y="95663"/>
                  </a:lnTo>
                  <a:lnTo>
                    <a:pt x="897938" y="68638"/>
                  </a:lnTo>
                  <a:lnTo>
                    <a:pt x="869395" y="61021"/>
                  </a:lnTo>
                  <a:lnTo>
                    <a:pt x="863236" y="59311"/>
                  </a:lnTo>
                  <a:lnTo>
                    <a:pt x="854221" y="56299"/>
                  </a:lnTo>
                  <a:lnTo>
                    <a:pt x="850500" y="54246"/>
                  </a:lnTo>
                  <a:lnTo>
                    <a:pt x="844622" y="49056"/>
                  </a:lnTo>
                  <a:lnTo>
                    <a:pt x="843152" y="45711"/>
                  </a:lnTo>
                  <a:lnTo>
                    <a:pt x="843152" y="35737"/>
                  </a:lnTo>
                  <a:lnTo>
                    <a:pt x="845716" y="31026"/>
                  </a:lnTo>
                  <a:lnTo>
                    <a:pt x="855971" y="23918"/>
                  </a:lnTo>
                  <a:lnTo>
                    <a:pt x="863788" y="22136"/>
                  </a:lnTo>
                  <a:lnTo>
                    <a:pt x="918456" y="22136"/>
                  </a:lnTo>
                  <a:lnTo>
                    <a:pt x="922287" y="12704"/>
                  </a:lnTo>
                  <a:lnTo>
                    <a:pt x="881051" y="205"/>
                  </a:lnTo>
                  <a:lnTo>
                    <a:pt x="874523" y="0"/>
                  </a:lnTo>
                  <a:close/>
                </a:path>
                <a:path w="1377950" h="147955">
                  <a:moveTo>
                    <a:pt x="918456" y="22136"/>
                  </a:moveTo>
                  <a:lnTo>
                    <a:pt x="880734" y="22136"/>
                  </a:lnTo>
                  <a:lnTo>
                    <a:pt x="887363" y="23095"/>
                  </a:lnTo>
                  <a:lnTo>
                    <a:pt x="901036" y="26920"/>
                  </a:lnTo>
                  <a:lnTo>
                    <a:pt x="907592" y="29723"/>
                  </a:lnTo>
                  <a:lnTo>
                    <a:pt x="913876" y="33413"/>
                  </a:lnTo>
                  <a:lnTo>
                    <a:pt x="918456" y="22136"/>
                  </a:lnTo>
                  <a:close/>
                </a:path>
                <a:path w="1377950" h="147955">
                  <a:moveTo>
                    <a:pt x="1021296" y="0"/>
                  </a:moveTo>
                  <a:lnTo>
                    <a:pt x="981969" y="9568"/>
                  </a:lnTo>
                  <a:lnTo>
                    <a:pt x="950069" y="44545"/>
                  </a:lnTo>
                  <a:lnTo>
                    <a:pt x="944423" y="73798"/>
                  </a:lnTo>
                  <a:lnTo>
                    <a:pt x="945043" y="84084"/>
                  </a:lnTo>
                  <a:lnTo>
                    <a:pt x="959812" y="119673"/>
                  </a:lnTo>
                  <a:lnTo>
                    <a:pt x="990864" y="142232"/>
                  </a:lnTo>
                  <a:lnTo>
                    <a:pt x="1021088" y="147596"/>
                  </a:lnTo>
                  <a:lnTo>
                    <a:pt x="1029717" y="147212"/>
                  </a:lnTo>
                  <a:lnTo>
                    <a:pt x="1066882" y="133911"/>
                  </a:lnTo>
                  <a:lnTo>
                    <a:pt x="1077491" y="124220"/>
                  </a:lnTo>
                  <a:lnTo>
                    <a:pt x="1022526" y="124220"/>
                  </a:lnTo>
                  <a:lnTo>
                    <a:pt x="1015339" y="123817"/>
                  </a:lnTo>
                  <a:lnTo>
                    <a:pt x="981435" y="105257"/>
                  </a:lnTo>
                  <a:lnTo>
                    <a:pt x="971281" y="73798"/>
                  </a:lnTo>
                  <a:lnTo>
                    <a:pt x="971690" y="66712"/>
                  </a:lnTo>
                  <a:lnTo>
                    <a:pt x="990564" y="33361"/>
                  </a:lnTo>
                  <a:lnTo>
                    <a:pt x="1022526" y="23366"/>
                  </a:lnTo>
                  <a:lnTo>
                    <a:pt x="1077482" y="23366"/>
                  </a:lnTo>
                  <a:lnTo>
                    <a:pt x="1072774" y="18486"/>
                  </a:lnTo>
                  <a:lnTo>
                    <a:pt x="1038155" y="1534"/>
                  </a:lnTo>
                  <a:lnTo>
                    <a:pt x="1029916" y="383"/>
                  </a:lnTo>
                  <a:lnTo>
                    <a:pt x="1021296" y="0"/>
                  </a:lnTo>
                  <a:close/>
                </a:path>
                <a:path w="1377950" h="147955">
                  <a:moveTo>
                    <a:pt x="1060858" y="107211"/>
                  </a:moveTo>
                  <a:lnTo>
                    <a:pt x="1052622" y="114652"/>
                  </a:lnTo>
                  <a:lnTo>
                    <a:pt x="1043486" y="119968"/>
                  </a:lnTo>
                  <a:lnTo>
                    <a:pt x="1033453" y="123157"/>
                  </a:lnTo>
                  <a:lnTo>
                    <a:pt x="1022526" y="124220"/>
                  </a:lnTo>
                  <a:lnTo>
                    <a:pt x="1077491" y="124220"/>
                  </a:lnTo>
                  <a:lnTo>
                    <a:pt x="1078075" y="123615"/>
                  </a:lnTo>
                  <a:lnTo>
                    <a:pt x="1060858" y="107211"/>
                  </a:lnTo>
                  <a:close/>
                </a:path>
                <a:path w="1377950" h="147955">
                  <a:moveTo>
                    <a:pt x="1077482" y="23366"/>
                  </a:moveTo>
                  <a:lnTo>
                    <a:pt x="1022526" y="23366"/>
                  </a:lnTo>
                  <a:lnTo>
                    <a:pt x="1033453" y="24417"/>
                  </a:lnTo>
                  <a:lnTo>
                    <a:pt x="1043486" y="27570"/>
                  </a:lnTo>
                  <a:lnTo>
                    <a:pt x="1052622" y="32823"/>
                  </a:lnTo>
                  <a:lnTo>
                    <a:pt x="1060858" y="40176"/>
                  </a:lnTo>
                  <a:lnTo>
                    <a:pt x="1078075" y="23981"/>
                  </a:lnTo>
                  <a:lnTo>
                    <a:pt x="1077482" y="23366"/>
                  </a:lnTo>
                  <a:close/>
                </a:path>
                <a:path w="1377950" h="147955">
                  <a:moveTo>
                    <a:pt x="1130352" y="2042"/>
                  </a:moveTo>
                  <a:lnTo>
                    <a:pt x="1103703" y="2042"/>
                  </a:lnTo>
                  <a:lnTo>
                    <a:pt x="1103703" y="145543"/>
                  </a:lnTo>
                  <a:lnTo>
                    <a:pt x="1130352" y="145543"/>
                  </a:lnTo>
                  <a:lnTo>
                    <a:pt x="1130352" y="84043"/>
                  </a:lnTo>
                  <a:lnTo>
                    <a:pt x="1231217" y="84043"/>
                  </a:lnTo>
                  <a:lnTo>
                    <a:pt x="1231217" y="61291"/>
                  </a:lnTo>
                  <a:lnTo>
                    <a:pt x="1130352" y="61291"/>
                  </a:lnTo>
                  <a:lnTo>
                    <a:pt x="1130352" y="2042"/>
                  </a:lnTo>
                  <a:close/>
                </a:path>
                <a:path w="1377950" h="147955">
                  <a:moveTo>
                    <a:pt x="1231217" y="84043"/>
                  </a:moveTo>
                  <a:lnTo>
                    <a:pt x="1204557" y="84043"/>
                  </a:lnTo>
                  <a:lnTo>
                    <a:pt x="1204557" y="145543"/>
                  </a:lnTo>
                  <a:lnTo>
                    <a:pt x="1231217" y="145543"/>
                  </a:lnTo>
                  <a:lnTo>
                    <a:pt x="1231217" y="84043"/>
                  </a:lnTo>
                  <a:close/>
                </a:path>
                <a:path w="1377950" h="147955">
                  <a:moveTo>
                    <a:pt x="1231217" y="2042"/>
                  </a:moveTo>
                  <a:lnTo>
                    <a:pt x="1204557" y="2042"/>
                  </a:lnTo>
                  <a:lnTo>
                    <a:pt x="1204557" y="61291"/>
                  </a:lnTo>
                  <a:lnTo>
                    <a:pt x="1231217" y="61291"/>
                  </a:lnTo>
                  <a:lnTo>
                    <a:pt x="1231217" y="2042"/>
                  </a:lnTo>
                  <a:close/>
                </a:path>
                <a:path w="1377950" h="147955">
                  <a:moveTo>
                    <a:pt x="1374499" y="2042"/>
                  </a:moveTo>
                  <a:lnTo>
                    <a:pt x="1269747" y="2042"/>
                  </a:lnTo>
                  <a:lnTo>
                    <a:pt x="1269747" y="145543"/>
                  </a:lnTo>
                  <a:lnTo>
                    <a:pt x="1377375" y="145543"/>
                  </a:lnTo>
                  <a:lnTo>
                    <a:pt x="1377375" y="123198"/>
                  </a:lnTo>
                  <a:lnTo>
                    <a:pt x="1296407" y="123198"/>
                  </a:lnTo>
                  <a:lnTo>
                    <a:pt x="1296407" y="83636"/>
                  </a:lnTo>
                  <a:lnTo>
                    <a:pt x="1365692" y="83636"/>
                  </a:lnTo>
                  <a:lnTo>
                    <a:pt x="1365692" y="61698"/>
                  </a:lnTo>
                  <a:lnTo>
                    <a:pt x="1296407" y="61698"/>
                  </a:lnTo>
                  <a:lnTo>
                    <a:pt x="1296407" y="24387"/>
                  </a:lnTo>
                  <a:lnTo>
                    <a:pt x="1374499" y="24387"/>
                  </a:lnTo>
                  <a:lnTo>
                    <a:pt x="1374499" y="20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bg object 19">
              <a:extLst>
                <a:ext uri="{FF2B5EF4-FFF2-40B4-BE49-F238E27FC236}">
                  <a16:creationId xmlns:a16="http://schemas.microsoft.com/office/drawing/2014/main" id="{F83C0053-D8D2-EF85-7D81-685999CAA8AF}"/>
                </a:ext>
              </a:extLst>
            </p:cNvPr>
            <p:cNvSpPr/>
            <p:nvPr/>
          </p:nvSpPr>
          <p:spPr>
            <a:xfrm>
              <a:off x="1681099" y="942733"/>
              <a:ext cx="2425065" cy="147955"/>
            </a:xfrm>
            <a:custGeom>
              <a:avLst/>
              <a:gdLst/>
              <a:ahLst/>
              <a:cxnLst/>
              <a:rect l="l" t="t" r="r" b="b"/>
              <a:pathLst>
                <a:path w="2425065" h="147955">
                  <a:moveTo>
                    <a:pt x="127508" y="97599"/>
                  </a:moveTo>
                  <a:lnTo>
                    <a:pt x="125183" y="90030"/>
                  </a:lnTo>
                  <a:lnTo>
                    <a:pt x="120002" y="83248"/>
                  </a:lnTo>
                  <a:lnTo>
                    <a:pt x="115900" y="77863"/>
                  </a:lnTo>
                  <a:lnTo>
                    <a:pt x="109613" y="73533"/>
                  </a:lnTo>
                  <a:lnTo>
                    <a:pt x="101676" y="70942"/>
                  </a:lnTo>
                  <a:lnTo>
                    <a:pt x="107429" y="67919"/>
                  </a:lnTo>
                  <a:lnTo>
                    <a:pt x="111937" y="63677"/>
                  </a:lnTo>
                  <a:lnTo>
                    <a:pt x="112636" y="62522"/>
                  </a:lnTo>
                  <a:lnTo>
                    <a:pt x="118491" y="52768"/>
                  </a:lnTo>
                  <a:lnTo>
                    <a:pt x="120142" y="46469"/>
                  </a:lnTo>
                  <a:lnTo>
                    <a:pt x="120142" y="39370"/>
                  </a:lnTo>
                  <a:lnTo>
                    <a:pt x="119278" y="31127"/>
                  </a:lnTo>
                  <a:lnTo>
                    <a:pt x="116700" y="23812"/>
                  </a:lnTo>
                  <a:lnTo>
                    <a:pt x="116128" y="22974"/>
                  </a:lnTo>
                  <a:lnTo>
                    <a:pt x="112407" y="17437"/>
                  </a:lnTo>
                  <a:lnTo>
                    <a:pt x="106387" y="11988"/>
                  </a:lnTo>
                  <a:lnTo>
                    <a:pt x="100660" y="8724"/>
                  </a:lnTo>
                  <a:lnTo>
                    <a:pt x="100660" y="103936"/>
                  </a:lnTo>
                  <a:lnTo>
                    <a:pt x="98729" y="112991"/>
                  </a:lnTo>
                  <a:lnTo>
                    <a:pt x="92925" y="119468"/>
                  </a:lnTo>
                  <a:lnTo>
                    <a:pt x="83248" y="123355"/>
                  </a:lnTo>
                  <a:lnTo>
                    <a:pt x="69710" y="124650"/>
                  </a:lnTo>
                  <a:lnTo>
                    <a:pt x="26657" y="124650"/>
                  </a:lnTo>
                  <a:lnTo>
                    <a:pt x="26657" y="83248"/>
                  </a:lnTo>
                  <a:lnTo>
                    <a:pt x="69710" y="83248"/>
                  </a:lnTo>
                  <a:lnTo>
                    <a:pt x="83248" y="84531"/>
                  </a:lnTo>
                  <a:lnTo>
                    <a:pt x="92925" y="88417"/>
                  </a:lnTo>
                  <a:lnTo>
                    <a:pt x="98729" y="94881"/>
                  </a:lnTo>
                  <a:lnTo>
                    <a:pt x="100660" y="103936"/>
                  </a:lnTo>
                  <a:lnTo>
                    <a:pt x="100660" y="8724"/>
                  </a:lnTo>
                  <a:lnTo>
                    <a:pt x="98793" y="7645"/>
                  </a:lnTo>
                  <a:lnTo>
                    <a:pt x="93281" y="5765"/>
                  </a:lnTo>
                  <a:lnTo>
                    <a:pt x="93281" y="36296"/>
                  </a:lnTo>
                  <a:lnTo>
                    <a:pt x="93281" y="49263"/>
                  </a:lnTo>
                  <a:lnTo>
                    <a:pt x="90779" y="54152"/>
                  </a:lnTo>
                  <a:lnTo>
                    <a:pt x="80810" y="60858"/>
                  </a:lnTo>
                  <a:lnTo>
                    <a:pt x="73672" y="62522"/>
                  </a:lnTo>
                  <a:lnTo>
                    <a:pt x="26657" y="62522"/>
                  </a:lnTo>
                  <a:lnTo>
                    <a:pt x="26657" y="22974"/>
                  </a:lnTo>
                  <a:lnTo>
                    <a:pt x="73672" y="22974"/>
                  </a:lnTo>
                  <a:lnTo>
                    <a:pt x="80810" y="24638"/>
                  </a:lnTo>
                  <a:lnTo>
                    <a:pt x="90779" y="31343"/>
                  </a:lnTo>
                  <a:lnTo>
                    <a:pt x="93281" y="36296"/>
                  </a:lnTo>
                  <a:lnTo>
                    <a:pt x="93281" y="5765"/>
                  </a:lnTo>
                  <a:lnTo>
                    <a:pt x="89738" y="4546"/>
                  </a:lnTo>
                  <a:lnTo>
                    <a:pt x="79222" y="2667"/>
                  </a:lnTo>
                  <a:lnTo>
                    <a:pt x="67246" y="2044"/>
                  </a:lnTo>
                  <a:lnTo>
                    <a:pt x="0" y="2044"/>
                  </a:lnTo>
                  <a:lnTo>
                    <a:pt x="0" y="145554"/>
                  </a:lnTo>
                  <a:lnTo>
                    <a:pt x="71348" y="145554"/>
                  </a:lnTo>
                  <a:lnTo>
                    <a:pt x="113169" y="135394"/>
                  </a:lnTo>
                  <a:lnTo>
                    <a:pt x="122897" y="124650"/>
                  </a:lnTo>
                  <a:lnTo>
                    <a:pt x="123926" y="123126"/>
                  </a:lnTo>
                  <a:lnTo>
                    <a:pt x="126606" y="115404"/>
                  </a:lnTo>
                  <a:lnTo>
                    <a:pt x="127508" y="106616"/>
                  </a:lnTo>
                  <a:lnTo>
                    <a:pt x="127508" y="97599"/>
                  </a:lnTo>
                  <a:close/>
                </a:path>
                <a:path w="2425065" h="147955">
                  <a:moveTo>
                    <a:pt x="280441" y="2044"/>
                  </a:moveTo>
                  <a:lnTo>
                    <a:pt x="254203" y="2044"/>
                  </a:lnTo>
                  <a:lnTo>
                    <a:pt x="254076" y="83032"/>
                  </a:lnTo>
                  <a:lnTo>
                    <a:pt x="251929" y="100482"/>
                  </a:lnTo>
                  <a:lnTo>
                    <a:pt x="245122" y="113665"/>
                  </a:lnTo>
                  <a:lnTo>
                    <a:pt x="233794" y="121589"/>
                  </a:lnTo>
                  <a:lnTo>
                    <a:pt x="217919" y="124218"/>
                  </a:lnTo>
                  <a:lnTo>
                    <a:pt x="201955" y="121589"/>
                  </a:lnTo>
                  <a:lnTo>
                    <a:pt x="190550" y="113665"/>
                  </a:lnTo>
                  <a:lnTo>
                    <a:pt x="183705" y="100482"/>
                  </a:lnTo>
                  <a:lnTo>
                    <a:pt x="181432" y="82003"/>
                  </a:lnTo>
                  <a:lnTo>
                    <a:pt x="181432" y="2044"/>
                  </a:lnTo>
                  <a:lnTo>
                    <a:pt x="154774" y="2044"/>
                  </a:lnTo>
                  <a:lnTo>
                    <a:pt x="154774" y="83032"/>
                  </a:lnTo>
                  <a:lnTo>
                    <a:pt x="155816" y="97713"/>
                  </a:lnTo>
                  <a:lnTo>
                    <a:pt x="180505" y="138201"/>
                  </a:lnTo>
                  <a:lnTo>
                    <a:pt x="217703" y="147599"/>
                  </a:lnTo>
                  <a:lnTo>
                    <a:pt x="231749" y="146558"/>
                  </a:lnTo>
                  <a:lnTo>
                    <a:pt x="269138" y="124218"/>
                  </a:lnTo>
                  <a:lnTo>
                    <a:pt x="280441" y="83032"/>
                  </a:lnTo>
                  <a:lnTo>
                    <a:pt x="280441" y="2044"/>
                  </a:lnTo>
                  <a:close/>
                </a:path>
                <a:path w="2425065" h="147955">
                  <a:moveTo>
                    <a:pt x="445249" y="2044"/>
                  </a:moveTo>
                  <a:lnTo>
                    <a:pt x="418807" y="2044"/>
                  </a:lnTo>
                  <a:lnTo>
                    <a:pt x="418807" y="99212"/>
                  </a:lnTo>
                  <a:lnTo>
                    <a:pt x="377418" y="48387"/>
                  </a:lnTo>
                  <a:lnTo>
                    <a:pt x="339674" y="2044"/>
                  </a:lnTo>
                  <a:lnTo>
                    <a:pt x="317754" y="2044"/>
                  </a:lnTo>
                  <a:lnTo>
                    <a:pt x="317754" y="145554"/>
                  </a:lnTo>
                  <a:lnTo>
                    <a:pt x="344195" y="145554"/>
                  </a:lnTo>
                  <a:lnTo>
                    <a:pt x="344195" y="48387"/>
                  </a:lnTo>
                  <a:lnTo>
                    <a:pt x="423316" y="145554"/>
                  </a:lnTo>
                  <a:lnTo>
                    <a:pt x="445249" y="145554"/>
                  </a:lnTo>
                  <a:lnTo>
                    <a:pt x="445249" y="99212"/>
                  </a:lnTo>
                  <a:lnTo>
                    <a:pt x="445249" y="2044"/>
                  </a:lnTo>
                  <a:close/>
                </a:path>
                <a:path w="2425065" h="147955">
                  <a:moveTo>
                    <a:pt x="624827" y="73799"/>
                  </a:moveTo>
                  <a:lnTo>
                    <a:pt x="614997" y="36195"/>
                  </a:lnTo>
                  <a:lnTo>
                    <a:pt x="597979" y="17678"/>
                  </a:lnTo>
                  <a:lnTo>
                    <a:pt x="597979" y="73799"/>
                  </a:lnTo>
                  <a:lnTo>
                    <a:pt x="597573" y="80962"/>
                  </a:lnTo>
                  <a:lnTo>
                    <a:pt x="573074" y="116954"/>
                  </a:lnTo>
                  <a:lnTo>
                    <a:pt x="545299" y="122999"/>
                  </a:lnTo>
                  <a:lnTo>
                    <a:pt x="510438" y="122999"/>
                  </a:lnTo>
                  <a:lnTo>
                    <a:pt x="510438" y="24625"/>
                  </a:lnTo>
                  <a:lnTo>
                    <a:pt x="545299" y="24625"/>
                  </a:lnTo>
                  <a:lnTo>
                    <a:pt x="587209" y="40424"/>
                  </a:lnTo>
                  <a:lnTo>
                    <a:pt x="597979" y="73799"/>
                  </a:lnTo>
                  <a:lnTo>
                    <a:pt x="597979" y="17678"/>
                  </a:lnTo>
                  <a:lnTo>
                    <a:pt x="557682" y="2603"/>
                  </a:lnTo>
                  <a:lnTo>
                    <a:pt x="546519" y="2044"/>
                  </a:lnTo>
                  <a:lnTo>
                    <a:pt x="483793" y="2044"/>
                  </a:lnTo>
                  <a:lnTo>
                    <a:pt x="483793" y="145554"/>
                  </a:lnTo>
                  <a:lnTo>
                    <a:pt x="546519" y="145554"/>
                  </a:lnTo>
                  <a:lnTo>
                    <a:pt x="587311" y="136639"/>
                  </a:lnTo>
                  <a:lnTo>
                    <a:pt x="619302" y="102958"/>
                  </a:lnTo>
                  <a:lnTo>
                    <a:pt x="624217" y="84150"/>
                  </a:lnTo>
                  <a:lnTo>
                    <a:pt x="624827" y="73799"/>
                  </a:lnTo>
                  <a:close/>
                </a:path>
                <a:path w="2425065" h="147955">
                  <a:moveTo>
                    <a:pt x="760742" y="123215"/>
                  </a:moveTo>
                  <a:lnTo>
                    <a:pt x="679767" y="123215"/>
                  </a:lnTo>
                  <a:lnTo>
                    <a:pt x="679767" y="83642"/>
                  </a:lnTo>
                  <a:lnTo>
                    <a:pt x="749071" y="83642"/>
                  </a:lnTo>
                  <a:lnTo>
                    <a:pt x="749071" y="61696"/>
                  </a:lnTo>
                  <a:lnTo>
                    <a:pt x="679767" y="61696"/>
                  </a:lnTo>
                  <a:lnTo>
                    <a:pt x="679767" y="24396"/>
                  </a:lnTo>
                  <a:lnTo>
                    <a:pt x="757872" y="24396"/>
                  </a:lnTo>
                  <a:lnTo>
                    <a:pt x="757872" y="2044"/>
                  </a:lnTo>
                  <a:lnTo>
                    <a:pt x="653122" y="2044"/>
                  </a:lnTo>
                  <a:lnTo>
                    <a:pt x="653122" y="145554"/>
                  </a:lnTo>
                  <a:lnTo>
                    <a:pt x="760742" y="145554"/>
                  </a:lnTo>
                  <a:lnTo>
                    <a:pt x="760742" y="123215"/>
                  </a:lnTo>
                  <a:close/>
                </a:path>
                <a:path w="2425065" h="147955">
                  <a:moveTo>
                    <a:pt x="892975" y="95681"/>
                  </a:moveTo>
                  <a:lnTo>
                    <a:pt x="862685" y="68643"/>
                  </a:lnTo>
                  <a:lnTo>
                    <a:pt x="834136" y="61036"/>
                  </a:lnTo>
                  <a:lnTo>
                    <a:pt x="827976" y="59321"/>
                  </a:lnTo>
                  <a:lnTo>
                    <a:pt x="818972" y="56311"/>
                  </a:lnTo>
                  <a:lnTo>
                    <a:pt x="815238" y="54267"/>
                  </a:lnTo>
                  <a:lnTo>
                    <a:pt x="809371" y="49060"/>
                  </a:lnTo>
                  <a:lnTo>
                    <a:pt x="807885" y="45720"/>
                  </a:lnTo>
                  <a:lnTo>
                    <a:pt x="807885" y="35737"/>
                  </a:lnTo>
                  <a:lnTo>
                    <a:pt x="810450" y="31026"/>
                  </a:lnTo>
                  <a:lnTo>
                    <a:pt x="820712" y="23926"/>
                  </a:lnTo>
                  <a:lnTo>
                    <a:pt x="828535" y="22148"/>
                  </a:lnTo>
                  <a:lnTo>
                    <a:pt x="845464" y="22148"/>
                  </a:lnTo>
                  <a:lnTo>
                    <a:pt x="852093" y="23101"/>
                  </a:lnTo>
                  <a:lnTo>
                    <a:pt x="865771" y="26936"/>
                  </a:lnTo>
                  <a:lnTo>
                    <a:pt x="872324" y="29743"/>
                  </a:lnTo>
                  <a:lnTo>
                    <a:pt x="878624" y="33426"/>
                  </a:lnTo>
                  <a:lnTo>
                    <a:pt x="883196" y="22148"/>
                  </a:lnTo>
                  <a:lnTo>
                    <a:pt x="845794" y="203"/>
                  </a:lnTo>
                  <a:lnTo>
                    <a:pt x="839254" y="0"/>
                  </a:lnTo>
                  <a:lnTo>
                    <a:pt x="830199" y="368"/>
                  </a:lnTo>
                  <a:lnTo>
                    <a:pt x="792213" y="14732"/>
                  </a:lnTo>
                  <a:lnTo>
                    <a:pt x="781456" y="34912"/>
                  </a:lnTo>
                  <a:lnTo>
                    <a:pt x="781456" y="52285"/>
                  </a:lnTo>
                  <a:lnTo>
                    <a:pt x="811618" y="79451"/>
                  </a:lnTo>
                  <a:lnTo>
                    <a:pt x="840486" y="87210"/>
                  </a:lnTo>
                  <a:lnTo>
                    <a:pt x="846632" y="88912"/>
                  </a:lnTo>
                  <a:lnTo>
                    <a:pt x="855662" y="91922"/>
                  </a:lnTo>
                  <a:lnTo>
                    <a:pt x="859383" y="93992"/>
                  </a:lnTo>
                  <a:lnTo>
                    <a:pt x="865263" y="99326"/>
                  </a:lnTo>
                  <a:lnTo>
                    <a:pt x="866736" y="102717"/>
                  </a:lnTo>
                  <a:lnTo>
                    <a:pt x="866736" y="112407"/>
                  </a:lnTo>
                  <a:lnTo>
                    <a:pt x="864095" y="116916"/>
                  </a:lnTo>
                  <a:lnTo>
                    <a:pt x="853579" y="123761"/>
                  </a:lnTo>
                  <a:lnTo>
                    <a:pt x="845616" y="125476"/>
                  </a:lnTo>
                  <a:lnTo>
                    <a:pt x="834948" y="125476"/>
                  </a:lnTo>
                  <a:lnTo>
                    <a:pt x="793470" y="114325"/>
                  </a:lnTo>
                  <a:lnTo>
                    <a:pt x="787603" y="109689"/>
                  </a:lnTo>
                  <a:lnTo>
                    <a:pt x="778370" y="130378"/>
                  </a:lnTo>
                  <a:lnTo>
                    <a:pt x="818629" y="146431"/>
                  </a:lnTo>
                  <a:lnTo>
                    <a:pt x="834948" y="147599"/>
                  </a:lnTo>
                  <a:lnTo>
                    <a:pt x="844029" y="147243"/>
                  </a:lnTo>
                  <a:lnTo>
                    <a:pt x="882205" y="132918"/>
                  </a:lnTo>
                  <a:lnTo>
                    <a:pt x="892975" y="112890"/>
                  </a:lnTo>
                  <a:lnTo>
                    <a:pt x="892975" y="95681"/>
                  </a:lnTo>
                  <a:close/>
                </a:path>
                <a:path w="2425065" h="147955">
                  <a:moveTo>
                    <a:pt x="1021105" y="122999"/>
                  </a:moveTo>
                  <a:lnTo>
                    <a:pt x="946061" y="122999"/>
                  </a:lnTo>
                  <a:lnTo>
                    <a:pt x="946061" y="2044"/>
                  </a:lnTo>
                  <a:lnTo>
                    <a:pt x="919416" y="2044"/>
                  </a:lnTo>
                  <a:lnTo>
                    <a:pt x="919416" y="145554"/>
                  </a:lnTo>
                  <a:lnTo>
                    <a:pt x="1021105" y="145554"/>
                  </a:lnTo>
                  <a:lnTo>
                    <a:pt x="1021105" y="122999"/>
                  </a:lnTo>
                  <a:close/>
                </a:path>
                <a:path w="2425065" h="147955">
                  <a:moveTo>
                    <a:pt x="1149832" y="123215"/>
                  </a:moveTo>
                  <a:lnTo>
                    <a:pt x="1068857" y="123215"/>
                  </a:lnTo>
                  <a:lnTo>
                    <a:pt x="1068857" y="83642"/>
                  </a:lnTo>
                  <a:lnTo>
                    <a:pt x="1138148" y="83642"/>
                  </a:lnTo>
                  <a:lnTo>
                    <a:pt x="1138148" y="61696"/>
                  </a:lnTo>
                  <a:lnTo>
                    <a:pt x="1068857" y="61696"/>
                  </a:lnTo>
                  <a:lnTo>
                    <a:pt x="1068857" y="24396"/>
                  </a:lnTo>
                  <a:lnTo>
                    <a:pt x="1146975" y="24396"/>
                  </a:lnTo>
                  <a:lnTo>
                    <a:pt x="1146975" y="2044"/>
                  </a:lnTo>
                  <a:lnTo>
                    <a:pt x="1042200" y="2044"/>
                  </a:lnTo>
                  <a:lnTo>
                    <a:pt x="1042200" y="145554"/>
                  </a:lnTo>
                  <a:lnTo>
                    <a:pt x="1149832" y="145554"/>
                  </a:lnTo>
                  <a:lnTo>
                    <a:pt x="1149832" y="123215"/>
                  </a:lnTo>
                  <a:close/>
                </a:path>
                <a:path w="2425065" h="147955">
                  <a:moveTo>
                    <a:pt x="1307071" y="2044"/>
                  </a:moveTo>
                  <a:lnTo>
                    <a:pt x="1280414" y="2044"/>
                  </a:lnTo>
                  <a:lnTo>
                    <a:pt x="1280414" y="61302"/>
                  </a:lnTo>
                  <a:lnTo>
                    <a:pt x="1206195" y="61302"/>
                  </a:lnTo>
                  <a:lnTo>
                    <a:pt x="1206195" y="2044"/>
                  </a:lnTo>
                  <a:lnTo>
                    <a:pt x="1179563" y="2044"/>
                  </a:lnTo>
                  <a:lnTo>
                    <a:pt x="1179563" y="145554"/>
                  </a:lnTo>
                  <a:lnTo>
                    <a:pt x="1206195" y="145554"/>
                  </a:lnTo>
                  <a:lnTo>
                    <a:pt x="1206195" y="84074"/>
                  </a:lnTo>
                  <a:lnTo>
                    <a:pt x="1280414" y="84074"/>
                  </a:lnTo>
                  <a:lnTo>
                    <a:pt x="1280414" y="145554"/>
                  </a:lnTo>
                  <a:lnTo>
                    <a:pt x="1307071" y="145554"/>
                  </a:lnTo>
                  <a:lnTo>
                    <a:pt x="1307071" y="84074"/>
                  </a:lnTo>
                  <a:lnTo>
                    <a:pt x="1307071" y="61302"/>
                  </a:lnTo>
                  <a:lnTo>
                    <a:pt x="1307071" y="2044"/>
                  </a:lnTo>
                  <a:close/>
                </a:path>
                <a:path w="2425065" h="147955">
                  <a:moveTo>
                    <a:pt x="1468196" y="145554"/>
                  </a:moveTo>
                  <a:lnTo>
                    <a:pt x="1438770" y="103530"/>
                  </a:lnTo>
                  <a:lnTo>
                    <a:pt x="1435188" y="98425"/>
                  </a:lnTo>
                  <a:lnTo>
                    <a:pt x="1442135" y="95173"/>
                  </a:lnTo>
                  <a:lnTo>
                    <a:pt x="1448231" y="91186"/>
                  </a:lnTo>
                  <a:lnTo>
                    <a:pt x="1453464" y="86448"/>
                  </a:lnTo>
                  <a:lnTo>
                    <a:pt x="1457172" y="81800"/>
                  </a:lnTo>
                  <a:lnTo>
                    <a:pt x="1457833" y="80987"/>
                  </a:lnTo>
                  <a:lnTo>
                    <a:pt x="1461287" y="74853"/>
                  </a:lnTo>
                  <a:lnTo>
                    <a:pt x="1463763" y="68173"/>
                  </a:lnTo>
                  <a:lnTo>
                    <a:pt x="1465237" y="60921"/>
                  </a:lnTo>
                  <a:lnTo>
                    <a:pt x="1465732" y="53098"/>
                  </a:lnTo>
                  <a:lnTo>
                    <a:pt x="1465275" y="45478"/>
                  </a:lnTo>
                  <a:lnTo>
                    <a:pt x="1463890" y="38392"/>
                  </a:lnTo>
                  <a:lnTo>
                    <a:pt x="1461579" y="31851"/>
                  </a:lnTo>
                  <a:lnTo>
                    <a:pt x="1458353" y="25844"/>
                  </a:lnTo>
                  <a:lnTo>
                    <a:pt x="1457426" y="24625"/>
                  </a:lnTo>
                  <a:lnTo>
                    <a:pt x="1454251" y="20434"/>
                  </a:lnTo>
                  <a:lnTo>
                    <a:pt x="1449362" y="15697"/>
                  </a:lnTo>
                  <a:lnTo>
                    <a:pt x="1443647" y="11620"/>
                  </a:lnTo>
                  <a:lnTo>
                    <a:pt x="1438884" y="9131"/>
                  </a:lnTo>
                  <a:lnTo>
                    <a:pt x="1438884" y="43942"/>
                  </a:lnTo>
                  <a:lnTo>
                    <a:pt x="1438884" y="62255"/>
                  </a:lnTo>
                  <a:lnTo>
                    <a:pt x="1403413" y="81800"/>
                  </a:lnTo>
                  <a:lnTo>
                    <a:pt x="1372260" y="81800"/>
                  </a:lnTo>
                  <a:lnTo>
                    <a:pt x="1372260" y="24625"/>
                  </a:lnTo>
                  <a:lnTo>
                    <a:pt x="1403413" y="24625"/>
                  </a:lnTo>
                  <a:lnTo>
                    <a:pt x="1438884" y="43942"/>
                  </a:lnTo>
                  <a:lnTo>
                    <a:pt x="1438884" y="9131"/>
                  </a:lnTo>
                  <a:lnTo>
                    <a:pt x="1404645" y="2044"/>
                  </a:lnTo>
                  <a:lnTo>
                    <a:pt x="1345603" y="2044"/>
                  </a:lnTo>
                  <a:lnTo>
                    <a:pt x="1345603" y="145554"/>
                  </a:lnTo>
                  <a:lnTo>
                    <a:pt x="1372260" y="145554"/>
                  </a:lnTo>
                  <a:lnTo>
                    <a:pt x="1372260" y="103746"/>
                  </a:lnTo>
                  <a:lnTo>
                    <a:pt x="1407109" y="103746"/>
                  </a:lnTo>
                  <a:lnTo>
                    <a:pt x="1408950" y="103657"/>
                  </a:lnTo>
                  <a:lnTo>
                    <a:pt x="1410182" y="103530"/>
                  </a:lnTo>
                  <a:lnTo>
                    <a:pt x="1439494" y="145554"/>
                  </a:lnTo>
                  <a:lnTo>
                    <a:pt x="1468196" y="145554"/>
                  </a:lnTo>
                  <a:close/>
                </a:path>
                <a:path w="2425065" h="147955">
                  <a:moveTo>
                    <a:pt x="1630743" y="145554"/>
                  </a:moveTo>
                  <a:lnTo>
                    <a:pt x="1615757" y="112344"/>
                  </a:lnTo>
                  <a:lnTo>
                    <a:pt x="1606321" y="91440"/>
                  </a:lnTo>
                  <a:lnTo>
                    <a:pt x="1579714" y="32473"/>
                  </a:lnTo>
                  <a:lnTo>
                    <a:pt x="1579714" y="91440"/>
                  </a:lnTo>
                  <a:lnTo>
                    <a:pt x="1525803" y="91440"/>
                  </a:lnTo>
                  <a:lnTo>
                    <a:pt x="1552651" y="28702"/>
                  </a:lnTo>
                  <a:lnTo>
                    <a:pt x="1579714" y="91440"/>
                  </a:lnTo>
                  <a:lnTo>
                    <a:pt x="1579714" y="32473"/>
                  </a:lnTo>
                  <a:lnTo>
                    <a:pt x="1578013" y="28702"/>
                  </a:lnTo>
                  <a:lnTo>
                    <a:pt x="1565973" y="2044"/>
                  </a:lnTo>
                  <a:lnTo>
                    <a:pt x="1539735" y="2044"/>
                  </a:lnTo>
                  <a:lnTo>
                    <a:pt x="1475155" y="145554"/>
                  </a:lnTo>
                  <a:lnTo>
                    <a:pt x="1502625" y="145554"/>
                  </a:lnTo>
                  <a:lnTo>
                    <a:pt x="1516773" y="112344"/>
                  </a:lnTo>
                  <a:lnTo>
                    <a:pt x="1588516" y="112344"/>
                  </a:lnTo>
                  <a:lnTo>
                    <a:pt x="1602867" y="145554"/>
                  </a:lnTo>
                  <a:lnTo>
                    <a:pt x="1630743" y="145554"/>
                  </a:lnTo>
                  <a:close/>
                </a:path>
                <a:path w="2425065" h="147955">
                  <a:moveTo>
                    <a:pt x="1776501" y="2044"/>
                  </a:moveTo>
                  <a:lnTo>
                    <a:pt x="1750072" y="2044"/>
                  </a:lnTo>
                  <a:lnTo>
                    <a:pt x="1750072" y="99212"/>
                  </a:lnTo>
                  <a:lnTo>
                    <a:pt x="1708670" y="48387"/>
                  </a:lnTo>
                  <a:lnTo>
                    <a:pt x="1670939" y="2044"/>
                  </a:lnTo>
                  <a:lnTo>
                    <a:pt x="1648993" y="2044"/>
                  </a:lnTo>
                  <a:lnTo>
                    <a:pt x="1648993" y="145554"/>
                  </a:lnTo>
                  <a:lnTo>
                    <a:pt x="1675447" y="145554"/>
                  </a:lnTo>
                  <a:lnTo>
                    <a:pt x="1675447" y="48387"/>
                  </a:lnTo>
                  <a:lnTo>
                    <a:pt x="1754568" y="145554"/>
                  </a:lnTo>
                  <a:lnTo>
                    <a:pt x="1776501" y="145554"/>
                  </a:lnTo>
                  <a:lnTo>
                    <a:pt x="1776501" y="99212"/>
                  </a:lnTo>
                  <a:lnTo>
                    <a:pt x="1776501" y="2044"/>
                  </a:lnTo>
                  <a:close/>
                </a:path>
                <a:path w="2425065" h="147955">
                  <a:moveTo>
                    <a:pt x="1917547" y="95681"/>
                  </a:moveTo>
                  <a:lnTo>
                    <a:pt x="1887258" y="68643"/>
                  </a:lnTo>
                  <a:lnTo>
                    <a:pt x="1858708" y="61036"/>
                  </a:lnTo>
                  <a:lnTo>
                    <a:pt x="1852561" y="59321"/>
                  </a:lnTo>
                  <a:lnTo>
                    <a:pt x="1843532" y="56311"/>
                  </a:lnTo>
                  <a:lnTo>
                    <a:pt x="1839810" y="54267"/>
                  </a:lnTo>
                  <a:lnTo>
                    <a:pt x="1833943" y="49060"/>
                  </a:lnTo>
                  <a:lnTo>
                    <a:pt x="1832470" y="45720"/>
                  </a:lnTo>
                  <a:lnTo>
                    <a:pt x="1832470" y="35737"/>
                  </a:lnTo>
                  <a:lnTo>
                    <a:pt x="1835035" y="31026"/>
                  </a:lnTo>
                  <a:lnTo>
                    <a:pt x="1845284" y="23926"/>
                  </a:lnTo>
                  <a:lnTo>
                    <a:pt x="1853107" y="22148"/>
                  </a:lnTo>
                  <a:lnTo>
                    <a:pt x="1870062" y="22148"/>
                  </a:lnTo>
                  <a:lnTo>
                    <a:pt x="1876679" y="23101"/>
                  </a:lnTo>
                  <a:lnTo>
                    <a:pt x="1890356" y="26936"/>
                  </a:lnTo>
                  <a:lnTo>
                    <a:pt x="1896910" y="29743"/>
                  </a:lnTo>
                  <a:lnTo>
                    <a:pt x="1903196" y="33426"/>
                  </a:lnTo>
                  <a:lnTo>
                    <a:pt x="1907768" y="22148"/>
                  </a:lnTo>
                  <a:lnTo>
                    <a:pt x="1870367" y="203"/>
                  </a:lnTo>
                  <a:lnTo>
                    <a:pt x="1863839" y="0"/>
                  </a:lnTo>
                  <a:lnTo>
                    <a:pt x="1854771" y="368"/>
                  </a:lnTo>
                  <a:lnTo>
                    <a:pt x="1816785" y="14732"/>
                  </a:lnTo>
                  <a:lnTo>
                    <a:pt x="1806028" y="34912"/>
                  </a:lnTo>
                  <a:lnTo>
                    <a:pt x="1806028" y="52285"/>
                  </a:lnTo>
                  <a:lnTo>
                    <a:pt x="1836191" y="79451"/>
                  </a:lnTo>
                  <a:lnTo>
                    <a:pt x="1865058" y="87210"/>
                  </a:lnTo>
                  <a:lnTo>
                    <a:pt x="1871218" y="88912"/>
                  </a:lnTo>
                  <a:lnTo>
                    <a:pt x="1880235" y="91922"/>
                  </a:lnTo>
                  <a:lnTo>
                    <a:pt x="1883956" y="93992"/>
                  </a:lnTo>
                  <a:lnTo>
                    <a:pt x="1889836" y="99326"/>
                  </a:lnTo>
                  <a:lnTo>
                    <a:pt x="1891309" y="102717"/>
                  </a:lnTo>
                  <a:lnTo>
                    <a:pt x="1891309" y="112407"/>
                  </a:lnTo>
                  <a:lnTo>
                    <a:pt x="1888680" y="116916"/>
                  </a:lnTo>
                  <a:lnTo>
                    <a:pt x="1878152" y="123761"/>
                  </a:lnTo>
                  <a:lnTo>
                    <a:pt x="1870202" y="125476"/>
                  </a:lnTo>
                  <a:lnTo>
                    <a:pt x="1859534" y="125476"/>
                  </a:lnTo>
                  <a:lnTo>
                    <a:pt x="1818043" y="114325"/>
                  </a:lnTo>
                  <a:lnTo>
                    <a:pt x="1812175" y="109689"/>
                  </a:lnTo>
                  <a:lnTo>
                    <a:pt x="1802955" y="130378"/>
                  </a:lnTo>
                  <a:lnTo>
                    <a:pt x="1843201" y="146431"/>
                  </a:lnTo>
                  <a:lnTo>
                    <a:pt x="1859534" y="147599"/>
                  </a:lnTo>
                  <a:lnTo>
                    <a:pt x="1868601" y="147243"/>
                  </a:lnTo>
                  <a:lnTo>
                    <a:pt x="1906790" y="132918"/>
                  </a:lnTo>
                  <a:lnTo>
                    <a:pt x="1911756" y="125476"/>
                  </a:lnTo>
                  <a:lnTo>
                    <a:pt x="1915401" y="120078"/>
                  </a:lnTo>
                  <a:lnTo>
                    <a:pt x="1917547" y="112890"/>
                  </a:lnTo>
                  <a:lnTo>
                    <a:pt x="1917547" y="95681"/>
                  </a:lnTo>
                  <a:close/>
                </a:path>
                <a:path w="2425065" h="147955">
                  <a:moveTo>
                    <a:pt x="2045271" y="2044"/>
                  </a:moveTo>
                  <a:lnTo>
                    <a:pt x="1923503" y="2044"/>
                  </a:lnTo>
                  <a:lnTo>
                    <a:pt x="1923503" y="24612"/>
                  </a:lnTo>
                  <a:lnTo>
                    <a:pt x="1971065" y="24612"/>
                  </a:lnTo>
                  <a:lnTo>
                    <a:pt x="1971065" y="145554"/>
                  </a:lnTo>
                  <a:lnTo>
                    <a:pt x="1997722" y="145554"/>
                  </a:lnTo>
                  <a:lnTo>
                    <a:pt x="1997722" y="24612"/>
                  </a:lnTo>
                  <a:lnTo>
                    <a:pt x="2045271" y="24612"/>
                  </a:lnTo>
                  <a:lnTo>
                    <a:pt x="2045271" y="2044"/>
                  </a:lnTo>
                  <a:close/>
                </a:path>
                <a:path w="2425065" h="147955">
                  <a:moveTo>
                    <a:pt x="2193480" y="145554"/>
                  </a:moveTo>
                  <a:lnTo>
                    <a:pt x="2178494" y="112344"/>
                  </a:lnTo>
                  <a:lnTo>
                    <a:pt x="2169058" y="91440"/>
                  </a:lnTo>
                  <a:lnTo>
                    <a:pt x="2142439" y="32473"/>
                  </a:lnTo>
                  <a:lnTo>
                    <a:pt x="2142439" y="91440"/>
                  </a:lnTo>
                  <a:lnTo>
                    <a:pt x="2088527" y="91440"/>
                  </a:lnTo>
                  <a:lnTo>
                    <a:pt x="2115375" y="28702"/>
                  </a:lnTo>
                  <a:lnTo>
                    <a:pt x="2142439" y="91440"/>
                  </a:lnTo>
                  <a:lnTo>
                    <a:pt x="2142439" y="32473"/>
                  </a:lnTo>
                  <a:lnTo>
                    <a:pt x="2140737" y="28702"/>
                  </a:lnTo>
                  <a:lnTo>
                    <a:pt x="2128697" y="2044"/>
                  </a:lnTo>
                  <a:lnTo>
                    <a:pt x="2102472" y="2044"/>
                  </a:lnTo>
                  <a:lnTo>
                    <a:pt x="2037892" y="145554"/>
                  </a:lnTo>
                  <a:lnTo>
                    <a:pt x="2065362" y="145554"/>
                  </a:lnTo>
                  <a:lnTo>
                    <a:pt x="2079510" y="112344"/>
                  </a:lnTo>
                  <a:lnTo>
                    <a:pt x="2151253" y="112344"/>
                  </a:lnTo>
                  <a:lnTo>
                    <a:pt x="2165604" y="145554"/>
                  </a:lnTo>
                  <a:lnTo>
                    <a:pt x="2193480" y="145554"/>
                  </a:lnTo>
                  <a:close/>
                </a:path>
                <a:path w="2425065" h="147955">
                  <a:moveTo>
                    <a:pt x="2313406" y="122694"/>
                  </a:moveTo>
                  <a:lnTo>
                    <a:pt x="2238387" y="122694"/>
                  </a:lnTo>
                  <a:lnTo>
                    <a:pt x="2238387" y="2044"/>
                  </a:lnTo>
                  <a:lnTo>
                    <a:pt x="2211730" y="2044"/>
                  </a:lnTo>
                  <a:lnTo>
                    <a:pt x="2211730" y="122694"/>
                  </a:lnTo>
                  <a:lnTo>
                    <a:pt x="2211730" y="145554"/>
                  </a:lnTo>
                  <a:lnTo>
                    <a:pt x="2313406" y="145554"/>
                  </a:lnTo>
                  <a:lnTo>
                    <a:pt x="2313406" y="122694"/>
                  </a:lnTo>
                  <a:close/>
                </a:path>
                <a:path w="2425065" h="147955">
                  <a:moveTo>
                    <a:pt x="2424519" y="2044"/>
                  </a:moveTo>
                  <a:lnTo>
                    <a:pt x="2302751" y="2044"/>
                  </a:lnTo>
                  <a:lnTo>
                    <a:pt x="2302751" y="24612"/>
                  </a:lnTo>
                  <a:lnTo>
                    <a:pt x="2350312" y="24612"/>
                  </a:lnTo>
                  <a:lnTo>
                    <a:pt x="2350312" y="145554"/>
                  </a:lnTo>
                  <a:lnTo>
                    <a:pt x="2376957" y="145554"/>
                  </a:lnTo>
                  <a:lnTo>
                    <a:pt x="2376957" y="24612"/>
                  </a:lnTo>
                  <a:lnTo>
                    <a:pt x="2424519" y="24612"/>
                  </a:lnTo>
                  <a:lnTo>
                    <a:pt x="2424519" y="20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bg object 20">
              <a:extLst>
                <a:ext uri="{FF2B5EF4-FFF2-40B4-BE49-F238E27FC236}">
                  <a16:creationId xmlns:a16="http://schemas.microsoft.com/office/drawing/2014/main" id="{F28F0BB7-0FA4-9571-662E-4D052D91785B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0866" y="1162292"/>
              <a:ext cx="1626431" cy="184282"/>
            </a:xfrm>
            <a:prstGeom prst="rect">
              <a:avLst/>
            </a:prstGeom>
          </p:spPr>
        </p:pic>
        <p:pic>
          <p:nvPicPr>
            <p:cNvPr id="8" name="bg object 21">
              <a:extLst>
                <a:ext uri="{FF2B5EF4-FFF2-40B4-BE49-F238E27FC236}">
                  <a16:creationId xmlns:a16="http://schemas.microsoft.com/office/drawing/2014/main" id="{8C5F3A1D-50F9-489D-B2B0-A17E84225A4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5193" y="1306787"/>
              <a:ext cx="107763" cy="87034"/>
            </a:xfrm>
            <a:prstGeom prst="rect">
              <a:avLst/>
            </a:prstGeom>
          </p:spPr>
        </p:pic>
        <p:pic>
          <p:nvPicPr>
            <p:cNvPr id="9" name="bg object 22">
              <a:extLst>
                <a:ext uri="{FF2B5EF4-FFF2-40B4-BE49-F238E27FC236}">
                  <a16:creationId xmlns:a16="http://schemas.microsoft.com/office/drawing/2014/main" id="{2EEC5459-CEBF-E3DA-AE3D-8DFD5162FDD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5193" y="1076971"/>
              <a:ext cx="110546" cy="84793"/>
            </a:xfrm>
            <a:prstGeom prst="rect">
              <a:avLst/>
            </a:prstGeom>
          </p:spPr>
        </p:pic>
        <p:sp>
          <p:nvSpPr>
            <p:cNvPr id="10" name="bg object 23">
              <a:extLst>
                <a:ext uri="{FF2B5EF4-FFF2-40B4-BE49-F238E27FC236}">
                  <a16:creationId xmlns:a16="http://schemas.microsoft.com/office/drawing/2014/main" id="{B5813364-CD1E-0FC7-9358-386168D74331}"/>
                </a:ext>
              </a:extLst>
            </p:cNvPr>
            <p:cNvSpPr/>
            <p:nvPr/>
          </p:nvSpPr>
          <p:spPr>
            <a:xfrm>
              <a:off x="375183" y="854443"/>
              <a:ext cx="107950" cy="74930"/>
            </a:xfrm>
            <a:custGeom>
              <a:avLst/>
              <a:gdLst/>
              <a:ahLst/>
              <a:cxnLst/>
              <a:rect l="l" t="t" r="r" b="b"/>
              <a:pathLst>
                <a:path w="107950" h="74930">
                  <a:moveTo>
                    <a:pt x="107772" y="0"/>
                  </a:moveTo>
                  <a:lnTo>
                    <a:pt x="88392" y="0"/>
                  </a:lnTo>
                  <a:lnTo>
                    <a:pt x="88392" y="53340"/>
                  </a:lnTo>
                  <a:lnTo>
                    <a:pt x="0" y="53340"/>
                  </a:lnTo>
                  <a:lnTo>
                    <a:pt x="0" y="74930"/>
                  </a:lnTo>
                  <a:lnTo>
                    <a:pt x="107772" y="74930"/>
                  </a:lnTo>
                  <a:lnTo>
                    <a:pt x="107772" y="53340"/>
                  </a:lnTo>
                  <a:lnTo>
                    <a:pt x="10777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bg object 24">
              <a:extLst>
                <a:ext uri="{FF2B5EF4-FFF2-40B4-BE49-F238E27FC236}">
                  <a16:creationId xmlns:a16="http://schemas.microsoft.com/office/drawing/2014/main" id="{65E62A8E-B099-F3E3-D800-AEB357CCCE85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75193" y="611628"/>
              <a:ext cx="107763" cy="102010"/>
            </a:xfrm>
            <a:prstGeom prst="rect">
              <a:avLst/>
            </a:prstGeom>
          </p:spPr>
        </p:pic>
        <p:pic>
          <p:nvPicPr>
            <p:cNvPr id="12" name="bg object 25">
              <a:extLst>
                <a:ext uri="{FF2B5EF4-FFF2-40B4-BE49-F238E27FC236}">
                  <a16:creationId xmlns:a16="http://schemas.microsoft.com/office/drawing/2014/main" id="{E812FE89-C584-626B-89F9-58FADB412667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75197" y="384057"/>
              <a:ext cx="107763" cy="79947"/>
            </a:xfrm>
            <a:prstGeom prst="rect">
              <a:avLst/>
            </a:prstGeom>
          </p:spPr>
        </p:pic>
        <p:sp>
          <p:nvSpPr>
            <p:cNvPr id="13" name="bg object 26">
              <a:extLst>
                <a:ext uri="{FF2B5EF4-FFF2-40B4-BE49-F238E27FC236}">
                  <a16:creationId xmlns:a16="http://schemas.microsoft.com/office/drawing/2014/main" id="{93E7DA35-7770-FC27-DFBA-80D2918B1A11}"/>
                </a:ext>
              </a:extLst>
            </p:cNvPr>
            <p:cNvSpPr/>
            <p:nvPr/>
          </p:nvSpPr>
          <p:spPr>
            <a:xfrm>
              <a:off x="581799" y="375193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5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bg object 27">
              <a:extLst>
                <a:ext uri="{FF2B5EF4-FFF2-40B4-BE49-F238E27FC236}">
                  <a16:creationId xmlns:a16="http://schemas.microsoft.com/office/drawing/2014/main" id="{3D3BCBEF-D182-63C0-6BDA-7DA3C080C66B}"/>
                </a:ext>
              </a:extLst>
            </p:cNvPr>
            <p:cNvSpPr/>
            <p:nvPr/>
          </p:nvSpPr>
          <p:spPr>
            <a:xfrm>
              <a:off x="1325245" y="638864"/>
              <a:ext cx="52069" cy="137160"/>
            </a:xfrm>
            <a:custGeom>
              <a:avLst/>
              <a:gdLst/>
              <a:ahLst/>
              <a:cxnLst/>
              <a:rect l="l" t="t" r="r" b="b"/>
              <a:pathLst>
                <a:path w="52069" h="137159">
                  <a:moveTo>
                    <a:pt x="51880" y="0"/>
                  </a:moveTo>
                  <a:lnTo>
                    <a:pt x="0" y="0"/>
                  </a:lnTo>
                  <a:lnTo>
                    <a:pt x="0" y="137101"/>
                  </a:lnTo>
                  <a:lnTo>
                    <a:pt x="20256" y="106758"/>
                  </a:lnTo>
                  <a:lnTo>
                    <a:pt x="35961" y="73494"/>
                  </a:lnTo>
                  <a:lnTo>
                    <a:pt x="46655" y="37759"/>
                  </a:lnTo>
                  <a:lnTo>
                    <a:pt x="51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bg object 28">
              <a:extLst>
                <a:ext uri="{FF2B5EF4-FFF2-40B4-BE49-F238E27FC236}">
                  <a16:creationId xmlns:a16="http://schemas.microsoft.com/office/drawing/2014/main" id="{4031D044-E6BF-EFB4-32D6-A895158799C1}"/>
                </a:ext>
              </a:extLst>
            </p:cNvPr>
            <p:cNvSpPr/>
            <p:nvPr/>
          </p:nvSpPr>
          <p:spPr>
            <a:xfrm>
              <a:off x="639025" y="898740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702"/>
                  </a:moveTo>
                  <a:lnTo>
                    <a:pt x="0" y="263702"/>
                  </a:lnTo>
                  <a:lnTo>
                    <a:pt x="0" y="496519"/>
                  </a:lnTo>
                  <a:lnTo>
                    <a:pt x="15113" y="496519"/>
                  </a:lnTo>
                  <a:lnTo>
                    <a:pt x="15113" y="263702"/>
                  </a:lnTo>
                  <a:close/>
                </a:path>
                <a:path w="738505" h="496569">
                  <a:moveTo>
                    <a:pt x="15113" y="38"/>
                  </a:moveTo>
                  <a:lnTo>
                    <a:pt x="0" y="38"/>
                  </a:lnTo>
                  <a:lnTo>
                    <a:pt x="0" y="232854"/>
                  </a:lnTo>
                  <a:lnTo>
                    <a:pt x="15113" y="232854"/>
                  </a:lnTo>
                  <a:lnTo>
                    <a:pt x="15113" y="38"/>
                  </a:lnTo>
                  <a:close/>
                </a:path>
                <a:path w="738505" h="496569">
                  <a:moveTo>
                    <a:pt x="75272" y="263702"/>
                  </a:moveTo>
                  <a:lnTo>
                    <a:pt x="57150" y="263702"/>
                  </a:lnTo>
                  <a:lnTo>
                    <a:pt x="57150" y="496519"/>
                  </a:lnTo>
                  <a:lnTo>
                    <a:pt x="75272" y="496519"/>
                  </a:lnTo>
                  <a:lnTo>
                    <a:pt x="75272" y="263702"/>
                  </a:lnTo>
                  <a:close/>
                </a:path>
                <a:path w="738505" h="496569">
                  <a:moveTo>
                    <a:pt x="75272" y="38"/>
                  </a:moveTo>
                  <a:lnTo>
                    <a:pt x="57150" y="38"/>
                  </a:lnTo>
                  <a:lnTo>
                    <a:pt x="57150" y="232854"/>
                  </a:lnTo>
                  <a:lnTo>
                    <a:pt x="75272" y="232854"/>
                  </a:lnTo>
                  <a:lnTo>
                    <a:pt x="75272" y="38"/>
                  </a:lnTo>
                  <a:close/>
                </a:path>
                <a:path w="738505" h="496569">
                  <a:moveTo>
                    <a:pt x="135407" y="263702"/>
                  </a:moveTo>
                  <a:lnTo>
                    <a:pt x="114338" y="263702"/>
                  </a:lnTo>
                  <a:lnTo>
                    <a:pt x="114338" y="496519"/>
                  </a:lnTo>
                  <a:lnTo>
                    <a:pt x="135407" y="496519"/>
                  </a:lnTo>
                  <a:lnTo>
                    <a:pt x="135407" y="263702"/>
                  </a:lnTo>
                  <a:close/>
                </a:path>
                <a:path w="738505" h="496569">
                  <a:moveTo>
                    <a:pt x="135407" y="38"/>
                  </a:moveTo>
                  <a:lnTo>
                    <a:pt x="114338" y="38"/>
                  </a:lnTo>
                  <a:lnTo>
                    <a:pt x="114338" y="232854"/>
                  </a:lnTo>
                  <a:lnTo>
                    <a:pt x="135407" y="232854"/>
                  </a:lnTo>
                  <a:lnTo>
                    <a:pt x="135407" y="38"/>
                  </a:lnTo>
                  <a:close/>
                </a:path>
                <a:path w="738505" h="496569">
                  <a:moveTo>
                    <a:pt x="195516" y="263702"/>
                  </a:moveTo>
                  <a:lnTo>
                    <a:pt x="171526" y="263702"/>
                  </a:lnTo>
                  <a:lnTo>
                    <a:pt x="171526" y="496519"/>
                  </a:lnTo>
                  <a:lnTo>
                    <a:pt x="195516" y="496519"/>
                  </a:lnTo>
                  <a:lnTo>
                    <a:pt x="195516" y="263702"/>
                  </a:lnTo>
                  <a:close/>
                </a:path>
                <a:path w="738505" h="496569">
                  <a:moveTo>
                    <a:pt x="195516" y="38"/>
                  </a:moveTo>
                  <a:lnTo>
                    <a:pt x="171526" y="38"/>
                  </a:lnTo>
                  <a:lnTo>
                    <a:pt x="171526" y="232854"/>
                  </a:lnTo>
                  <a:lnTo>
                    <a:pt x="195516" y="232854"/>
                  </a:lnTo>
                  <a:lnTo>
                    <a:pt x="195516" y="38"/>
                  </a:lnTo>
                  <a:close/>
                </a:path>
                <a:path w="738505" h="496569">
                  <a:moveTo>
                    <a:pt x="255651" y="263702"/>
                  </a:moveTo>
                  <a:lnTo>
                    <a:pt x="228714" y="263702"/>
                  </a:lnTo>
                  <a:lnTo>
                    <a:pt x="228714" y="496519"/>
                  </a:lnTo>
                  <a:lnTo>
                    <a:pt x="255651" y="496519"/>
                  </a:lnTo>
                  <a:lnTo>
                    <a:pt x="255651" y="263702"/>
                  </a:lnTo>
                  <a:close/>
                </a:path>
                <a:path w="738505" h="496569">
                  <a:moveTo>
                    <a:pt x="255651" y="38"/>
                  </a:moveTo>
                  <a:lnTo>
                    <a:pt x="228714" y="38"/>
                  </a:lnTo>
                  <a:lnTo>
                    <a:pt x="228714" y="232854"/>
                  </a:lnTo>
                  <a:lnTo>
                    <a:pt x="255651" y="232854"/>
                  </a:lnTo>
                  <a:lnTo>
                    <a:pt x="255651" y="38"/>
                  </a:lnTo>
                  <a:close/>
                </a:path>
                <a:path w="738505" h="496569">
                  <a:moveTo>
                    <a:pt x="315798" y="263702"/>
                  </a:moveTo>
                  <a:lnTo>
                    <a:pt x="285877" y="263702"/>
                  </a:lnTo>
                  <a:lnTo>
                    <a:pt x="285877" y="496519"/>
                  </a:lnTo>
                  <a:lnTo>
                    <a:pt x="315798" y="496519"/>
                  </a:lnTo>
                  <a:lnTo>
                    <a:pt x="315798" y="263702"/>
                  </a:lnTo>
                  <a:close/>
                </a:path>
                <a:path w="738505" h="496569">
                  <a:moveTo>
                    <a:pt x="315798" y="38"/>
                  </a:moveTo>
                  <a:lnTo>
                    <a:pt x="285877" y="38"/>
                  </a:lnTo>
                  <a:lnTo>
                    <a:pt x="285877" y="232854"/>
                  </a:lnTo>
                  <a:lnTo>
                    <a:pt x="315798" y="232854"/>
                  </a:lnTo>
                  <a:lnTo>
                    <a:pt x="315798" y="38"/>
                  </a:lnTo>
                  <a:close/>
                </a:path>
                <a:path w="738505" h="496569">
                  <a:moveTo>
                    <a:pt x="375932" y="263702"/>
                  </a:moveTo>
                  <a:lnTo>
                    <a:pt x="343103" y="263702"/>
                  </a:lnTo>
                  <a:lnTo>
                    <a:pt x="343103" y="496519"/>
                  </a:lnTo>
                  <a:lnTo>
                    <a:pt x="375932" y="496519"/>
                  </a:lnTo>
                  <a:lnTo>
                    <a:pt x="375932" y="263702"/>
                  </a:lnTo>
                  <a:close/>
                </a:path>
                <a:path w="738505" h="496569">
                  <a:moveTo>
                    <a:pt x="375932" y="38"/>
                  </a:moveTo>
                  <a:lnTo>
                    <a:pt x="343103" y="38"/>
                  </a:lnTo>
                  <a:lnTo>
                    <a:pt x="343103" y="232854"/>
                  </a:lnTo>
                  <a:lnTo>
                    <a:pt x="375932" y="232854"/>
                  </a:lnTo>
                  <a:lnTo>
                    <a:pt x="375932" y="38"/>
                  </a:lnTo>
                  <a:close/>
                </a:path>
                <a:path w="738505" h="496569">
                  <a:moveTo>
                    <a:pt x="436067" y="263702"/>
                  </a:moveTo>
                  <a:lnTo>
                    <a:pt x="400253" y="263702"/>
                  </a:lnTo>
                  <a:lnTo>
                    <a:pt x="400253" y="496519"/>
                  </a:lnTo>
                  <a:lnTo>
                    <a:pt x="436067" y="496519"/>
                  </a:lnTo>
                  <a:lnTo>
                    <a:pt x="436067" y="263702"/>
                  </a:lnTo>
                  <a:close/>
                </a:path>
                <a:path w="738505" h="496569">
                  <a:moveTo>
                    <a:pt x="436067" y="38"/>
                  </a:moveTo>
                  <a:lnTo>
                    <a:pt x="400253" y="38"/>
                  </a:lnTo>
                  <a:lnTo>
                    <a:pt x="400253" y="232854"/>
                  </a:lnTo>
                  <a:lnTo>
                    <a:pt x="436067" y="232854"/>
                  </a:lnTo>
                  <a:lnTo>
                    <a:pt x="436067" y="38"/>
                  </a:lnTo>
                  <a:close/>
                </a:path>
                <a:path w="738505" h="496569">
                  <a:moveTo>
                    <a:pt x="496176" y="76"/>
                  </a:moveTo>
                  <a:lnTo>
                    <a:pt x="457454" y="0"/>
                  </a:lnTo>
                  <a:lnTo>
                    <a:pt x="457454" y="232854"/>
                  </a:lnTo>
                  <a:lnTo>
                    <a:pt x="496176" y="232854"/>
                  </a:lnTo>
                  <a:lnTo>
                    <a:pt x="496176" y="76"/>
                  </a:lnTo>
                  <a:close/>
                </a:path>
                <a:path w="738505" h="496569">
                  <a:moveTo>
                    <a:pt x="496189" y="263702"/>
                  </a:moveTo>
                  <a:lnTo>
                    <a:pt x="457454" y="263702"/>
                  </a:lnTo>
                  <a:lnTo>
                    <a:pt x="457454" y="496519"/>
                  </a:lnTo>
                  <a:lnTo>
                    <a:pt x="496189" y="496443"/>
                  </a:lnTo>
                  <a:lnTo>
                    <a:pt x="496189" y="263702"/>
                  </a:lnTo>
                  <a:close/>
                </a:path>
                <a:path w="738505" h="496569">
                  <a:moveTo>
                    <a:pt x="556361" y="8928"/>
                  </a:moveTo>
                  <a:lnTo>
                    <a:pt x="546176" y="6350"/>
                  </a:lnTo>
                  <a:lnTo>
                    <a:pt x="535825" y="4203"/>
                  </a:lnTo>
                  <a:lnTo>
                    <a:pt x="525310" y="2489"/>
                  </a:lnTo>
                  <a:lnTo>
                    <a:pt x="514642" y="1219"/>
                  </a:lnTo>
                  <a:lnTo>
                    <a:pt x="514642" y="232803"/>
                  </a:lnTo>
                  <a:lnTo>
                    <a:pt x="556361" y="232803"/>
                  </a:lnTo>
                  <a:lnTo>
                    <a:pt x="556361" y="8928"/>
                  </a:lnTo>
                  <a:close/>
                </a:path>
                <a:path w="738505" h="496569">
                  <a:moveTo>
                    <a:pt x="556374" y="263702"/>
                  </a:moveTo>
                  <a:lnTo>
                    <a:pt x="514642" y="263702"/>
                  </a:lnTo>
                  <a:lnTo>
                    <a:pt x="514642" y="495338"/>
                  </a:lnTo>
                  <a:lnTo>
                    <a:pt x="525310" y="494055"/>
                  </a:lnTo>
                  <a:lnTo>
                    <a:pt x="535825" y="492340"/>
                  </a:lnTo>
                  <a:lnTo>
                    <a:pt x="546176" y="490194"/>
                  </a:lnTo>
                  <a:lnTo>
                    <a:pt x="556374" y="487616"/>
                  </a:lnTo>
                  <a:lnTo>
                    <a:pt x="556374" y="263702"/>
                  </a:lnTo>
                  <a:close/>
                </a:path>
                <a:path w="738505" h="496569">
                  <a:moveTo>
                    <a:pt x="616508" y="263702"/>
                  </a:moveTo>
                  <a:lnTo>
                    <a:pt x="571830" y="263702"/>
                  </a:lnTo>
                  <a:lnTo>
                    <a:pt x="571830" y="482815"/>
                  </a:lnTo>
                  <a:lnTo>
                    <a:pt x="583438" y="478459"/>
                  </a:lnTo>
                  <a:lnTo>
                    <a:pt x="594766" y="473532"/>
                  </a:lnTo>
                  <a:lnTo>
                    <a:pt x="605802" y="468058"/>
                  </a:lnTo>
                  <a:lnTo>
                    <a:pt x="616508" y="462089"/>
                  </a:lnTo>
                  <a:lnTo>
                    <a:pt x="616508" y="263702"/>
                  </a:lnTo>
                  <a:close/>
                </a:path>
                <a:path w="738505" h="496569">
                  <a:moveTo>
                    <a:pt x="616508" y="34429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097"/>
                  </a:lnTo>
                  <a:lnTo>
                    <a:pt x="571830" y="13741"/>
                  </a:lnTo>
                  <a:lnTo>
                    <a:pt x="571830" y="232854"/>
                  </a:lnTo>
                  <a:lnTo>
                    <a:pt x="616508" y="232854"/>
                  </a:lnTo>
                  <a:lnTo>
                    <a:pt x="616508" y="34429"/>
                  </a:lnTo>
                  <a:close/>
                </a:path>
                <a:path w="738505" h="496569">
                  <a:moveTo>
                    <a:pt x="676605" y="263702"/>
                  </a:moveTo>
                  <a:lnTo>
                    <a:pt x="629018" y="263702"/>
                  </a:lnTo>
                  <a:lnTo>
                    <a:pt x="629018" y="454164"/>
                  </a:lnTo>
                  <a:lnTo>
                    <a:pt x="641908" y="444868"/>
                  </a:lnTo>
                  <a:lnTo>
                    <a:pt x="654177" y="434771"/>
                  </a:lnTo>
                  <a:lnTo>
                    <a:pt x="665759" y="423926"/>
                  </a:lnTo>
                  <a:lnTo>
                    <a:pt x="676605" y="412356"/>
                  </a:lnTo>
                  <a:lnTo>
                    <a:pt x="676605" y="263702"/>
                  </a:lnTo>
                  <a:close/>
                </a:path>
                <a:path w="738505" h="496569">
                  <a:moveTo>
                    <a:pt x="676617" y="84201"/>
                  </a:moveTo>
                  <a:lnTo>
                    <a:pt x="665772" y="72656"/>
                  </a:lnTo>
                  <a:lnTo>
                    <a:pt x="654189" y="61810"/>
                  </a:lnTo>
                  <a:lnTo>
                    <a:pt x="641934" y="51714"/>
                  </a:lnTo>
                  <a:lnTo>
                    <a:pt x="629031" y="42392"/>
                  </a:lnTo>
                  <a:lnTo>
                    <a:pt x="629031" y="232854"/>
                  </a:lnTo>
                  <a:lnTo>
                    <a:pt x="676617" y="232854"/>
                  </a:lnTo>
                  <a:lnTo>
                    <a:pt x="676617" y="84201"/>
                  </a:lnTo>
                  <a:close/>
                </a:path>
                <a:path w="738505" h="496569">
                  <a:moveTo>
                    <a:pt x="738098" y="263702"/>
                  </a:moveTo>
                  <a:lnTo>
                    <a:pt x="686219" y="263702"/>
                  </a:lnTo>
                  <a:lnTo>
                    <a:pt x="686219" y="400761"/>
                  </a:lnTo>
                  <a:lnTo>
                    <a:pt x="706475" y="370446"/>
                  </a:lnTo>
                  <a:lnTo>
                    <a:pt x="722172" y="337197"/>
                  </a:lnTo>
                  <a:lnTo>
                    <a:pt x="732866" y="301472"/>
                  </a:lnTo>
                  <a:lnTo>
                    <a:pt x="738098" y="263702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72"/>
                  </a:lnTo>
                  <a:lnTo>
                    <a:pt x="722160" y="159359"/>
                  </a:lnTo>
                  <a:lnTo>
                    <a:pt x="706462" y="126111"/>
                  </a:lnTo>
                  <a:lnTo>
                    <a:pt x="686219" y="95796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bg object 29">
              <a:extLst>
                <a:ext uri="{FF2B5EF4-FFF2-40B4-BE49-F238E27FC236}">
                  <a16:creationId xmlns:a16="http://schemas.microsoft.com/office/drawing/2014/main" id="{D05FDCC8-B42F-34D0-010B-FE0D8A8DD7F7}"/>
                </a:ext>
              </a:extLst>
            </p:cNvPr>
            <p:cNvSpPr/>
            <p:nvPr/>
          </p:nvSpPr>
          <p:spPr>
            <a:xfrm>
              <a:off x="581799" y="1162442"/>
              <a:ext cx="12700" cy="233045"/>
            </a:xfrm>
            <a:custGeom>
              <a:avLst/>
              <a:gdLst/>
              <a:ahLst/>
              <a:cxnLst/>
              <a:rect l="l" t="t" r="r" b="b"/>
              <a:pathLst>
                <a:path w="12700" h="233044">
                  <a:moveTo>
                    <a:pt x="12225" y="0"/>
                  </a:moveTo>
                  <a:lnTo>
                    <a:pt x="0" y="0"/>
                  </a:lnTo>
                  <a:lnTo>
                    <a:pt x="0" y="232817"/>
                  </a:lnTo>
                  <a:lnTo>
                    <a:pt x="12225" y="232817"/>
                  </a:lnTo>
                  <a:lnTo>
                    <a:pt x="122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bg object 30">
              <a:extLst>
                <a:ext uri="{FF2B5EF4-FFF2-40B4-BE49-F238E27FC236}">
                  <a16:creationId xmlns:a16="http://schemas.microsoft.com/office/drawing/2014/main" id="{849E303F-1FF0-C95D-885A-69C6A83BBEF8}"/>
                </a:ext>
              </a:extLst>
            </p:cNvPr>
            <p:cNvSpPr/>
            <p:nvPr/>
          </p:nvSpPr>
          <p:spPr>
            <a:xfrm>
              <a:off x="639025" y="375196"/>
              <a:ext cx="738505" cy="496570"/>
            </a:xfrm>
            <a:custGeom>
              <a:avLst/>
              <a:gdLst/>
              <a:ahLst/>
              <a:cxnLst/>
              <a:rect l="l" t="t" r="r" b="b"/>
              <a:pathLst>
                <a:path w="738505" h="496569">
                  <a:moveTo>
                    <a:pt x="15113" y="263664"/>
                  </a:moveTo>
                  <a:lnTo>
                    <a:pt x="0" y="263664"/>
                  </a:lnTo>
                  <a:lnTo>
                    <a:pt x="0" y="496493"/>
                  </a:lnTo>
                  <a:lnTo>
                    <a:pt x="15113" y="496493"/>
                  </a:lnTo>
                  <a:lnTo>
                    <a:pt x="15113" y="263664"/>
                  </a:lnTo>
                  <a:close/>
                </a:path>
                <a:path w="738505" h="496569">
                  <a:moveTo>
                    <a:pt x="15113" y="0"/>
                  </a:moveTo>
                  <a:lnTo>
                    <a:pt x="0" y="0"/>
                  </a:lnTo>
                  <a:lnTo>
                    <a:pt x="0" y="232816"/>
                  </a:lnTo>
                  <a:lnTo>
                    <a:pt x="15113" y="232816"/>
                  </a:lnTo>
                  <a:lnTo>
                    <a:pt x="15113" y="0"/>
                  </a:lnTo>
                  <a:close/>
                </a:path>
                <a:path w="738505" h="496569">
                  <a:moveTo>
                    <a:pt x="75272" y="263664"/>
                  </a:moveTo>
                  <a:lnTo>
                    <a:pt x="57150" y="263664"/>
                  </a:lnTo>
                  <a:lnTo>
                    <a:pt x="57150" y="496493"/>
                  </a:lnTo>
                  <a:lnTo>
                    <a:pt x="75272" y="496493"/>
                  </a:lnTo>
                  <a:lnTo>
                    <a:pt x="75272" y="263664"/>
                  </a:lnTo>
                  <a:close/>
                </a:path>
                <a:path w="738505" h="496569">
                  <a:moveTo>
                    <a:pt x="75272" y="0"/>
                  </a:moveTo>
                  <a:lnTo>
                    <a:pt x="57150" y="0"/>
                  </a:lnTo>
                  <a:lnTo>
                    <a:pt x="57150" y="232816"/>
                  </a:lnTo>
                  <a:lnTo>
                    <a:pt x="75272" y="232816"/>
                  </a:lnTo>
                  <a:lnTo>
                    <a:pt x="75272" y="0"/>
                  </a:lnTo>
                  <a:close/>
                </a:path>
                <a:path w="738505" h="496569">
                  <a:moveTo>
                    <a:pt x="135407" y="263664"/>
                  </a:moveTo>
                  <a:lnTo>
                    <a:pt x="114338" y="263664"/>
                  </a:lnTo>
                  <a:lnTo>
                    <a:pt x="114338" y="496493"/>
                  </a:lnTo>
                  <a:lnTo>
                    <a:pt x="135407" y="496493"/>
                  </a:lnTo>
                  <a:lnTo>
                    <a:pt x="135407" y="263664"/>
                  </a:lnTo>
                  <a:close/>
                </a:path>
                <a:path w="738505" h="496569">
                  <a:moveTo>
                    <a:pt x="135407" y="0"/>
                  </a:moveTo>
                  <a:lnTo>
                    <a:pt x="114338" y="0"/>
                  </a:lnTo>
                  <a:lnTo>
                    <a:pt x="114338" y="232816"/>
                  </a:lnTo>
                  <a:lnTo>
                    <a:pt x="135407" y="232816"/>
                  </a:lnTo>
                  <a:lnTo>
                    <a:pt x="135407" y="0"/>
                  </a:lnTo>
                  <a:close/>
                </a:path>
                <a:path w="738505" h="496569">
                  <a:moveTo>
                    <a:pt x="195516" y="263664"/>
                  </a:moveTo>
                  <a:lnTo>
                    <a:pt x="171526" y="263664"/>
                  </a:lnTo>
                  <a:lnTo>
                    <a:pt x="171526" y="496493"/>
                  </a:lnTo>
                  <a:lnTo>
                    <a:pt x="195516" y="496493"/>
                  </a:lnTo>
                  <a:lnTo>
                    <a:pt x="195516" y="263664"/>
                  </a:lnTo>
                  <a:close/>
                </a:path>
                <a:path w="738505" h="496569">
                  <a:moveTo>
                    <a:pt x="195516" y="0"/>
                  </a:moveTo>
                  <a:lnTo>
                    <a:pt x="171526" y="0"/>
                  </a:lnTo>
                  <a:lnTo>
                    <a:pt x="171526" y="232816"/>
                  </a:lnTo>
                  <a:lnTo>
                    <a:pt x="195516" y="232816"/>
                  </a:lnTo>
                  <a:lnTo>
                    <a:pt x="195516" y="0"/>
                  </a:lnTo>
                  <a:close/>
                </a:path>
                <a:path w="738505" h="496569">
                  <a:moveTo>
                    <a:pt x="255651" y="263664"/>
                  </a:moveTo>
                  <a:lnTo>
                    <a:pt x="228714" y="263664"/>
                  </a:lnTo>
                  <a:lnTo>
                    <a:pt x="228714" y="496493"/>
                  </a:lnTo>
                  <a:lnTo>
                    <a:pt x="255651" y="496493"/>
                  </a:lnTo>
                  <a:lnTo>
                    <a:pt x="255651" y="263664"/>
                  </a:lnTo>
                  <a:close/>
                </a:path>
                <a:path w="738505" h="496569">
                  <a:moveTo>
                    <a:pt x="255651" y="0"/>
                  </a:moveTo>
                  <a:lnTo>
                    <a:pt x="228714" y="0"/>
                  </a:lnTo>
                  <a:lnTo>
                    <a:pt x="228714" y="232816"/>
                  </a:lnTo>
                  <a:lnTo>
                    <a:pt x="255651" y="232816"/>
                  </a:lnTo>
                  <a:lnTo>
                    <a:pt x="255651" y="0"/>
                  </a:lnTo>
                  <a:close/>
                </a:path>
                <a:path w="738505" h="496569">
                  <a:moveTo>
                    <a:pt x="315798" y="263664"/>
                  </a:moveTo>
                  <a:lnTo>
                    <a:pt x="285877" y="263664"/>
                  </a:lnTo>
                  <a:lnTo>
                    <a:pt x="285877" y="496493"/>
                  </a:lnTo>
                  <a:lnTo>
                    <a:pt x="315798" y="496493"/>
                  </a:lnTo>
                  <a:lnTo>
                    <a:pt x="315798" y="263664"/>
                  </a:lnTo>
                  <a:close/>
                </a:path>
                <a:path w="738505" h="496569">
                  <a:moveTo>
                    <a:pt x="315798" y="0"/>
                  </a:moveTo>
                  <a:lnTo>
                    <a:pt x="285877" y="0"/>
                  </a:lnTo>
                  <a:lnTo>
                    <a:pt x="285877" y="232816"/>
                  </a:lnTo>
                  <a:lnTo>
                    <a:pt x="315798" y="232816"/>
                  </a:lnTo>
                  <a:lnTo>
                    <a:pt x="315798" y="0"/>
                  </a:lnTo>
                  <a:close/>
                </a:path>
                <a:path w="738505" h="496569">
                  <a:moveTo>
                    <a:pt x="375932" y="263664"/>
                  </a:moveTo>
                  <a:lnTo>
                    <a:pt x="343103" y="263664"/>
                  </a:lnTo>
                  <a:lnTo>
                    <a:pt x="343103" y="496493"/>
                  </a:lnTo>
                  <a:lnTo>
                    <a:pt x="375932" y="496493"/>
                  </a:lnTo>
                  <a:lnTo>
                    <a:pt x="375932" y="263664"/>
                  </a:lnTo>
                  <a:close/>
                </a:path>
                <a:path w="738505" h="496569">
                  <a:moveTo>
                    <a:pt x="375932" y="0"/>
                  </a:moveTo>
                  <a:lnTo>
                    <a:pt x="343103" y="0"/>
                  </a:lnTo>
                  <a:lnTo>
                    <a:pt x="343103" y="232816"/>
                  </a:lnTo>
                  <a:lnTo>
                    <a:pt x="375932" y="232816"/>
                  </a:lnTo>
                  <a:lnTo>
                    <a:pt x="375932" y="0"/>
                  </a:lnTo>
                  <a:close/>
                </a:path>
                <a:path w="738505" h="496569">
                  <a:moveTo>
                    <a:pt x="436067" y="263664"/>
                  </a:moveTo>
                  <a:lnTo>
                    <a:pt x="400253" y="263664"/>
                  </a:lnTo>
                  <a:lnTo>
                    <a:pt x="400253" y="496493"/>
                  </a:lnTo>
                  <a:lnTo>
                    <a:pt x="436067" y="496493"/>
                  </a:lnTo>
                  <a:lnTo>
                    <a:pt x="436067" y="263664"/>
                  </a:lnTo>
                  <a:close/>
                </a:path>
                <a:path w="738505" h="496569">
                  <a:moveTo>
                    <a:pt x="436067" y="0"/>
                  </a:moveTo>
                  <a:lnTo>
                    <a:pt x="400253" y="0"/>
                  </a:lnTo>
                  <a:lnTo>
                    <a:pt x="400253" y="232816"/>
                  </a:lnTo>
                  <a:lnTo>
                    <a:pt x="436067" y="232816"/>
                  </a:lnTo>
                  <a:lnTo>
                    <a:pt x="436067" y="0"/>
                  </a:lnTo>
                  <a:close/>
                </a:path>
                <a:path w="738505" h="496569">
                  <a:moveTo>
                    <a:pt x="496176" y="101"/>
                  </a:moveTo>
                  <a:lnTo>
                    <a:pt x="457454" y="0"/>
                  </a:lnTo>
                  <a:lnTo>
                    <a:pt x="457454" y="232816"/>
                  </a:lnTo>
                  <a:lnTo>
                    <a:pt x="496176" y="232816"/>
                  </a:lnTo>
                  <a:lnTo>
                    <a:pt x="496176" y="101"/>
                  </a:lnTo>
                  <a:close/>
                </a:path>
                <a:path w="738505" h="496569">
                  <a:moveTo>
                    <a:pt x="496189" y="263677"/>
                  </a:moveTo>
                  <a:lnTo>
                    <a:pt x="457454" y="263677"/>
                  </a:lnTo>
                  <a:lnTo>
                    <a:pt x="457454" y="496493"/>
                  </a:lnTo>
                  <a:lnTo>
                    <a:pt x="496189" y="496404"/>
                  </a:lnTo>
                  <a:lnTo>
                    <a:pt x="496189" y="263677"/>
                  </a:lnTo>
                  <a:close/>
                </a:path>
                <a:path w="738505" h="496569">
                  <a:moveTo>
                    <a:pt x="556361" y="8902"/>
                  </a:moveTo>
                  <a:lnTo>
                    <a:pt x="546176" y="6324"/>
                  </a:lnTo>
                  <a:lnTo>
                    <a:pt x="535825" y="4178"/>
                  </a:lnTo>
                  <a:lnTo>
                    <a:pt x="525310" y="2463"/>
                  </a:lnTo>
                  <a:lnTo>
                    <a:pt x="514642" y="1193"/>
                  </a:lnTo>
                  <a:lnTo>
                    <a:pt x="514642" y="232816"/>
                  </a:lnTo>
                  <a:lnTo>
                    <a:pt x="556361" y="232816"/>
                  </a:lnTo>
                  <a:lnTo>
                    <a:pt x="556361" y="8902"/>
                  </a:lnTo>
                  <a:close/>
                </a:path>
                <a:path w="738505" h="496569">
                  <a:moveTo>
                    <a:pt x="556374" y="263677"/>
                  </a:moveTo>
                  <a:lnTo>
                    <a:pt x="514642" y="263677"/>
                  </a:lnTo>
                  <a:lnTo>
                    <a:pt x="514642" y="495312"/>
                  </a:lnTo>
                  <a:lnTo>
                    <a:pt x="525310" y="494042"/>
                  </a:lnTo>
                  <a:lnTo>
                    <a:pt x="535825" y="492340"/>
                  </a:lnTo>
                  <a:lnTo>
                    <a:pt x="546176" y="490207"/>
                  </a:lnTo>
                  <a:lnTo>
                    <a:pt x="556374" y="487641"/>
                  </a:lnTo>
                  <a:lnTo>
                    <a:pt x="556374" y="263677"/>
                  </a:lnTo>
                  <a:close/>
                </a:path>
                <a:path w="738505" h="496569">
                  <a:moveTo>
                    <a:pt x="616508" y="263677"/>
                  </a:moveTo>
                  <a:lnTo>
                    <a:pt x="571830" y="263677"/>
                  </a:lnTo>
                  <a:lnTo>
                    <a:pt x="571830" y="482790"/>
                  </a:lnTo>
                  <a:lnTo>
                    <a:pt x="583438" y="478434"/>
                  </a:lnTo>
                  <a:lnTo>
                    <a:pt x="594766" y="473519"/>
                  </a:lnTo>
                  <a:lnTo>
                    <a:pt x="605802" y="468071"/>
                  </a:lnTo>
                  <a:lnTo>
                    <a:pt x="616508" y="462089"/>
                  </a:lnTo>
                  <a:lnTo>
                    <a:pt x="616508" y="263677"/>
                  </a:lnTo>
                  <a:close/>
                </a:path>
                <a:path w="738505" h="496569">
                  <a:moveTo>
                    <a:pt x="616508" y="34442"/>
                  </a:moveTo>
                  <a:lnTo>
                    <a:pt x="605802" y="28473"/>
                  </a:lnTo>
                  <a:lnTo>
                    <a:pt x="594766" y="23025"/>
                  </a:lnTo>
                  <a:lnTo>
                    <a:pt x="583438" y="18110"/>
                  </a:lnTo>
                  <a:lnTo>
                    <a:pt x="571830" y="13741"/>
                  </a:lnTo>
                  <a:lnTo>
                    <a:pt x="571830" y="232816"/>
                  </a:lnTo>
                  <a:lnTo>
                    <a:pt x="616508" y="232816"/>
                  </a:lnTo>
                  <a:lnTo>
                    <a:pt x="616508" y="34442"/>
                  </a:lnTo>
                  <a:close/>
                </a:path>
                <a:path w="738505" h="496569">
                  <a:moveTo>
                    <a:pt x="676605" y="263677"/>
                  </a:moveTo>
                  <a:lnTo>
                    <a:pt x="629018" y="263677"/>
                  </a:lnTo>
                  <a:lnTo>
                    <a:pt x="629018" y="454177"/>
                  </a:lnTo>
                  <a:lnTo>
                    <a:pt x="641908" y="444855"/>
                  </a:lnTo>
                  <a:lnTo>
                    <a:pt x="654177" y="434759"/>
                  </a:lnTo>
                  <a:lnTo>
                    <a:pt x="665759" y="423900"/>
                  </a:lnTo>
                  <a:lnTo>
                    <a:pt x="676605" y="412318"/>
                  </a:lnTo>
                  <a:lnTo>
                    <a:pt x="676605" y="263677"/>
                  </a:lnTo>
                  <a:close/>
                </a:path>
                <a:path w="738505" h="496569">
                  <a:moveTo>
                    <a:pt x="676617" y="84226"/>
                  </a:moveTo>
                  <a:lnTo>
                    <a:pt x="665772" y="72644"/>
                  </a:lnTo>
                  <a:lnTo>
                    <a:pt x="654189" y="61785"/>
                  </a:lnTo>
                  <a:lnTo>
                    <a:pt x="641934" y="51689"/>
                  </a:lnTo>
                  <a:lnTo>
                    <a:pt x="629031" y="42367"/>
                  </a:lnTo>
                  <a:lnTo>
                    <a:pt x="629031" y="232816"/>
                  </a:lnTo>
                  <a:lnTo>
                    <a:pt x="676617" y="232816"/>
                  </a:lnTo>
                  <a:lnTo>
                    <a:pt x="676617" y="84226"/>
                  </a:lnTo>
                  <a:close/>
                </a:path>
                <a:path w="738505" h="496569">
                  <a:moveTo>
                    <a:pt x="738098" y="232816"/>
                  </a:moveTo>
                  <a:lnTo>
                    <a:pt x="732853" y="195059"/>
                  </a:lnTo>
                  <a:lnTo>
                    <a:pt x="722160" y="159334"/>
                  </a:lnTo>
                  <a:lnTo>
                    <a:pt x="706462" y="126072"/>
                  </a:lnTo>
                  <a:lnTo>
                    <a:pt x="686219" y="95758"/>
                  </a:lnTo>
                  <a:lnTo>
                    <a:pt x="686219" y="232816"/>
                  </a:lnTo>
                  <a:lnTo>
                    <a:pt x="738098" y="23281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bg object 31">
              <a:extLst>
                <a:ext uri="{FF2B5EF4-FFF2-40B4-BE49-F238E27FC236}">
                  <a16:creationId xmlns:a16="http://schemas.microsoft.com/office/drawing/2014/main" id="{50578FA9-0526-14B5-8B67-E4FED47E875D}"/>
                </a:ext>
              </a:extLst>
            </p:cNvPr>
            <p:cNvSpPr/>
            <p:nvPr/>
          </p:nvSpPr>
          <p:spPr>
            <a:xfrm>
              <a:off x="581787" y="638860"/>
              <a:ext cx="12700" cy="492759"/>
            </a:xfrm>
            <a:custGeom>
              <a:avLst/>
              <a:gdLst/>
              <a:ahLst/>
              <a:cxnLst/>
              <a:rect l="l" t="t" r="r" b="b"/>
              <a:pathLst>
                <a:path w="12700" h="492759">
                  <a:moveTo>
                    <a:pt x="12230" y="259918"/>
                  </a:moveTo>
                  <a:lnTo>
                    <a:pt x="0" y="259918"/>
                  </a:lnTo>
                  <a:lnTo>
                    <a:pt x="0" y="492734"/>
                  </a:lnTo>
                  <a:lnTo>
                    <a:pt x="12230" y="492734"/>
                  </a:lnTo>
                  <a:lnTo>
                    <a:pt x="12230" y="259918"/>
                  </a:lnTo>
                  <a:close/>
                </a:path>
                <a:path w="12700" h="492759">
                  <a:moveTo>
                    <a:pt x="12230" y="0"/>
                  </a:moveTo>
                  <a:lnTo>
                    <a:pt x="0" y="0"/>
                  </a:lnTo>
                  <a:lnTo>
                    <a:pt x="0" y="232829"/>
                  </a:lnTo>
                  <a:lnTo>
                    <a:pt x="12230" y="232829"/>
                  </a:lnTo>
                  <a:lnTo>
                    <a:pt x="1223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">
            <a:extLst>
              <a:ext uri="{FF2B5EF4-FFF2-40B4-BE49-F238E27FC236}">
                <a16:creationId xmlns:a16="http://schemas.microsoft.com/office/drawing/2014/main" id="{815AF021-2DAE-79AF-C090-3807CAC9F071}"/>
              </a:ext>
            </a:extLst>
          </p:cNvPr>
          <p:cNvSpPr txBox="1"/>
          <p:nvPr userDrawn="1"/>
        </p:nvSpPr>
        <p:spPr>
          <a:xfrm>
            <a:off x="23724277" y="1428075"/>
            <a:ext cx="5091047" cy="714790"/>
          </a:xfrm>
          <a:prstGeom prst="rect">
            <a:avLst/>
          </a:prstGeom>
        </p:spPr>
        <p:txBody>
          <a:bodyPr vert="horz" wrap="square" lIns="0" tIns="35920" rIns="0" bIns="0" rtlCol="0">
            <a:spAutoFit/>
          </a:bodyPr>
          <a:lstStyle/>
          <a:p>
            <a:pPr marL="39996" algn="r">
              <a:lnSpc>
                <a:spcPct val="100000"/>
              </a:lnSpc>
              <a:spcBef>
                <a:spcPts val="314"/>
              </a:spcBef>
            </a:pPr>
            <a:r>
              <a:rPr sz="4409" spc="-31">
                <a:solidFill>
                  <a:schemeClr val="bg1"/>
                </a:solidFill>
                <a:latin typeface="Leelawadee UI"/>
                <a:cs typeface="Leelawadee UI"/>
              </a:rPr>
              <a:t>www.bulme.at</a:t>
            </a:r>
            <a:endParaRPr sz="4409">
              <a:solidFill>
                <a:schemeClr val="bg1"/>
              </a:solidFill>
              <a:latin typeface="Leelawadee UI"/>
              <a:cs typeface="Leelawadee UI"/>
            </a:endParaRP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6960113-032B-4A97-EF49-771EA382F806}"/>
              </a:ext>
            </a:extLst>
          </p:cNvPr>
          <p:cNvGrpSpPr/>
          <p:nvPr userDrawn="1"/>
        </p:nvGrpSpPr>
        <p:grpSpPr>
          <a:xfrm>
            <a:off x="13878198" y="1458673"/>
            <a:ext cx="15551187" cy="2774537"/>
            <a:chOff x="5193506" y="297090"/>
            <a:chExt cx="5498307" cy="979200"/>
          </a:xfrm>
        </p:grpSpPr>
        <p:sp>
          <p:nvSpPr>
            <p:cNvPr id="22" name="object 3">
              <a:extLst>
                <a:ext uri="{FF2B5EF4-FFF2-40B4-BE49-F238E27FC236}">
                  <a16:creationId xmlns:a16="http://schemas.microsoft.com/office/drawing/2014/main" id="{08F7FC9A-9ABA-D504-B33F-253A2D0A2222}"/>
                </a:ext>
              </a:extLst>
            </p:cNvPr>
            <p:cNvSpPr/>
            <p:nvPr userDrawn="1"/>
          </p:nvSpPr>
          <p:spPr>
            <a:xfrm>
              <a:off x="5628343" y="785422"/>
              <a:ext cx="5063470" cy="454637"/>
            </a:xfrm>
            <a:custGeom>
              <a:avLst/>
              <a:gdLst/>
              <a:ahLst/>
              <a:cxnLst/>
              <a:rect l="l" t="t" r="r" b="b"/>
              <a:pathLst>
                <a:path w="6217284" h="529590">
                  <a:moveTo>
                    <a:pt x="6216742" y="0"/>
                  </a:moveTo>
                  <a:lnTo>
                    <a:pt x="0" y="0"/>
                  </a:lnTo>
                  <a:lnTo>
                    <a:pt x="0" y="529282"/>
                  </a:lnTo>
                  <a:lnTo>
                    <a:pt x="6216742" y="529282"/>
                  </a:lnTo>
                  <a:lnTo>
                    <a:pt x="6216742" y="0"/>
                  </a:lnTo>
                  <a:close/>
                </a:path>
              </a:pathLst>
            </a:custGeom>
            <a:solidFill>
              <a:srgbClr val="7BB7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BB6A8B7-E29B-C61D-FA5B-37E598606E6A}"/>
                </a:ext>
              </a:extLst>
            </p:cNvPr>
            <p:cNvSpPr txBox="1"/>
            <p:nvPr userDrawn="1"/>
          </p:nvSpPr>
          <p:spPr>
            <a:xfrm>
              <a:off x="5628343" y="863585"/>
              <a:ext cx="4275027" cy="289092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r"/>
              <a:r>
                <a:rPr lang="de-AT" sz="4723" b="1">
                  <a:solidFill>
                    <a:srgbClr val="102D41"/>
                  </a:solidFill>
                  <a:latin typeface="+mj-lt"/>
                  <a:cs typeface="Leelawadee UI"/>
                </a:rPr>
                <a:t>MASCHINENBAU</a:t>
              </a:r>
              <a:endParaRPr lang="de-AT" sz="4723">
                <a:latin typeface="+mj-lt"/>
              </a:endParaRPr>
            </a:p>
          </p:txBody>
        </p: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6A2966B8-66F2-B62D-1963-234F1630302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193506" y="661503"/>
              <a:ext cx="5486398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76B20C04-2157-A10A-71FA-DB404EC1CA7D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5504400" y="297090"/>
              <a:ext cx="0" cy="9792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Grafik 26" descr="Ein Bild, das Kreis, Grafiken, Design enthält.&#10;&#10;Automatisch generierte Beschreibung">
            <a:extLst>
              <a:ext uri="{FF2B5EF4-FFF2-40B4-BE49-F238E27FC236}">
                <a16:creationId xmlns:a16="http://schemas.microsoft.com/office/drawing/2014/main" id="{E2FDFAE7-6A4B-2D4B-8C2A-67A2DB1A9C24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4019" y="2896944"/>
            <a:ext cx="1110182" cy="118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88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</p:sldLayoutIdLst>
  <p:txStyles>
    <p:titleStyle>
      <a:lvl1pPr>
        <a:defRPr sz="10533"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atin typeface="+mj-lt"/>
          <a:ea typeface="+mj-ea"/>
          <a:cs typeface="+mj-cs"/>
        </a:defRPr>
      </a:lvl1pPr>
    </p:titleStyle>
    <p:bodyStyle>
      <a:lvl1pPr marL="0">
        <a:defRPr sz="7521"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87788">
        <a:defRPr>
          <a:latin typeface="+mn-lt"/>
          <a:ea typeface="+mn-ea"/>
          <a:cs typeface="+mn-cs"/>
        </a:defRPr>
      </a:lvl2pPr>
      <a:lvl3pPr marL="1375564">
        <a:defRPr>
          <a:latin typeface="+mn-lt"/>
          <a:ea typeface="+mn-ea"/>
          <a:cs typeface="+mn-cs"/>
        </a:defRPr>
      </a:lvl3pPr>
      <a:lvl4pPr marL="2063357">
        <a:defRPr>
          <a:latin typeface="+mn-lt"/>
          <a:ea typeface="+mn-ea"/>
          <a:cs typeface="+mn-cs"/>
        </a:defRPr>
      </a:lvl4pPr>
      <a:lvl5pPr marL="2751148">
        <a:defRPr>
          <a:latin typeface="+mn-lt"/>
          <a:ea typeface="+mn-ea"/>
          <a:cs typeface="+mn-cs"/>
        </a:defRPr>
      </a:lvl5pPr>
      <a:lvl6pPr marL="3438927">
        <a:defRPr>
          <a:latin typeface="+mn-lt"/>
          <a:ea typeface="+mn-ea"/>
          <a:cs typeface="+mn-cs"/>
        </a:defRPr>
      </a:lvl6pPr>
      <a:lvl7pPr marL="4126715">
        <a:defRPr>
          <a:latin typeface="+mn-lt"/>
          <a:ea typeface="+mn-ea"/>
          <a:cs typeface="+mn-cs"/>
        </a:defRPr>
      </a:lvl7pPr>
      <a:lvl8pPr marL="4814505">
        <a:defRPr>
          <a:latin typeface="+mn-lt"/>
          <a:ea typeface="+mn-ea"/>
          <a:cs typeface="+mn-cs"/>
        </a:defRPr>
      </a:lvl8pPr>
      <a:lvl9pPr marL="5502287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2E68E-076D-F1FB-7A1C-10EC9A9AB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169EEB49-6F75-EB1F-FC29-D140D85F7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961" y="5799137"/>
            <a:ext cx="24342410" cy="32004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de-AT" sz="17000" b="1" dirty="0">
                <a:solidFill>
                  <a:srgbClr val="A2CB3E"/>
                </a:solidFill>
              </a:rPr>
              <a:t>Der Black Mirror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5BB543B-EE9D-C89C-DE90-A26F02C9C9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52754" y="8930725"/>
            <a:ext cx="27480055" cy="3654674"/>
          </a:xfrm>
        </p:spPr>
        <p:txBody>
          <a:bodyPr lIns="91440" tIns="45720" rIns="91440" bIns="45720" anchor="ctr"/>
          <a:lstStyle/>
          <a:p>
            <a:pPr algn="ctr"/>
            <a:r>
              <a:rPr lang="de-DE" dirty="0"/>
              <a:t>Black Mirror spiegelt deine Bewegungen in Echtzeit als digitale Silhouette auf einer LED-Matrix wider.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F41E5F98-F73F-4EBE-C8BA-EF11B0CC4F0C}"/>
              </a:ext>
            </a:extLst>
          </p:cNvPr>
          <p:cNvCxnSpPr>
            <a:cxnSpLocks/>
          </p:cNvCxnSpPr>
          <p:nvPr/>
        </p:nvCxnSpPr>
        <p:spPr>
          <a:xfrm flipV="1">
            <a:off x="604044" y="617537"/>
            <a:ext cx="0" cy="41606788"/>
          </a:xfrm>
          <a:prstGeom prst="line">
            <a:avLst/>
          </a:prstGeom>
          <a:ln w="22225">
            <a:gradFill>
              <a:gsLst>
                <a:gs pos="4000">
                  <a:srgbClr val="FEE32C"/>
                </a:gs>
                <a:gs pos="0">
                  <a:srgbClr val="FEE32C"/>
                </a:gs>
                <a:gs pos="38000">
                  <a:srgbClr val="102D4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70AC580C-281F-9522-E263-4C4833FB0791}"/>
              </a:ext>
            </a:extLst>
          </p:cNvPr>
          <p:cNvCxnSpPr>
            <a:cxnSpLocks/>
          </p:cNvCxnSpPr>
          <p:nvPr/>
        </p:nvCxnSpPr>
        <p:spPr>
          <a:xfrm flipV="1">
            <a:off x="29621956" y="617537"/>
            <a:ext cx="14288" cy="41606787"/>
          </a:xfrm>
          <a:prstGeom prst="line">
            <a:avLst/>
          </a:prstGeom>
          <a:ln w="22225">
            <a:gradFill>
              <a:gsLst>
                <a:gs pos="4000">
                  <a:srgbClr val="7CB7E4"/>
                </a:gs>
                <a:gs pos="0">
                  <a:srgbClr val="7CB7E4"/>
                </a:gs>
                <a:gs pos="38000">
                  <a:srgbClr val="102D4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Grafik 34" descr="Ein Bild, das Grafiken, Muster, Rechteck, Screenshot enthält.&#10;&#10;Automatisch generierte Beschreibung">
            <a:extLst>
              <a:ext uri="{FF2B5EF4-FFF2-40B4-BE49-F238E27FC236}">
                <a16:creationId xmlns:a16="http://schemas.microsoft.com/office/drawing/2014/main" id="{153263BD-D3B4-1437-3CC3-0A65D7DF95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0344" y="5655874"/>
            <a:ext cx="3360427" cy="3343663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0D625110-323F-F394-B12B-B621C3C576DE}"/>
              </a:ext>
            </a:extLst>
          </p:cNvPr>
          <p:cNvCxnSpPr>
            <a:cxnSpLocks/>
          </p:cNvCxnSpPr>
          <p:nvPr/>
        </p:nvCxnSpPr>
        <p:spPr>
          <a:xfrm>
            <a:off x="6280944" y="8999537"/>
            <a:ext cx="23760000" cy="0"/>
          </a:xfrm>
          <a:prstGeom prst="line">
            <a:avLst/>
          </a:prstGeom>
          <a:ln w="22225">
            <a:solidFill>
              <a:srgbClr val="102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FA5EECB8-D072-4047-E042-49BAD4B357AF}"/>
              </a:ext>
            </a:extLst>
          </p:cNvPr>
          <p:cNvSpPr txBox="1"/>
          <p:nvPr/>
        </p:nvSpPr>
        <p:spPr>
          <a:xfrm>
            <a:off x="1701161" y="12176687"/>
            <a:ext cx="26333874" cy="67403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de-DE" sz="7200" dirty="0"/>
              <a:t>Die Diplomarbeit „Black Mirror“ kombiniert </a:t>
            </a:r>
            <a:r>
              <a:rPr lang="de-DE" sz="7200" dirty="0" err="1"/>
              <a:t>Kamerasensorik</a:t>
            </a:r>
            <a:r>
              <a:rPr lang="de-DE" sz="7200" dirty="0"/>
              <a:t> mit künstlicher Intelligenz. Das System erfasst Personen in Echtzeit, trennt sie vom Hintergrund und wandelt ihre Gestik in eine stilisierte Silhouette um. Diese wird verzögerungsfrei auf einer LED-Matrix gespiegelt und erzeugt ein faszinierendes Zusammenspiel aus Bewegung und digitalem Abbild.</a:t>
            </a:r>
            <a:endParaRPr lang="de-AT" sz="7000" dirty="0">
              <a:solidFill>
                <a:srgbClr val="000000"/>
              </a:solidFill>
              <a:latin typeface="Helvetica"/>
              <a:ea typeface="Calibri"/>
              <a:cs typeface="Helvetica"/>
            </a:endParaRP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B7111895-B47D-E25C-0AB4-7B39879F3CEA}"/>
              </a:ext>
            </a:extLst>
          </p:cNvPr>
          <p:cNvCxnSpPr>
            <a:cxnSpLocks/>
          </p:cNvCxnSpPr>
          <p:nvPr/>
        </p:nvCxnSpPr>
        <p:spPr>
          <a:xfrm>
            <a:off x="1023144" y="37345937"/>
            <a:ext cx="26905378" cy="0"/>
          </a:xfrm>
          <a:prstGeom prst="line">
            <a:avLst/>
          </a:prstGeom>
          <a:ln w="22225">
            <a:solidFill>
              <a:srgbClr val="102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322286AF-2261-5621-8156-ED5F135C6ED7}"/>
              </a:ext>
            </a:extLst>
          </p:cNvPr>
          <p:cNvCxnSpPr>
            <a:cxnSpLocks/>
          </p:cNvCxnSpPr>
          <p:nvPr/>
        </p:nvCxnSpPr>
        <p:spPr>
          <a:xfrm>
            <a:off x="26169144" y="35364737"/>
            <a:ext cx="0" cy="5217206"/>
          </a:xfrm>
          <a:prstGeom prst="line">
            <a:avLst/>
          </a:prstGeom>
          <a:ln w="22225">
            <a:solidFill>
              <a:srgbClr val="102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el 2">
            <a:extLst>
              <a:ext uri="{FF2B5EF4-FFF2-40B4-BE49-F238E27FC236}">
                <a16:creationId xmlns:a16="http://schemas.microsoft.com/office/drawing/2014/main" id="{AACE264C-42A5-F0BC-7471-8648E383FF98}"/>
              </a:ext>
            </a:extLst>
          </p:cNvPr>
          <p:cNvSpPr txBox="1">
            <a:spLocks/>
          </p:cNvSpPr>
          <p:nvPr/>
        </p:nvSpPr>
        <p:spPr>
          <a:xfrm>
            <a:off x="-57504" y="34925272"/>
            <a:ext cx="30297791" cy="15367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defRPr sz="16973">
                <a:solidFill>
                  <a:srgbClr val="102D41"/>
                </a:solidFill>
                <a:latin typeface="+mj-lt"/>
                <a:ea typeface="+mj-ea"/>
                <a:cs typeface="Leelawadee UI" panose="020B0502040204020203" pitchFamily="34" charset="-34"/>
              </a:defRPr>
            </a:lvl1pPr>
          </a:lstStyle>
          <a:p>
            <a:pPr algn="ctr"/>
            <a:r>
              <a:rPr lang="de-AT" sz="8600" b="1" dirty="0">
                <a:solidFill>
                  <a:srgbClr val="A2CB3E"/>
                </a:solidFill>
              </a:rPr>
              <a:t>LASS DEINE IDEEN LEBENDIG WERDEN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01CC6285-DF45-C489-8977-79D7E278B2BC}"/>
              </a:ext>
            </a:extLst>
          </p:cNvPr>
          <p:cNvCxnSpPr>
            <a:cxnSpLocks/>
          </p:cNvCxnSpPr>
          <p:nvPr/>
        </p:nvCxnSpPr>
        <p:spPr>
          <a:xfrm>
            <a:off x="14967744" y="37116000"/>
            <a:ext cx="0" cy="1447800"/>
          </a:xfrm>
          <a:prstGeom prst="line">
            <a:avLst/>
          </a:prstGeom>
          <a:ln w="22225">
            <a:solidFill>
              <a:srgbClr val="102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F377ED11-055D-63BD-59A8-9EB2D52BB832}"/>
              </a:ext>
            </a:extLst>
          </p:cNvPr>
          <p:cNvCxnSpPr>
            <a:cxnSpLocks/>
          </p:cNvCxnSpPr>
          <p:nvPr/>
        </p:nvCxnSpPr>
        <p:spPr>
          <a:xfrm>
            <a:off x="1327944" y="37117337"/>
            <a:ext cx="0" cy="473744"/>
          </a:xfrm>
          <a:prstGeom prst="line">
            <a:avLst/>
          </a:prstGeom>
          <a:ln w="22225">
            <a:solidFill>
              <a:srgbClr val="102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016A2C1E-BBF3-F2B5-F209-7A1FF7FF31B5}"/>
              </a:ext>
            </a:extLst>
          </p:cNvPr>
          <p:cNvCxnSpPr>
            <a:cxnSpLocks/>
          </p:cNvCxnSpPr>
          <p:nvPr/>
        </p:nvCxnSpPr>
        <p:spPr>
          <a:xfrm>
            <a:off x="5442744" y="36998576"/>
            <a:ext cx="0" cy="936000"/>
          </a:xfrm>
          <a:prstGeom prst="line">
            <a:avLst/>
          </a:prstGeom>
          <a:ln w="22225">
            <a:solidFill>
              <a:srgbClr val="102D4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Grafik 32" descr="Ein Bild, das Muster, Quadrat, Symmetrie, Rechteck enthält.&#10;&#10;Automatisch generierte Beschreibung">
            <a:extLst>
              <a:ext uri="{FF2B5EF4-FFF2-40B4-BE49-F238E27FC236}">
                <a16:creationId xmlns:a16="http://schemas.microsoft.com/office/drawing/2014/main" id="{DB68B1BD-9C2D-7248-2B3B-79B6349A46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61123" y="37498348"/>
            <a:ext cx="3083593" cy="3083593"/>
          </a:xfrm>
          <a:prstGeom prst="rect">
            <a:avLst/>
          </a:prstGeom>
        </p:spPr>
      </p:pic>
      <p:sp>
        <p:nvSpPr>
          <p:cNvPr id="34" name="Textfeld 33">
            <a:extLst>
              <a:ext uri="{FF2B5EF4-FFF2-40B4-BE49-F238E27FC236}">
                <a16:creationId xmlns:a16="http://schemas.microsoft.com/office/drawing/2014/main" id="{A87E308A-E450-C851-1AB4-85B2EBCE7E87}"/>
              </a:ext>
            </a:extLst>
          </p:cNvPr>
          <p:cNvSpPr txBox="1"/>
          <p:nvPr/>
        </p:nvSpPr>
        <p:spPr>
          <a:xfrm>
            <a:off x="15300000" y="37440000"/>
            <a:ext cx="8264298" cy="30162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l"/>
            <a:r>
              <a:rPr lang="de-AT" sz="3800" b="1" dirty="0">
                <a:solidFill>
                  <a:srgbClr val="102D41"/>
                </a:solidFill>
                <a:latin typeface="+mj-lt"/>
              </a:rPr>
              <a:t>Verwendete Technologien</a:t>
            </a:r>
            <a:br>
              <a:rPr lang="de-AT" sz="3800" b="1" dirty="0">
                <a:solidFill>
                  <a:srgbClr val="102D41"/>
                </a:solidFill>
                <a:latin typeface="+mj-lt"/>
              </a:rPr>
            </a:br>
            <a:r>
              <a:rPr lang="en-US" sz="3800" dirty="0">
                <a:solidFill>
                  <a:srgbClr val="102D41"/>
                </a:solidFill>
                <a:latin typeface="+mn-lt"/>
              </a:rPr>
              <a:t>Raspberry Pi &amp; </a:t>
            </a:r>
            <a:r>
              <a:rPr lang="en-US" sz="3800" dirty="0" err="1">
                <a:solidFill>
                  <a:srgbClr val="102D41"/>
                </a:solidFill>
                <a:latin typeface="+mn-lt"/>
              </a:rPr>
              <a:t>PiCamera</a:t>
            </a:r>
            <a:br>
              <a:rPr lang="en-US" sz="3800" dirty="0">
                <a:solidFill>
                  <a:srgbClr val="102D41"/>
                </a:solidFill>
                <a:latin typeface="+mn-lt"/>
              </a:rPr>
            </a:br>
            <a:r>
              <a:rPr lang="en-US" sz="3800" dirty="0">
                <a:solidFill>
                  <a:srgbClr val="102D41"/>
                </a:solidFill>
                <a:latin typeface="+mn-lt"/>
              </a:rPr>
              <a:t>Python, OpenCV &amp; </a:t>
            </a:r>
            <a:r>
              <a:rPr lang="en-US" sz="3800" dirty="0" err="1">
                <a:solidFill>
                  <a:srgbClr val="102D41"/>
                </a:solidFill>
                <a:latin typeface="+mn-lt"/>
              </a:rPr>
              <a:t>MediaPipe</a:t>
            </a:r>
            <a:br>
              <a:rPr lang="en-US" sz="3800" dirty="0">
                <a:solidFill>
                  <a:srgbClr val="102D41"/>
                </a:solidFill>
                <a:latin typeface="+mn-lt"/>
              </a:rPr>
            </a:br>
            <a:r>
              <a:rPr lang="en-US" sz="3800" dirty="0" err="1">
                <a:solidFill>
                  <a:srgbClr val="102D41"/>
                </a:solidFill>
                <a:latin typeface="+mn-lt"/>
              </a:rPr>
              <a:t>Adressierbare</a:t>
            </a:r>
            <a:r>
              <a:rPr lang="en-US" sz="3800" dirty="0">
                <a:solidFill>
                  <a:srgbClr val="102D41"/>
                </a:solidFill>
                <a:latin typeface="+mn-lt"/>
              </a:rPr>
              <a:t> LED-Matrix</a:t>
            </a:r>
            <a:br>
              <a:rPr lang="en-US" sz="3800" dirty="0">
                <a:solidFill>
                  <a:srgbClr val="102D41"/>
                </a:solidFill>
                <a:latin typeface="+mn-lt"/>
              </a:rPr>
            </a:br>
            <a:r>
              <a:rPr lang="en-US" sz="3800" dirty="0">
                <a:solidFill>
                  <a:srgbClr val="102D41"/>
                </a:solidFill>
                <a:latin typeface="+mn-lt"/>
              </a:rPr>
              <a:t>CAD &amp; 3D-Druck</a:t>
            </a:r>
            <a:endParaRPr lang="de-AT" sz="3800" dirty="0">
              <a:solidFill>
                <a:srgbClr val="102D41"/>
              </a:solidFill>
              <a:latin typeface="+mn-lt"/>
              <a:cs typeface="Helvetica"/>
            </a:endParaRP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4122CF1-7009-213E-7ADA-AD11317A6202}"/>
              </a:ext>
            </a:extLst>
          </p:cNvPr>
          <p:cNvSpPr txBox="1"/>
          <p:nvPr/>
        </p:nvSpPr>
        <p:spPr>
          <a:xfrm>
            <a:off x="1440000" y="37440000"/>
            <a:ext cx="3895957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800" b="1" dirty="0">
                <a:solidFill>
                  <a:srgbClr val="102D41"/>
                </a:solidFill>
                <a:latin typeface="+mj-lt"/>
              </a:rPr>
              <a:t>Diplomanden</a:t>
            </a:r>
            <a:br>
              <a:rPr lang="de-AT" sz="3800" b="1" dirty="0">
                <a:solidFill>
                  <a:srgbClr val="102D41"/>
                </a:solidFill>
                <a:latin typeface="+mj-lt"/>
              </a:rPr>
            </a:br>
            <a:r>
              <a:rPr lang="de-AT" sz="3800" dirty="0">
                <a:solidFill>
                  <a:srgbClr val="102D41"/>
                </a:solidFill>
                <a:latin typeface="+mj-lt"/>
              </a:rPr>
              <a:t>Robert Milanovici</a:t>
            </a:r>
          </a:p>
          <a:p>
            <a:r>
              <a:rPr lang="de-AT" sz="3800" dirty="0">
                <a:solidFill>
                  <a:srgbClr val="102D41"/>
                </a:solidFill>
                <a:latin typeface="+mj-lt"/>
              </a:rPr>
              <a:t>Manuel </a:t>
            </a:r>
            <a:r>
              <a:rPr lang="de-AT" sz="3800" dirty="0" err="1">
                <a:solidFill>
                  <a:srgbClr val="102D41"/>
                </a:solidFill>
                <a:latin typeface="+mj-lt"/>
              </a:rPr>
              <a:t>Greinix</a:t>
            </a:r>
            <a:endParaRPr lang="de-AT" sz="3800" dirty="0">
              <a:solidFill>
                <a:srgbClr val="102D41"/>
              </a:solidFill>
              <a:latin typeface="+mj-lt"/>
            </a:endParaRP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E7E1AF8C-5173-116F-8BF6-B3F83B43DFCD}"/>
              </a:ext>
            </a:extLst>
          </p:cNvPr>
          <p:cNvSpPr txBox="1"/>
          <p:nvPr/>
        </p:nvSpPr>
        <p:spPr>
          <a:xfrm>
            <a:off x="5549532" y="36516419"/>
            <a:ext cx="838138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800" dirty="0">
                <a:solidFill>
                  <a:srgbClr val="102D41"/>
                </a:solidFill>
                <a:latin typeface="+mn-lt"/>
              </a:rPr>
              <a:t>Prof. DI Patz Franz Albert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52F8F95B-7732-57E3-0E47-FE1A77721A4C}"/>
              </a:ext>
            </a:extLst>
          </p:cNvPr>
          <p:cNvSpPr txBox="1"/>
          <p:nvPr/>
        </p:nvSpPr>
        <p:spPr>
          <a:xfrm>
            <a:off x="5481764" y="37389468"/>
            <a:ext cx="12090824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800" b="1" dirty="0">
                <a:solidFill>
                  <a:srgbClr val="102D41"/>
                </a:solidFill>
                <a:latin typeface="+mj-lt"/>
              </a:rPr>
              <a:t>Aufgabenbereich</a:t>
            </a:r>
          </a:p>
          <a:p>
            <a:r>
              <a:rPr lang="de-DE" sz="3800" dirty="0">
                <a:solidFill>
                  <a:srgbClr val="102D41"/>
                </a:solidFill>
                <a:latin typeface="Helvetica (Überschriften)"/>
              </a:rPr>
              <a:t>Entwicklung der Bildverarbeitungs-Software</a:t>
            </a:r>
            <a:br>
              <a:rPr lang="de-DE" sz="3800" dirty="0">
                <a:solidFill>
                  <a:srgbClr val="102D41"/>
                </a:solidFill>
                <a:latin typeface="Helvetica (Überschriften)"/>
              </a:rPr>
            </a:br>
            <a:r>
              <a:rPr lang="de-DE" sz="3800" dirty="0">
                <a:solidFill>
                  <a:srgbClr val="102D41"/>
                </a:solidFill>
                <a:latin typeface="Helvetica (Überschriften)"/>
              </a:rPr>
              <a:t>Implementierung der KI-Algorithmen</a:t>
            </a:r>
            <a:br>
              <a:rPr lang="de-DE" sz="3800" dirty="0">
                <a:solidFill>
                  <a:srgbClr val="102D41"/>
                </a:solidFill>
                <a:latin typeface="Helvetica (Überschriften)"/>
              </a:rPr>
            </a:br>
            <a:r>
              <a:rPr lang="de-DE" sz="3800" dirty="0">
                <a:solidFill>
                  <a:srgbClr val="102D41"/>
                </a:solidFill>
                <a:latin typeface="Helvetica (Überschriften)"/>
              </a:rPr>
              <a:t>Hardware-Ansteuerung der LED-Matrix</a:t>
            </a:r>
            <a:br>
              <a:rPr lang="de-DE" sz="3800" dirty="0">
                <a:solidFill>
                  <a:srgbClr val="102D41"/>
                </a:solidFill>
                <a:latin typeface="Helvetica (Überschriften)"/>
              </a:rPr>
            </a:br>
            <a:r>
              <a:rPr lang="de-DE" sz="3800" dirty="0">
                <a:solidFill>
                  <a:srgbClr val="102D41"/>
                </a:solidFill>
                <a:latin typeface="Helvetica (Überschriften)"/>
              </a:rPr>
              <a:t>Gehäusekonstruktion &amp; 3D-Design</a:t>
            </a:r>
            <a:endParaRPr lang="de-AT" sz="3800" dirty="0">
              <a:solidFill>
                <a:srgbClr val="102D41"/>
              </a:solidFill>
              <a:latin typeface="Helvetica (Überschriften)"/>
            </a:endParaRP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2FCD3214-1013-155B-9AC0-566EF017A73F}"/>
              </a:ext>
            </a:extLst>
          </p:cNvPr>
          <p:cNvSpPr txBox="1"/>
          <p:nvPr/>
        </p:nvSpPr>
        <p:spPr>
          <a:xfrm>
            <a:off x="1440000" y="36540000"/>
            <a:ext cx="3730949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3800" b="1" dirty="0">
                <a:solidFill>
                  <a:srgbClr val="102D41"/>
                </a:solidFill>
                <a:latin typeface="+mj-lt"/>
              </a:rPr>
              <a:t>Betreuer</a:t>
            </a:r>
            <a:endParaRPr lang="de-AT" sz="3800" dirty="0">
              <a:solidFill>
                <a:srgbClr val="102D41"/>
              </a:solidFill>
              <a:latin typeface="+mj-lt"/>
            </a:endParaRPr>
          </a:p>
        </p:txBody>
      </p:sp>
      <p:grpSp>
        <p:nvGrpSpPr>
          <p:cNvPr id="43" name="Gruppieren 42">
            <a:extLst>
              <a:ext uri="{FF2B5EF4-FFF2-40B4-BE49-F238E27FC236}">
                <a16:creationId xmlns:a16="http://schemas.microsoft.com/office/drawing/2014/main" id="{0C432948-3308-8699-3D2C-4BF87495CE4E}"/>
              </a:ext>
            </a:extLst>
          </p:cNvPr>
          <p:cNvGrpSpPr/>
          <p:nvPr/>
        </p:nvGrpSpPr>
        <p:grpSpPr>
          <a:xfrm>
            <a:off x="1416203" y="19171134"/>
            <a:ext cx="21558097" cy="3845606"/>
            <a:chOff x="1416203" y="19171134"/>
            <a:chExt cx="21558097" cy="3845606"/>
          </a:xfrm>
        </p:grpSpPr>
        <p:cxnSp>
          <p:nvCxnSpPr>
            <p:cNvPr id="45" name="Gerader Verbinder 44">
              <a:extLst>
                <a:ext uri="{FF2B5EF4-FFF2-40B4-BE49-F238E27FC236}">
                  <a16:creationId xmlns:a16="http://schemas.microsoft.com/office/drawing/2014/main" id="{579F8C3E-214D-0142-8791-E1950C640420}"/>
                </a:ext>
              </a:extLst>
            </p:cNvPr>
            <p:cNvCxnSpPr>
              <a:cxnSpLocks/>
            </p:cNvCxnSpPr>
            <p:nvPr/>
          </p:nvCxnSpPr>
          <p:spPr>
            <a:xfrm>
              <a:off x="1416203" y="19734150"/>
              <a:ext cx="21558097" cy="0"/>
            </a:xfrm>
            <a:prstGeom prst="line">
              <a:avLst/>
            </a:prstGeom>
            <a:ln w="22225">
              <a:solidFill>
                <a:srgbClr val="102D4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r Verbinder 45">
              <a:extLst>
                <a:ext uri="{FF2B5EF4-FFF2-40B4-BE49-F238E27FC236}">
                  <a16:creationId xmlns:a16="http://schemas.microsoft.com/office/drawing/2014/main" id="{E9858F8C-FC09-09A4-4D36-3A0D693B9A10}"/>
                </a:ext>
              </a:extLst>
            </p:cNvPr>
            <p:cNvCxnSpPr>
              <a:cxnSpLocks/>
            </p:cNvCxnSpPr>
            <p:nvPr/>
          </p:nvCxnSpPr>
          <p:spPr>
            <a:xfrm>
              <a:off x="2639003" y="19171134"/>
              <a:ext cx="0" cy="3845606"/>
            </a:xfrm>
            <a:prstGeom prst="line">
              <a:avLst/>
            </a:prstGeom>
            <a:ln w="22225">
              <a:solidFill>
                <a:srgbClr val="102D4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Grafik 4" descr="Ein Bild, das Kleidung, Menschliches Gesicht, Person, Krawatte enthält.&#10;&#10;KI-generierte Inhalte können fehlerhaft sein.">
            <a:extLst>
              <a:ext uri="{FF2B5EF4-FFF2-40B4-BE49-F238E27FC236}">
                <a16:creationId xmlns:a16="http://schemas.microsoft.com/office/drawing/2014/main" id="{592621FB-D5CD-E490-28A7-C36CB246C1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90835" y="19862981"/>
            <a:ext cx="4041974" cy="6113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Grafik 9" descr="Ein Bild, das Rechteck, Muster enthält.&#10;&#10;KI-generierte Inhalte können fehlerhaft sein.">
            <a:extLst>
              <a:ext uri="{FF2B5EF4-FFF2-40B4-BE49-F238E27FC236}">
                <a16:creationId xmlns:a16="http://schemas.microsoft.com/office/drawing/2014/main" id="{599E94E7-D19E-EF32-CAB4-792A125954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345851">
            <a:off x="3888508" y="21375552"/>
            <a:ext cx="9144128" cy="613231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Grafik 11" descr="Ein Bild, das Elektronisches Bauteil, Elektrisches Bauelement, passives Bauelement, Elektronik enthält.&#10;&#10;KI-generierte Inhalte können fehlerhaft sein.">
            <a:extLst>
              <a:ext uri="{FF2B5EF4-FFF2-40B4-BE49-F238E27FC236}">
                <a16:creationId xmlns:a16="http://schemas.microsoft.com/office/drawing/2014/main" id="{6C304790-32FE-2DEC-4F69-6419873ABC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4480" y="27589108"/>
            <a:ext cx="9770729" cy="73361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770FA05-C82C-8215-4287-69BF63E872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4983" y="20618072"/>
            <a:ext cx="8947526" cy="66796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88029C2A-E920-9D07-9642-F1BE5BF33B8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557012" y="27338823"/>
            <a:ext cx="4109619" cy="611348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AutoShape 4" descr="Raspberry Pi – Wikipedia">
            <a:extLst>
              <a:ext uri="{FF2B5EF4-FFF2-40B4-BE49-F238E27FC236}">
                <a16:creationId xmlns:a16="http://schemas.microsoft.com/office/drawing/2014/main" id="{5CB48BA4-ACD0-6303-A906-196DC4AFC6C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978080" y="30715566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28BFB47A-889D-476A-14EF-ECB147C6DC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282880" y="27776520"/>
            <a:ext cx="54292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08163"/>
      </p:ext>
    </p:extLst>
  </p:cSld>
  <p:clrMapOvr>
    <a:masterClrMapping/>
  </p:clrMapOvr>
</p:sld>
</file>

<file path=ppt/theme/theme1.xml><?xml version="1.0" encoding="utf-8"?>
<a:theme xmlns:a="http://schemas.openxmlformats.org/drawingml/2006/main" name="BUL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BUL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IRTSCHAFTSINGENIE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BUL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ELEKTRONI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BUL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E - TECHNOLOGI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BUL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MASCHINENBAU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BUL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1_BUL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BUL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2_BUL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BUL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3_BUL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BUL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5_BUL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BUL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4_BUL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BUL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6_BUL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BULM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ADA9791E4DDC644A6B8E59B0DFD8652" ma:contentTypeVersion="14" ma:contentTypeDescription="Ein neues Dokument erstellen." ma:contentTypeScope="" ma:versionID="3d3c42de13af8b4550cedbb8fb36dc75">
  <xsd:schema xmlns:xsd="http://www.w3.org/2001/XMLSchema" xmlns:xs="http://www.w3.org/2001/XMLSchema" xmlns:p="http://schemas.microsoft.com/office/2006/metadata/properties" xmlns:ns2="35fefa46-d08f-4851-9c99-9d9e2bd66268" xmlns:ns3="b530c387-0a76-4036-88f5-a115124a6a09" targetNamespace="http://schemas.microsoft.com/office/2006/metadata/properties" ma:root="true" ma:fieldsID="bf2ef90198df0c7fe233ba1bf0ac2476" ns2:_="" ns3:_="">
    <xsd:import namespace="35fefa46-d08f-4851-9c99-9d9e2bd66268"/>
    <xsd:import namespace="b530c387-0a76-4036-88f5-a115124a6a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fefa46-d08f-4851-9c99-9d9e2bd662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Bildmarkierungen" ma:readOnly="false" ma:fieldId="{5cf76f15-5ced-4ddc-b409-7134ff3c332f}" ma:taxonomyMulti="true" ma:sspId="f7be1696-1458-4fbb-921e-8af814e759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30c387-0a76-4036-88f5-a115124a6a09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000776f0-6485-4b53-8029-7b37aa4e67cf}" ma:internalName="TaxCatchAll" ma:showField="CatchAllData" ma:web="b530c387-0a76-4036-88f5-a115124a6a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530c387-0a76-4036-88f5-a115124a6a09">
      <UserInfo>
        <DisplayName>Thomas EIBEL</DisplayName>
        <AccountId>9</AccountId>
        <AccountType/>
      </UserInfo>
      <UserInfo>
        <DisplayName>Stefan Kummer</DisplayName>
        <AccountId>18</AccountId>
        <AccountType/>
      </UserInfo>
      <UserInfo>
        <DisplayName>Rudolf Schamberger</DisplayName>
        <AccountId>19</AccountId>
        <AccountType/>
      </UserInfo>
    </SharedWithUsers>
    <lcf76f155ced4ddcb4097134ff3c332f xmlns="35fefa46-d08f-4851-9c99-9d9e2bd66268">
      <Terms xmlns="http://schemas.microsoft.com/office/infopath/2007/PartnerControls"/>
    </lcf76f155ced4ddcb4097134ff3c332f>
    <TaxCatchAll xmlns="b530c387-0a76-4036-88f5-a115124a6a09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96EF09-8742-45D1-9A82-764A6EAF174A}">
  <ds:schemaRefs>
    <ds:schemaRef ds:uri="35fefa46-d08f-4851-9c99-9d9e2bd66268"/>
    <ds:schemaRef ds:uri="b530c387-0a76-4036-88f5-a115124a6a0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790963C-38FD-4ED6-9063-0423163D7EBE}">
  <ds:schemaRefs>
    <ds:schemaRef ds:uri="35fefa46-d08f-4851-9c99-9d9e2bd66268"/>
    <ds:schemaRef ds:uri="b530c387-0a76-4036-88f5-a115124a6a09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64E5C338-2AE2-40BD-997A-82203DC6D38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123</Words>
  <Application>Microsoft Office PowerPoint</Application>
  <PresentationFormat>Benutzerdefiniert</PresentationFormat>
  <Paragraphs>11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11</vt:i4>
      </vt:variant>
      <vt:variant>
        <vt:lpstr>Folientitel</vt:lpstr>
      </vt:variant>
      <vt:variant>
        <vt:i4>1</vt:i4>
      </vt:variant>
    </vt:vector>
  </HeadingPairs>
  <TitlesOfParts>
    <vt:vector size="16" baseType="lpstr">
      <vt:lpstr>Calibri</vt:lpstr>
      <vt:lpstr>Helvetica</vt:lpstr>
      <vt:lpstr>Helvetica (Überschriften)</vt:lpstr>
      <vt:lpstr>Leelawadee UI</vt:lpstr>
      <vt:lpstr>BULME</vt:lpstr>
      <vt:lpstr>WIRTSCHAFTSINGENIEURE</vt:lpstr>
      <vt:lpstr>ELEKTRONIK</vt:lpstr>
      <vt:lpstr>E - TECHNOLOGIES</vt:lpstr>
      <vt:lpstr>MASCHINENBAU</vt:lpstr>
      <vt:lpstr>1_BULME</vt:lpstr>
      <vt:lpstr>2_BULME</vt:lpstr>
      <vt:lpstr>3_BULME</vt:lpstr>
      <vt:lpstr>5_BULME</vt:lpstr>
      <vt:lpstr>4_BULME</vt:lpstr>
      <vt:lpstr>6_BULME</vt:lpstr>
      <vt:lpstr>Der Black Mirror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Thomas Eibel + Rudolf Schamberger</dc:creator>
  <cp:keywords/>
  <dc:description/>
  <cp:lastModifiedBy>Milanovici Robert</cp:lastModifiedBy>
  <cp:revision>37</cp:revision>
  <dcterms:created xsi:type="dcterms:W3CDTF">2023-11-09T13:14:12Z</dcterms:created>
  <dcterms:modified xsi:type="dcterms:W3CDTF">2026-04-16T10:54:49Z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2023-11-09T10:00:00Z</vt:filetime>
  </property>
  <property fmtid="{D5CDD505-2E9C-101B-9397-08002B2CF9AE}" pid="3" name="Creator">
    <vt:lpwstr>Adobe InDesign 18.0 (Macintosh)</vt:lpwstr>
  </property>
  <property fmtid="{D5CDD505-2E9C-101B-9397-08002B2CF9AE}" pid="4" name="LastSaved">
    <vt:filetime>2023-11-09T10:00:00Z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0x0101003ADA9791E4DDC644A6B8E59B0DFD8652</vt:lpwstr>
  </property>
  <property fmtid="{D5CDD505-2E9C-101B-9397-08002B2CF9AE}" pid="7" name="MediaServiceImageTags">
    <vt:lpwstr/>
  </property>
</Properties>
</file>