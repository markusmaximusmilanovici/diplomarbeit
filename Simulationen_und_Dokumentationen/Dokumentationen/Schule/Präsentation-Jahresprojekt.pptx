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3" r:id="rId1"/>
  </p:sldMasterIdLst>
  <p:notesMasterIdLst>
    <p:notesMasterId r:id="rId21"/>
  </p:notesMasterIdLst>
  <p:sldIdLst>
    <p:sldId id="256" r:id="rId2"/>
    <p:sldId id="276" r:id="rId3"/>
    <p:sldId id="289" r:id="rId4"/>
    <p:sldId id="282" r:id="rId5"/>
    <p:sldId id="290" r:id="rId6"/>
    <p:sldId id="291" r:id="rId7"/>
    <p:sldId id="299" r:id="rId8"/>
    <p:sldId id="293" r:id="rId9"/>
    <p:sldId id="295" r:id="rId10"/>
    <p:sldId id="294" r:id="rId11"/>
    <p:sldId id="296" r:id="rId12"/>
    <p:sldId id="297" r:id="rId13"/>
    <p:sldId id="298" r:id="rId14"/>
    <p:sldId id="288" r:id="rId15"/>
    <p:sldId id="292" r:id="rId16"/>
    <p:sldId id="284" r:id="rId17"/>
    <p:sldId id="285" r:id="rId18"/>
    <p:sldId id="286" r:id="rId19"/>
    <p:sldId id="271" r:id="rId20"/>
  </p:sldIdLst>
  <p:sldSz cx="20104100" cy="11258550"/>
  <p:notesSz cx="20104100" cy="112585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2C"/>
    <a:srgbClr val="7BB7E5"/>
    <a:srgbClr val="DE5528"/>
    <a:srgbClr val="A2CB3E"/>
    <a:srgbClr val="102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5" autoAdjust="0"/>
    <p:restoredTop sz="94286"/>
  </p:normalViewPr>
  <p:slideViewPr>
    <p:cSldViewPr>
      <p:cViewPr varScale="1">
        <p:scale>
          <a:sx n="48" d="100"/>
          <a:sy n="48" d="100"/>
        </p:scale>
        <p:origin x="830" y="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61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2CCA1-4475-43BB-8E25-41D5FBD7FEC8}" type="datetimeFigureOut">
              <a:rPr lang="de-AT" smtClean="0"/>
              <a:t>15.05.2026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08113"/>
            <a:ext cx="6784975" cy="3798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18138"/>
            <a:ext cx="16084550" cy="44338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D3D4C-C2CF-4F6C-98A3-FF8A645ED3C3}" type="slidenum">
              <a:rPr lang="de-AT" smtClean="0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2400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26" Type="http://schemas.openxmlformats.org/officeDocument/2006/relationships/image" Target="../media/image44.svg"/><Relationship Id="rId39" Type="http://schemas.openxmlformats.org/officeDocument/2006/relationships/image" Target="../media/image57.svg"/><Relationship Id="rId21" Type="http://schemas.openxmlformats.org/officeDocument/2006/relationships/image" Target="../media/image39.svg"/><Relationship Id="rId34" Type="http://schemas.openxmlformats.org/officeDocument/2006/relationships/image" Target="../media/image52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33" Type="http://schemas.openxmlformats.org/officeDocument/2006/relationships/image" Target="../media/image51.svg"/><Relationship Id="rId38" Type="http://schemas.openxmlformats.org/officeDocument/2006/relationships/image" Target="../media/image56.svg"/><Relationship Id="rId2" Type="http://schemas.openxmlformats.org/officeDocument/2006/relationships/image" Target="../media/image20.sv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29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24" Type="http://schemas.openxmlformats.org/officeDocument/2006/relationships/image" Target="../media/image42.svg"/><Relationship Id="rId32" Type="http://schemas.openxmlformats.org/officeDocument/2006/relationships/image" Target="../media/image50.svg"/><Relationship Id="rId37" Type="http://schemas.openxmlformats.org/officeDocument/2006/relationships/image" Target="../media/image55.svg"/><Relationship Id="rId40" Type="http://schemas.openxmlformats.org/officeDocument/2006/relationships/image" Target="../media/image58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28" Type="http://schemas.openxmlformats.org/officeDocument/2006/relationships/image" Target="../media/image46.svg"/><Relationship Id="rId36" Type="http://schemas.openxmlformats.org/officeDocument/2006/relationships/image" Target="../media/image54.svg"/><Relationship Id="rId10" Type="http://schemas.openxmlformats.org/officeDocument/2006/relationships/image" Target="../media/image28.svg"/><Relationship Id="rId19" Type="http://schemas.openxmlformats.org/officeDocument/2006/relationships/image" Target="../media/image37.svg"/><Relationship Id="rId31" Type="http://schemas.openxmlformats.org/officeDocument/2006/relationships/image" Target="../media/image49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Relationship Id="rId22" Type="http://schemas.openxmlformats.org/officeDocument/2006/relationships/image" Target="../media/image40.svg"/><Relationship Id="rId27" Type="http://schemas.openxmlformats.org/officeDocument/2006/relationships/image" Target="../media/image45.svg"/><Relationship Id="rId30" Type="http://schemas.openxmlformats.org/officeDocument/2006/relationships/image" Target="../media/image48.svg"/><Relationship Id="rId35" Type="http://schemas.openxmlformats.org/officeDocument/2006/relationships/image" Target="../media/image53.svg"/><Relationship Id="rId8" Type="http://schemas.openxmlformats.org/officeDocument/2006/relationships/image" Target="../media/image26.svg"/><Relationship Id="rId3" Type="http://schemas.openxmlformats.org/officeDocument/2006/relationships/image" Target="../media/image21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svg"/><Relationship Id="rId18" Type="http://schemas.openxmlformats.org/officeDocument/2006/relationships/image" Target="../media/image75.svg"/><Relationship Id="rId26" Type="http://schemas.openxmlformats.org/officeDocument/2006/relationships/image" Target="../media/image83.svg"/><Relationship Id="rId3" Type="http://schemas.openxmlformats.org/officeDocument/2006/relationships/image" Target="../media/image60.svg"/><Relationship Id="rId21" Type="http://schemas.openxmlformats.org/officeDocument/2006/relationships/image" Target="../media/image78.svg"/><Relationship Id="rId7" Type="http://schemas.openxmlformats.org/officeDocument/2006/relationships/image" Target="../media/image64.svg"/><Relationship Id="rId12" Type="http://schemas.openxmlformats.org/officeDocument/2006/relationships/image" Target="../media/image69.svg"/><Relationship Id="rId17" Type="http://schemas.openxmlformats.org/officeDocument/2006/relationships/image" Target="../media/image74.svg"/><Relationship Id="rId25" Type="http://schemas.openxmlformats.org/officeDocument/2006/relationships/image" Target="../media/image82.svg"/><Relationship Id="rId2" Type="http://schemas.openxmlformats.org/officeDocument/2006/relationships/image" Target="../media/image59.svg"/><Relationship Id="rId16" Type="http://schemas.openxmlformats.org/officeDocument/2006/relationships/image" Target="../media/image73.svg"/><Relationship Id="rId20" Type="http://schemas.openxmlformats.org/officeDocument/2006/relationships/image" Target="../media/image77.svg"/><Relationship Id="rId29" Type="http://schemas.openxmlformats.org/officeDocument/2006/relationships/image" Target="../media/image8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3.svg"/><Relationship Id="rId11" Type="http://schemas.openxmlformats.org/officeDocument/2006/relationships/image" Target="../media/image68.svg"/><Relationship Id="rId24" Type="http://schemas.openxmlformats.org/officeDocument/2006/relationships/image" Target="../media/image81.svg"/><Relationship Id="rId32" Type="http://schemas.openxmlformats.org/officeDocument/2006/relationships/image" Target="../media/image33.svg"/><Relationship Id="rId5" Type="http://schemas.openxmlformats.org/officeDocument/2006/relationships/image" Target="../media/image62.svg"/><Relationship Id="rId15" Type="http://schemas.openxmlformats.org/officeDocument/2006/relationships/image" Target="../media/image72.svg"/><Relationship Id="rId23" Type="http://schemas.openxmlformats.org/officeDocument/2006/relationships/image" Target="../media/image80.svg"/><Relationship Id="rId28" Type="http://schemas.openxmlformats.org/officeDocument/2006/relationships/image" Target="../media/image85.svg"/><Relationship Id="rId10" Type="http://schemas.openxmlformats.org/officeDocument/2006/relationships/image" Target="../media/image67.svg"/><Relationship Id="rId19" Type="http://schemas.openxmlformats.org/officeDocument/2006/relationships/image" Target="../media/image76.svg"/><Relationship Id="rId31" Type="http://schemas.openxmlformats.org/officeDocument/2006/relationships/image" Target="../media/image88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Relationship Id="rId14" Type="http://schemas.openxmlformats.org/officeDocument/2006/relationships/image" Target="../media/image71.svg"/><Relationship Id="rId22" Type="http://schemas.openxmlformats.org/officeDocument/2006/relationships/image" Target="../media/image79.svg"/><Relationship Id="rId27" Type="http://schemas.openxmlformats.org/officeDocument/2006/relationships/image" Target="../media/image84.svg"/><Relationship Id="rId30" Type="http://schemas.openxmlformats.org/officeDocument/2006/relationships/image" Target="../media/image87.svg"/></Relationships>
</file>

<file path=ppt/slideLayouts/_rels/slideLayout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svg"/><Relationship Id="rId18" Type="http://schemas.openxmlformats.org/officeDocument/2006/relationships/image" Target="../media/image105.svg"/><Relationship Id="rId26" Type="http://schemas.openxmlformats.org/officeDocument/2006/relationships/image" Target="../media/image113.svg"/><Relationship Id="rId39" Type="http://schemas.openxmlformats.org/officeDocument/2006/relationships/image" Target="../media/image126.svg"/><Relationship Id="rId21" Type="http://schemas.openxmlformats.org/officeDocument/2006/relationships/image" Target="../media/image108.svg"/><Relationship Id="rId34" Type="http://schemas.openxmlformats.org/officeDocument/2006/relationships/image" Target="../media/image121.svg"/><Relationship Id="rId42" Type="http://schemas.openxmlformats.org/officeDocument/2006/relationships/image" Target="../media/image129.svg"/><Relationship Id="rId47" Type="http://schemas.openxmlformats.org/officeDocument/2006/relationships/image" Target="../media/image134.svg"/><Relationship Id="rId50" Type="http://schemas.openxmlformats.org/officeDocument/2006/relationships/image" Target="../media/image137.svg"/><Relationship Id="rId55" Type="http://schemas.openxmlformats.org/officeDocument/2006/relationships/image" Target="../media/image142.svg"/><Relationship Id="rId7" Type="http://schemas.openxmlformats.org/officeDocument/2006/relationships/image" Target="../media/image94.svg"/><Relationship Id="rId2" Type="http://schemas.openxmlformats.org/officeDocument/2006/relationships/image" Target="../media/image89.svg"/><Relationship Id="rId16" Type="http://schemas.openxmlformats.org/officeDocument/2006/relationships/image" Target="../media/image103.svg"/><Relationship Id="rId29" Type="http://schemas.openxmlformats.org/officeDocument/2006/relationships/image" Target="../media/image116.svg"/><Relationship Id="rId11" Type="http://schemas.openxmlformats.org/officeDocument/2006/relationships/image" Target="../media/image98.svg"/><Relationship Id="rId24" Type="http://schemas.openxmlformats.org/officeDocument/2006/relationships/image" Target="../media/image111.svg"/><Relationship Id="rId32" Type="http://schemas.openxmlformats.org/officeDocument/2006/relationships/image" Target="../media/image119.svg"/><Relationship Id="rId37" Type="http://schemas.openxmlformats.org/officeDocument/2006/relationships/image" Target="../media/image124.svg"/><Relationship Id="rId40" Type="http://schemas.openxmlformats.org/officeDocument/2006/relationships/image" Target="../media/image127.svg"/><Relationship Id="rId45" Type="http://schemas.openxmlformats.org/officeDocument/2006/relationships/image" Target="../media/image132.svg"/><Relationship Id="rId53" Type="http://schemas.openxmlformats.org/officeDocument/2006/relationships/image" Target="../media/image140.svg"/><Relationship Id="rId58" Type="http://schemas.openxmlformats.org/officeDocument/2006/relationships/image" Target="../media/image145.svg"/><Relationship Id="rId5" Type="http://schemas.openxmlformats.org/officeDocument/2006/relationships/image" Target="../media/image92.svg"/><Relationship Id="rId19" Type="http://schemas.openxmlformats.org/officeDocument/2006/relationships/image" Target="../media/image106.svg"/><Relationship Id="rId4" Type="http://schemas.openxmlformats.org/officeDocument/2006/relationships/image" Target="../media/image91.svg"/><Relationship Id="rId9" Type="http://schemas.openxmlformats.org/officeDocument/2006/relationships/image" Target="../media/image96.svg"/><Relationship Id="rId14" Type="http://schemas.openxmlformats.org/officeDocument/2006/relationships/image" Target="../media/image101.svg"/><Relationship Id="rId22" Type="http://schemas.openxmlformats.org/officeDocument/2006/relationships/image" Target="../media/image109.svg"/><Relationship Id="rId27" Type="http://schemas.openxmlformats.org/officeDocument/2006/relationships/image" Target="../media/image114.svg"/><Relationship Id="rId30" Type="http://schemas.openxmlformats.org/officeDocument/2006/relationships/image" Target="../media/image117.svg"/><Relationship Id="rId35" Type="http://schemas.openxmlformats.org/officeDocument/2006/relationships/image" Target="../media/image122.svg"/><Relationship Id="rId43" Type="http://schemas.openxmlformats.org/officeDocument/2006/relationships/image" Target="../media/image130.svg"/><Relationship Id="rId48" Type="http://schemas.openxmlformats.org/officeDocument/2006/relationships/image" Target="../media/image135.svg"/><Relationship Id="rId56" Type="http://schemas.openxmlformats.org/officeDocument/2006/relationships/image" Target="../media/image143.svg"/><Relationship Id="rId8" Type="http://schemas.openxmlformats.org/officeDocument/2006/relationships/image" Target="../media/image95.svg"/><Relationship Id="rId51" Type="http://schemas.openxmlformats.org/officeDocument/2006/relationships/image" Target="../media/image138.svg"/><Relationship Id="rId3" Type="http://schemas.openxmlformats.org/officeDocument/2006/relationships/image" Target="../media/image90.svg"/><Relationship Id="rId12" Type="http://schemas.openxmlformats.org/officeDocument/2006/relationships/image" Target="../media/image99.svg"/><Relationship Id="rId17" Type="http://schemas.openxmlformats.org/officeDocument/2006/relationships/image" Target="../media/image104.svg"/><Relationship Id="rId25" Type="http://schemas.openxmlformats.org/officeDocument/2006/relationships/image" Target="../media/image112.svg"/><Relationship Id="rId33" Type="http://schemas.openxmlformats.org/officeDocument/2006/relationships/image" Target="../media/image120.svg"/><Relationship Id="rId38" Type="http://schemas.openxmlformats.org/officeDocument/2006/relationships/image" Target="../media/image125.svg"/><Relationship Id="rId46" Type="http://schemas.openxmlformats.org/officeDocument/2006/relationships/image" Target="../media/image133.svg"/><Relationship Id="rId59" Type="http://schemas.openxmlformats.org/officeDocument/2006/relationships/image" Target="../media/image146.svg"/><Relationship Id="rId20" Type="http://schemas.openxmlformats.org/officeDocument/2006/relationships/image" Target="../media/image107.svg"/><Relationship Id="rId41" Type="http://schemas.openxmlformats.org/officeDocument/2006/relationships/image" Target="../media/image128.svg"/><Relationship Id="rId54" Type="http://schemas.openxmlformats.org/officeDocument/2006/relationships/image" Target="../media/image14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3.svg"/><Relationship Id="rId15" Type="http://schemas.openxmlformats.org/officeDocument/2006/relationships/image" Target="../media/image102.svg"/><Relationship Id="rId23" Type="http://schemas.openxmlformats.org/officeDocument/2006/relationships/image" Target="../media/image110.svg"/><Relationship Id="rId28" Type="http://schemas.openxmlformats.org/officeDocument/2006/relationships/image" Target="../media/image115.svg"/><Relationship Id="rId36" Type="http://schemas.openxmlformats.org/officeDocument/2006/relationships/image" Target="../media/image123.svg"/><Relationship Id="rId49" Type="http://schemas.openxmlformats.org/officeDocument/2006/relationships/image" Target="../media/image136.svg"/><Relationship Id="rId57" Type="http://schemas.openxmlformats.org/officeDocument/2006/relationships/image" Target="../media/image144.svg"/><Relationship Id="rId10" Type="http://schemas.openxmlformats.org/officeDocument/2006/relationships/image" Target="../media/image97.svg"/><Relationship Id="rId31" Type="http://schemas.openxmlformats.org/officeDocument/2006/relationships/image" Target="../media/image118.svg"/><Relationship Id="rId44" Type="http://schemas.openxmlformats.org/officeDocument/2006/relationships/image" Target="../media/image131.svg"/><Relationship Id="rId52" Type="http://schemas.openxmlformats.org/officeDocument/2006/relationships/image" Target="../media/image139.svg"/><Relationship Id="rId60" Type="http://schemas.openxmlformats.org/officeDocument/2006/relationships/image" Target="../media/image147.svg"/></Relationships>
</file>

<file path=ppt/slideLayouts/_rels/slideLayout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.svg"/><Relationship Id="rId18" Type="http://schemas.openxmlformats.org/officeDocument/2006/relationships/image" Target="../media/image164.svg"/><Relationship Id="rId26" Type="http://schemas.openxmlformats.org/officeDocument/2006/relationships/image" Target="../media/image172.svg"/><Relationship Id="rId21" Type="http://schemas.openxmlformats.org/officeDocument/2006/relationships/image" Target="../media/image167.svg"/><Relationship Id="rId34" Type="http://schemas.openxmlformats.org/officeDocument/2006/relationships/image" Target="../media/image180.svg"/><Relationship Id="rId7" Type="http://schemas.openxmlformats.org/officeDocument/2006/relationships/image" Target="../media/image153.svg"/><Relationship Id="rId12" Type="http://schemas.openxmlformats.org/officeDocument/2006/relationships/image" Target="../media/image158.svg"/><Relationship Id="rId17" Type="http://schemas.openxmlformats.org/officeDocument/2006/relationships/image" Target="../media/image163.svg"/><Relationship Id="rId25" Type="http://schemas.openxmlformats.org/officeDocument/2006/relationships/image" Target="../media/image171.svg"/><Relationship Id="rId33" Type="http://schemas.openxmlformats.org/officeDocument/2006/relationships/image" Target="../media/image179.svg"/><Relationship Id="rId2" Type="http://schemas.openxmlformats.org/officeDocument/2006/relationships/image" Target="../media/image148.svg"/><Relationship Id="rId16" Type="http://schemas.openxmlformats.org/officeDocument/2006/relationships/image" Target="../media/image162.svg"/><Relationship Id="rId20" Type="http://schemas.openxmlformats.org/officeDocument/2006/relationships/image" Target="../media/image166.svg"/><Relationship Id="rId29" Type="http://schemas.openxmlformats.org/officeDocument/2006/relationships/image" Target="../media/image17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2.svg"/><Relationship Id="rId11" Type="http://schemas.openxmlformats.org/officeDocument/2006/relationships/image" Target="../media/image157.svg"/><Relationship Id="rId24" Type="http://schemas.openxmlformats.org/officeDocument/2006/relationships/image" Target="../media/image170.svg"/><Relationship Id="rId32" Type="http://schemas.openxmlformats.org/officeDocument/2006/relationships/image" Target="../media/image178.svg"/><Relationship Id="rId37" Type="http://schemas.openxmlformats.org/officeDocument/2006/relationships/image" Target="../media/image183.svg"/><Relationship Id="rId5" Type="http://schemas.openxmlformats.org/officeDocument/2006/relationships/image" Target="../media/image151.svg"/><Relationship Id="rId15" Type="http://schemas.openxmlformats.org/officeDocument/2006/relationships/image" Target="../media/image161.svg"/><Relationship Id="rId23" Type="http://schemas.openxmlformats.org/officeDocument/2006/relationships/image" Target="../media/image169.svg"/><Relationship Id="rId28" Type="http://schemas.openxmlformats.org/officeDocument/2006/relationships/image" Target="../media/image174.svg"/><Relationship Id="rId36" Type="http://schemas.openxmlformats.org/officeDocument/2006/relationships/image" Target="../media/image182.svg"/><Relationship Id="rId10" Type="http://schemas.openxmlformats.org/officeDocument/2006/relationships/image" Target="../media/image156.svg"/><Relationship Id="rId19" Type="http://schemas.openxmlformats.org/officeDocument/2006/relationships/image" Target="../media/image165.svg"/><Relationship Id="rId31" Type="http://schemas.openxmlformats.org/officeDocument/2006/relationships/image" Target="../media/image177.svg"/><Relationship Id="rId4" Type="http://schemas.openxmlformats.org/officeDocument/2006/relationships/image" Target="../media/image150.svg"/><Relationship Id="rId9" Type="http://schemas.openxmlformats.org/officeDocument/2006/relationships/image" Target="../media/image155.svg"/><Relationship Id="rId14" Type="http://schemas.openxmlformats.org/officeDocument/2006/relationships/image" Target="../media/image160.svg"/><Relationship Id="rId22" Type="http://schemas.openxmlformats.org/officeDocument/2006/relationships/image" Target="../media/image168.svg"/><Relationship Id="rId27" Type="http://schemas.openxmlformats.org/officeDocument/2006/relationships/image" Target="../media/image173.svg"/><Relationship Id="rId30" Type="http://schemas.openxmlformats.org/officeDocument/2006/relationships/image" Target="../media/image176.svg"/><Relationship Id="rId35" Type="http://schemas.openxmlformats.org/officeDocument/2006/relationships/image" Target="../media/image181.svg"/><Relationship Id="rId8" Type="http://schemas.openxmlformats.org/officeDocument/2006/relationships/image" Target="../media/image154.svg"/><Relationship Id="rId3" Type="http://schemas.openxmlformats.org/officeDocument/2006/relationships/image" Target="../media/image14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651" y="3571875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0FF1A4-E5E8-E342-E9AA-1F2E73A3F3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0925" y="8351775"/>
            <a:ext cx="17400038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Optionaler Zusatztext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4" name="Textplatzhalter 3">
            <a:extLst>
              <a:ext uri="{FF2B5EF4-FFF2-40B4-BE49-F238E27FC236}">
                <a16:creationId xmlns:a16="http://schemas.microsoft.com/office/drawing/2014/main" id="{D9089E71-C91B-439A-7E0D-91F767E15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651" y="5172075"/>
            <a:ext cx="17297399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Unterüberschrift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18538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66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6" y="4837187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NEUER ABSCHNITT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3270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70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2EF2888-4A07-6822-BC58-48DE52390A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4887" y="2460625"/>
            <a:ext cx="18119725" cy="75612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28395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1109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54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lang="de-AT" sz="3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353612" y="2461048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5A4E626C-BF99-D1AE-62AC-17343085F7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011DEACC-F6F4-21EE-1331-99FFB0B984A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1D0ACAC1-6EB0-E7AD-2919-FF7A7102050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F818B0CB-0C5B-0006-441C-6577F0AB69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857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latinLnBrk="1"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latinLnBrk="1">
              <a:defRPr sz="2800">
                <a:solidFill>
                  <a:schemeClr val="bg1"/>
                </a:solidFill>
              </a:defRPr>
            </a:lvl2pPr>
            <a:lvl3pPr latinLnBrk="1">
              <a:defRPr sz="2400">
                <a:solidFill>
                  <a:schemeClr val="bg1"/>
                </a:solidFill>
              </a:defRPr>
            </a:lvl3pPr>
            <a:lvl4pPr latinLnBrk="1"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43660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endParaRPr lang="de-AT" dirty="0"/>
          </a:p>
          <a:p>
            <a:endParaRPr dirty="0"/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4648E570-02A9-8D1A-9A99-C60139E9D72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22267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17" name="Holder 2">
            <a:extLst>
              <a:ext uri="{FF2B5EF4-FFF2-40B4-BE49-F238E27FC236}">
                <a16:creationId xmlns:a16="http://schemas.microsoft.com/office/drawing/2014/main" id="{4D754149-893F-CAB9-A3E1-DC7D169E40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558E528A-5EF9-0AAB-C345-0B6BB9D44AE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19" name="Holder 4">
            <a:extLst>
              <a:ext uri="{FF2B5EF4-FFF2-40B4-BE49-F238E27FC236}">
                <a16:creationId xmlns:a16="http://schemas.microsoft.com/office/drawing/2014/main" id="{A7C16352-0FD5-B157-DF83-E05420BE531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20" name="Holder 5">
            <a:extLst>
              <a:ext uri="{FF2B5EF4-FFF2-40B4-BE49-F238E27FC236}">
                <a16:creationId xmlns:a16="http://schemas.microsoft.com/office/drawing/2014/main" id="{224E43AC-533A-4DCA-92E4-C9EF34B711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95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  <p15:guide id="6" pos="4200">
          <p15:clr>
            <a:srgbClr val="FBAE40"/>
          </p15:clr>
        </p15:guide>
        <p15:guide id="7" pos="8464">
          <p15:clr>
            <a:srgbClr val="FBAE40"/>
          </p15:clr>
        </p15:guide>
        <p15:guide id="8" pos="4563">
          <p15:clr>
            <a:srgbClr val="FBAE40"/>
          </p15:clr>
        </p15:guide>
        <p15:guide id="9" pos="81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Content + Multimed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75838" y="2460625"/>
            <a:ext cx="8745283" cy="7559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2000">
                <a:solidFill>
                  <a:schemeClr val="bg1"/>
                </a:solidFill>
                <a:latin typeface="Helvetica" pitchFamily="2" charset="0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7ADF31C3-4247-255E-4FFE-E58A91AA2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6C09CE1C-E5B2-EB7B-852A-0D5A9F2B0F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A9DAC673-B748-8FFD-B922-3513C00E61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8A989426-AEA5-BBC3-B901-36B083410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1246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46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937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D8A3C0C5-ED4F-557D-11EF-74B4301194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16D0F147-E9CE-56AA-024D-C2F3D44AD3B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67091565-3B12-2503-3A93-ED18C1588F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39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but NO 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5" y="4837187"/>
            <a:ext cx="17949407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FINALE WORTE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Holder 3">
            <a:extLst>
              <a:ext uri="{FF2B5EF4-FFF2-40B4-BE49-F238E27FC236}">
                <a16:creationId xmlns:a16="http://schemas.microsoft.com/office/drawing/2014/main" id="{136DB7B2-2AEB-1B5D-4AD8-00980763D9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5034" y="6637387"/>
            <a:ext cx="17749578" cy="3337024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25000"/>
              </a:lnSpc>
              <a:buFontTx/>
              <a:buNone/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Eventuell weitere Hinweise wie </a:t>
            </a:r>
          </a:p>
          <a:p>
            <a:pPr lvl="1"/>
            <a:r>
              <a:rPr lang="de-AT" dirty="0"/>
              <a:t>Handlungsaufforderungen</a:t>
            </a:r>
          </a:p>
          <a:p>
            <a:pPr lvl="1"/>
            <a:r>
              <a:rPr lang="de-AT" dirty="0"/>
              <a:t>Downloadbare Ressourcen oder Literatur</a:t>
            </a:r>
          </a:p>
          <a:p>
            <a:pPr lvl="1"/>
            <a:r>
              <a:rPr lang="de-AT" dirty="0"/>
              <a:t>QR-Code, Ausblick oder finaler Humor…</a:t>
            </a:r>
          </a:p>
        </p:txBody>
      </p:sp>
    </p:spTree>
    <p:extLst>
      <p:ext uri="{BB962C8B-B14F-4D97-AF65-F5344CB8AC3E}">
        <p14:creationId xmlns:p14="http://schemas.microsoft.com/office/powerpoint/2010/main" val="286048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13" userDrawn="1">
          <p15:clr>
            <a:srgbClr val="FBAE40"/>
          </p15:clr>
        </p15:guide>
        <p15:guide id="2" pos="707" userDrawn="1">
          <p15:clr>
            <a:srgbClr val="FBAE40"/>
          </p15:clr>
        </p15:guide>
        <p15:guide id="3" pos="1204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 Schriftart, BULME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Schriftarten, Farben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2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 Schriftart: 	Helvetica </a:t>
            </a:r>
            <a:b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-Blau:		HEX	#102D41</a:t>
            </a:r>
          </a:p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 │45│65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WING:			HEX	#FFE32C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255 │227│44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Elektrotechnik:</a:t>
            </a:r>
            <a:r>
              <a:rPr lang="de-AT" dirty="0">
                <a:solidFill>
                  <a:srgbClr val="DE552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	#DE5528</a:t>
            </a:r>
          </a:p>
          <a:p>
            <a:pPr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4298950" algn="l"/>
              </a:tabLst>
            </a:pPr>
            <a:r>
              <a:rPr lang="de-AT" dirty="0">
                <a:solidFill>
                  <a:srgbClr val="DE5528"/>
                </a:solidFill>
                <a:cs typeface="Times New Roman" panose="02020603050405020304" pitchFamily="18" charset="0"/>
              </a:rPr>
              <a:t>					             RGB 222 │85│40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Elektronik:			HEX	#A2CB3E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162 │203│62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Maschinenbau:		HEX	#7BB7E5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123 │183│229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038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 Logos, Symbo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Logos und Symbole zum kopieren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pic>
        <p:nvPicPr>
          <p:cNvPr id="34" name="Grafik 3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0858975-A949-6BF1-5C52-669B5DCFB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2820963"/>
            <a:ext cx="7772400" cy="21254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60BE52C-BFE1-0333-109C-D645A6EA82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072" y="2526980"/>
            <a:ext cx="720000" cy="72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5CFCF8-9979-89FF-8ABA-46DFF0D741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5205" y="2598980"/>
            <a:ext cx="720000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5BA65C4-A21B-96D8-C8A5-E756029A6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5024" y="2598980"/>
            <a:ext cx="720000" cy="576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B5310F-F26B-ECAB-8E63-0F38230DE4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5205" y="2531579"/>
            <a:ext cx="720000" cy="72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6893947-3029-0FAB-82D6-0F74BEBFBF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8452" y="2642435"/>
            <a:ext cx="720000" cy="576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D1A942D-3B2A-F3FB-99C6-33125DB637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1699" y="2598980"/>
            <a:ext cx="720000" cy="72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9ED5752-66FB-08DF-AA8E-F2F154A61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65197" y="2642435"/>
            <a:ext cx="720000" cy="72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7BE9122-9205-D294-5601-D714FDF383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8695" y="2742980"/>
            <a:ext cx="720000" cy="576000"/>
          </a:xfrm>
          <a:prstGeom prst="rect">
            <a:avLst/>
          </a:prstGeom>
        </p:spPr>
      </p:pic>
      <p:pic>
        <p:nvPicPr>
          <p:cNvPr id="25" name="Grafik 24" descr="Ein Bild, das Muster, Rechteck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8C984062-F744-A786-0F84-40D93D09E5A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5845299"/>
            <a:ext cx="3352800" cy="33401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C05F0FFF-3C4B-2D63-47A8-48FA94DB5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2050" y="2642435"/>
            <a:ext cx="720000" cy="72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73EAE80F-521C-056E-F07D-70679A7A58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55130" y="6086599"/>
            <a:ext cx="2857500" cy="28575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629625EF-F18F-678D-70BA-15A324AE9318}"/>
              </a:ext>
            </a:extLst>
          </p:cNvPr>
          <p:cNvSpPr txBox="1"/>
          <p:nvPr userDrawn="1"/>
        </p:nvSpPr>
        <p:spPr>
          <a:xfrm>
            <a:off x="1383071" y="9185399"/>
            <a:ext cx="582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BULME EL QR-Code (weiß / schwarz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19410B0-3523-2237-08A8-D6B306FA93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2847" y="608659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4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Menschen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2D38797-2CED-D0B2-76F3-E7672D160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8714" y="3097833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42D7C0A-169A-99AD-0E6E-8BA861772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8235" y="5871108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8CCB0C2-B292-FF58-590E-9445AFC214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2064" y="3142410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32D90A3-9631-7148-DAF2-AEA501020F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064" y="3142410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93E0487-5A4A-8153-6093-A37779616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8796" y="5879492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DF4B646-936B-8447-79EB-5A08682C4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2064" y="3142410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394D8BB-99B6-0637-2855-D169C0E68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9607" y="3182235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3D16725-DB21-2039-93DB-3F8CEB5C11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6112" y="3182235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D56B575E-C10B-2B33-F217-E9BF7D1741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87600" y="3142410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30689F6-E6C5-5FDD-FDD5-4EC30CB867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06896" y="3077110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29776758-634D-D743-9655-C287DE8062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38796" y="3177435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964D6F53-A497-AF53-F317-71A6996C24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7780" y="5932810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35A15CB2-50AE-FE32-8D69-8ABE0B2C45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74996" y="3077110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BD4E65D-DFC0-2FD8-596C-8F1675EBF5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379328" y="3077110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DA7BB369-55A4-3208-0153-09D351581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943096" y="3077110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AC31D608-D640-8D3E-25F7-DF1726344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53160" y="3077110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D2DE2B60-0198-0ADC-B7DD-19761A9516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1114" y="4502823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ACAFBE0-FBAC-ED73-6F3E-7252808E1B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02064" y="4488198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7C0576E3-64D6-14C6-5AA8-1C47405A62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51114" y="450282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E8CEEA6-C5C7-14DF-D518-E4C2092495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50576" y="4488198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0162998-20AE-184E-8156-EC60B2DDA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53014" y="4502823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4E7C86CE-3A8E-0DD0-9169-6BDDCA65BD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22349" y="4430009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97B608BF-080B-EA2F-A264-82393274E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48138" y="4388767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CE7F21CB-CE6C-0D0A-4EA7-A3A8B4176D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008430" y="4455360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387223CC-2686-E6C3-14AE-DD5C0C444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4337" y="3077110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C9D1C9FA-87CA-B868-D58D-61C0E4F646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77690" y="5871108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39E97EC5-5185-4E66-D477-22D8EAD35A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870696" y="3097833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DC7DC153-50AC-06B3-A35E-4E6DDBFB60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43719" y="5899311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0E4ED5AC-A2A2-8D25-C679-F2136D97F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951114" y="5932810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476F4A78-1C7F-0670-10CA-08AF820B9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2398" y="5999385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751A64D-8F97-194A-8C5F-9EB6E79EA8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04751" y="5879492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4E409635-59A2-AB48-F94D-D888C46BBD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113114" y="5932810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6B806C2-36EB-BDC0-F196-194C8CCFB1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8300592" y="4456597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0F3B0CA4-F705-4DF8-6489-E30237501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31114" y="5899311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BEB5A37B-8FAE-4A68-0A2D-CE79A20BF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88402" y="4474305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44695755-80B0-4089-4B71-1CD5DB73E6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427917" y="4474305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FDE81B6F-7A65-B975-261B-40A2B6C490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140300" y="4367410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C631958-48C3-16F0-F53F-A190F8D9F2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138796" y="4455360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A7D8FA9A-7591-7923-9FCE-4F2B30C261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436035" y="445834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88950A23-CAEC-5C49-BA60-AB111F15D1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689309" y="447430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3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Tech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760FB9-2C73-EC02-9D85-C9AAE9261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70432" y="2396164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FB2BC41-D5A6-E055-B969-DBA9FDE018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440" y="2396164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1D33D87-6363-0CD2-F06E-25EF5AED62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1376" y="2372939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B18F84F-318D-ADD9-9DA5-59F7D734EE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4592" y="2438214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CB1DD05-9E55-A4AA-FE3F-0807346D8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44" y="2372939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5100944-D5DC-4979-1A47-DB8E4278C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74644" y="531759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96257F6-3806-F8A0-F95F-E309C9EC3A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5764" y="5325604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C3BEED0-4930-7BF0-6E95-8040D47DE4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71610" y="3908539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54C1CFA-0542-B8B8-1F1E-F968C63A6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1378" y="5359239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DCE6BE2-D2B1-F549-E45B-F6A3D3FA2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06866" y="5390615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1BAF731-B772-5FFA-9E89-81EDC80C3F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39918" y="5337114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16CC388-DD53-F949-AB5C-3B29F41F86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388" y="3879664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7F3E894-5FC5-8BD7-25CD-CDD0CB4E84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5306" y="3908539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E87A5DA6-B578-23CC-CE93-EB4ECB46A6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768" y="5319527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FF2401F8-BFB5-6E95-951F-B9F7888B3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08030" y="5319527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24D8640F-859B-3387-2173-280429F784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97158" y="5319527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BE7BC537-F495-3236-1454-1822437789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75246" y="532210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DA339883-6A38-4421-CC35-529EBB545D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926631" y="5319527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073B6C08-8357-92D5-ED55-C60E5F163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44464" y="2428714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1BFDE45F-F24B-0DE3-E830-0B6C335F81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640814" y="5337114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D8059820-F441-F1B4-5244-82ED355563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7442" y="2386664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610872A6-49FA-ED7E-91B3-DF7DBA304A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710420" y="2372939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488944C7-CA5B-20DA-5811-BE5558A72E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990426" y="2372939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E050FFBD-C253-851D-F26B-8174056E6F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66388" y="5319527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71B66BFA-5603-A7F5-E36E-943955DD73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350432" y="5325604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EA89255B-CCB2-46FA-2CC2-3FA55F8C92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583464" y="2405664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377BB85A-A298-9B0E-D1E1-BCD5AE11A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28731" y="3927889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96D67255-FA57-6122-6D64-3BD20301A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71946" y="3926614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CF4A6D4C-D05E-FA24-FD64-32C37D0CEB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985516" y="3926027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55F56D86-F251-9983-F018-01134C1B0B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876312" y="2396164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53DFD9E2-5A07-8444-1369-E08516EB18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542782" y="247885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3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Finance et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Finanzen etc.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392C84-C8F1-C71A-D368-6CD4F8BCF5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87334" y="1910926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378DCF-ED63-3937-A030-0D6A6657F0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1193" y="1910926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36B7CE1-890F-1D7C-C139-B06B6B99C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125" y="1963707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528064D-AEDD-4673-2FDE-10CE5F3A56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9387" y="1920863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52B31E9-298F-831D-24B2-9BE65A776F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3486" y="3253875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9B4ED6C-72E8-1169-6158-C427851ACE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8024" y="3253875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BEC772E-BEE5-6AD8-DBA1-78914EA5C4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86950" y="3275441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DF227F9A-0D54-1E21-1F8C-7139EBBFF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3418" y="1920863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D36DB02-3493-0608-526E-0D61CCD39F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0312" y="1920863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9249C1F-2D9F-D416-2032-8D65BB003F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48682" y="1942763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8DF9EAA9-79ED-64B6-2F6A-0F0A06F4B1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5026" y="1920863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29C397B5-6C32-0CCC-09F8-08A3492D4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74645" y="1920863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03BC0A7-2A8C-0213-B53F-052F1076DC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56350" y="1920863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D08825D-1F5C-7FE6-F0D0-9E2CBA93FC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74690" y="3275441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5F364A8-FE9C-8F50-ABA8-BE6403F1D9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44214" y="3316406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CA1B4A4F-F199-A946-20BF-297B23C908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621358" y="3277241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1EEE7556-4EB3-8D3D-90A6-C09C86210B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65382" y="3253875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A7C9DDFA-B3EE-D330-7E58-78BAC07B22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003237" y="3275441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E9B2AEB3-6633-FDB9-B0DD-88E60BE059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0814" y="328896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9169B0D-4F3A-6C40-ACA3-CEBEAA75D1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0486" y="1920863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C9EFC726-53AA-A808-82A3-C62F77C98C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056350" y="3264566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6EA52B65-AE3E-8ED7-133E-AD0F3FC3A6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40282" y="3275441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67B6EA5C-C0D5-DDB2-F9B4-D47BC83DAB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265840" y="7286813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09F4E29D-5146-2A29-A038-8467E9729C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39738" y="7317275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92D80BE4-A21B-96EE-BBD5-1A5E201DAD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17867" y="5821287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FBDCB48-61F8-935E-A68C-4FBBE333EF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283418" y="8797687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54ED0D32-9526-115F-2FF2-0E518DD0E4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37793" y="8797687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88B746B5-E753-C3A9-3000-6ED69E081B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7581" y="8797687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E440CF0A-07C6-2B67-5A8A-2DAA52BA71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5690068" y="7194488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CF734041-D34C-0B54-86A1-692983C38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4486619" y="7194488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A5653365-B31A-FD17-BD34-80C8297471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46590" y="7317275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EC6BB471-033A-9D0B-6BD1-893657F2E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637340" y="5811263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C99F6A7B-5816-1EA6-162B-00AC1174A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078224" y="8702600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50E0464C-6F0B-F012-3A15-0E511C5C5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20729" y="7286863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586EC1E1-4753-B9C4-3DE9-096646E23F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037793" y="5816813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8F9BC8A8-E273-2C4B-12DB-9BC3AE5FC0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295112" y="5835274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CE3C50A7-D5B2-3012-0F65-6C868730BA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058009" y="8637045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3CFA519-FAAF-74EA-293C-0517D42A51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933500" y="8637045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7A176E88-0824-2D61-F3B3-603F0805FE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6896326" y="719448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A49050FA-2C72-BEED-13C3-B29EB0652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8195354" y="7193719"/>
            <a:ext cx="1080000" cy="1080000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E480E05E-3E8B-68E6-08D3-5B677EBE18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569643" y="5810482"/>
            <a:ext cx="1080000" cy="1080000"/>
          </a:xfrm>
          <a:prstGeom prst="rect">
            <a:avLst/>
          </a:prstGeom>
        </p:spPr>
      </p:pic>
      <p:pic>
        <p:nvPicPr>
          <p:cNvPr id="80" name="Grafik 79">
            <a:extLst>
              <a:ext uri="{FF2B5EF4-FFF2-40B4-BE49-F238E27FC236}">
                <a16:creationId xmlns:a16="http://schemas.microsoft.com/office/drawing/2014/main" id="{92C97253-44DC-0BB4-D98D-1A3E46453A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844174" y="5749037"/>
            <a:ext cx="1080000" cy="1080000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0CE8DA80-30A0-AAFD-D3CD-48303AE686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81757" y="8765825"/>
            <a:ext cx="1080000" cy="1080000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3F588592-3A75-6316-2B70-989297E7D5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344403" y="7286813"/>
            <a:ext cx="1080000" cy="1080000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5F4A015E-3A6F-6A6D-8951-84931A7654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357491" y="7262737"/>
            <a:ext cx="1080000" cy="1080000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C52656B8-7C72-E1A8-3929-76CA0AC207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237642" y="5821287"/>
            <a:ext cx="1080000" cy="1080000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F097CD53-652A-6B87-0650-FC78BAB2A8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3141227" y="5804012"/>
            <a:ext cx="1080000" cy="1080000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CDD93587-FA77-55A6-68EB-DEFD2442CE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6896326" y="5749037"/>
            <a:ext cx="1080000" cy="1080000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B429180D-6EF1-72BA-3FD3-BF042796EC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309205" y="7268906"/>
            <a:ext cx="1080000" cy="1080000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F99FF2F2-9D5A-B5EA-EF7D-EA4DC12CF8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437491" y="7286813"/>
            <a:ext cx="1080000" cy="1080000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15C929FE-F395-93EB-3B66-0B8449E0D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5621795" y="5801712"/>
            <a:ext cx="1080000" cy="108000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F3CB4DFC-E113-AC82-ED26-05E71C471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437491" y="5811263"/>
            <a:ext cx="1080000" cy="1080000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B4DEA80E-F7D2-4654-D083-3BA78F3898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4486619" y="5782174"/>
            <a:ext cx="1080000" cy="1080000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56E0DF99-AD5A-6E28-31E5-FC2B4C6501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646590" y="8839974"/>
            <a:ext cx="1080000" cy="1080000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ACEC1713-CF94-C630-3C70-4343462D24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9505862" y="8697650"/>
            <a:ext cx="1080000" cy="108000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3D8B58F1-4BA6-95D1-DBD8-A443B93FE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27581" y="5821287"/>
            <a:ext cx="1080000" cy="1080000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4DD96B29-29C1-BE1B-571A-5A395AA1EC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4411423" y="8797687"/>
            <a:ext cx="1080000" cy="1080000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B3B6E9FD-4EC8-ED15-CA06-5061553EFA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056333" y="7317275"/>
            <a:ext cx="1080000" cy="1080000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81A51E79-E928-4CC8-4A62-3495BC0F9C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017716" y="5811263"/>
            <a:ext cx="1080000" cy="1080000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9A384AEF-34B6-BF2F-B6A1-B49905F0E4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27581" y="728681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Pfeile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908A9D-C721-8506-3DEC-DCEDF53E9D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874" y="2622533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5EAA75E-A0A7-C855-406F-9E8A16D2EF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93199" y="2726283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44A50A1-691A-B51C-73BA-EE58287793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96888" y="2726283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6593021-A8E0-8335-48D0-DEBD584106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0949" y="2622533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C70944-6387-1270-9CA5-A0773BB2F0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0149" y="2629496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6226185-5942-529A-4892-E04A509426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0949" y="267355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BDF699-29E7-B7FD-8C0B-F5822EC01B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1702" y="2568867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304A049-6CFA-4336-4DF6-E12099E8B0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1599" y="2584302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7F132FF-2319-EDAB-D25E-EEB39820B4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65299" y="2726283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1699BDC-8BD0-B6FA-A5E0-25F81B87B4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74574" y="2726283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C0B0A39-EA38-29E2-1A5E-52AE83136A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31093" y="2756508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B7D5C1D-BD86-1F0F-8AF1-3158150D8A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388538" y="4410333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7BCDA58-AC82-9A92-74D7-13ED57204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36776" y="4410333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950F247E-9582-4CF0-C5C3-72DB74C422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03193" y="2756508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1D7D0F4A-57DB-5455-C02A-156FDB0D82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516888" y="4525083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9E21938-E290-14B8-AC91-FA47628159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17724" y="4571058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6688428-6BE1-3FC0-5D8A-523CEA8E1E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54699" y="441033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14BF561C-8FD6-1248-4784-48BEF6DDC2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66874" y="4469021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45188F61-CD26-1431-2831-E2E28B98D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17436" y="4410333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5CECEC51-9E8A-D348-B2F7-7E1CEFCF17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65674" y="4469021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653FF4A8-0AA5-DB13-8F8F-49AD19D1E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59512" y="6366471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51EAAD84-9D07-66C0-0E46-0B61A2C7C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10999" y="6350196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98D9801B-8C96-D677-59BA-3E99B1CE5A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168449" y="7826646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90AFCA52-B8BD-1A40-315F-20584B92C5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47098" y="6278209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8A348409-22CE-7A56-FDA6-B9D6C1DFEA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96374" y="7856946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1EF70462-BAA2-8BDE-B4C3-3991F4AD5D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0949" y="7851171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B3BB2537-D1D1-3A00-9303-FC649C0207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63149" y="6412671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270A6B89-E49A-E8FA-ACDF-A9453BAF93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833224" y="7826646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72676831-861D-2ACF-19BC-8D95B6C97B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571186" y="6439383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B8F42756-66EF-81D4-C123-5BCEFD97F9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562224" y="7851171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B65E1B85-9A53-8B68-99FF-7912E7C8BD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397449" y="6412446"/>
            <a:ext cx="1080000" cy="1080000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F5D92250-9DE3-750A-DC55-837C33B566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947210" y="6231471"/>
            <a:ext cx="1080000" cy="1080000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AB73CC29-E6A4-6993-B6B0-FD4BB5BDBB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075924" y="7826646"/>
            <a:ext cx="1080000" cy="1080000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8712A4BB-FE21-1DD7-6B0A-2468DAAFF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346986" y="6310409"/>
            <a:ext cx="1080000" cy="1080000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C312F2C1-1B8D-0E62-F9FF-FFFCF18F0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394674" y="7826646"/>
            <a:ext cx="1080000" cy="1080000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887D7093-4540-EB4F-EFFE-E2FBDBA9BB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396374" y="785117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8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470452"/>
            <a:ext cx="6433312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‹Nr.›</a:t>
            </a:fld>
            <a:endParaRPr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FB6FE013-D504-22CE-C6F6-3BAF6D319F64}"/>
              </a:ext>
            </a:extLst>
          </p:cNvPr>
          <p:cNvSpPr/>
          <p:nvPr userDrawn="1"/>
        </p:nvSpPr>
        <p:spPr>
          <a:xfrm>
            <a:off x="13927200" y="732731"/>
            <a:ext cx="6183250" cy="555179"/>
          </a:xfrm>
          <a:custGeom>
            <a:avLst/>
            <a:gdLst/>
            <a:ahLst/>
            <a:cxnLst/>
            <a:rect l="l" t="t" r="r" b="b"/>
            <a:pathLst>
              <a:path w="6217284" h="529590">
                <a:moveTo>
                  <a:pt x="6216742" y="0"/>
                </a:moveTo>
                <a:lnTo>
                  <a:pt x="0" y="0"/>
                </a:lnTo>
                <a:lnTo>
                  <a:pt x="0" y="529282"/>
                </a:lnTo>
                <a:lnTo>
                  <a:pt x="6216742" y="529282"/>
                </a:lnTo>
                <a:lnTo>
                  <a:pt x="6216742" y="0"/>
                </a:lnTo>
                <a:close/>
              </a:path>
            </a:pathLst>
          </a:custGeom>
          <a:solidFill>
            <a:srgbClr val="A2CB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EDCF36A-E1E5-5EE1-FC3F-CCA11CC94BCD}"/>
              </a:ext>
            </a:extLst>
          </p:cNvPr>
          <p:cNvSpPr txBox="1"/>
          <p:nvPr userDrawn="1"/>
        </p:nvSpPr>
        <p:spPr>
          <a:xfrm>
            <a:off x="13927200" y="821289"/>
            <a:ext cx="5220444" cy="41549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de-AT" sz="2100" b="1">
                <a:solidFill>
                  <a:srgbClr val="102D41"/>
                </a:solidFill>
                <a:latin typeface="+mj-lt"/>
                <a:cs typeface="Leelawadee UI"/>
              </a:rPr>
              <a:t>ELEKTRONIK &amp; TECHN. INFORMATIK</a:t>
            </a:r>
            <a:endParaRPr lang="de-AT" sz="2100">
              <a:latin typeface="+mj-lt"/>
            </a:endParaRP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5F82143-27DA-A1B9-1A87-1A4A89BC7AD1}"/>
              </a:ext>
            </a:extLst>
          </p:cNvPr>
          <p:cNvCxnSpPr>
            <a:cxnSpLocks/>
          </p:cNvCxnSpPr>
          <p:nvPr userDrawn="1"/>
        </p:nvCxnSpPr>
        <p:spPr>
          <a:xfrm>
            <a:off x="13396199" y="660723"/>
            <a:ext cx="66997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88B8960-CD3E-2A6D-71E7-48B1EAEC8317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75847" y="84659"/>
            <a:ext cx="0" cy="11957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">
            <a:extLst>
              <a:ext uri="{FF2B5EF4-FFF2-40B4-BE49-F238E27FC236}">
                <a16:creationId xmlns:a16="http://schemas.microsoft.com/office/drawing/2014/main" id="{59842796-8DCE-3B49-27A3-17AF2CDF3E19}"/>
              </a:ext>
            </a:extLst>
          </p:cNvPr>
          <p:cNvSpPr txBox="1"/>
          <p:nvPr userDrawn="1"/>
        </p:nvSpPr>
        <p:spPr>
          <a:xfrm>
            <a:off x="17560919" y="228675"/>
            <a:ext cx="219806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39" algn="r">
              <a:lnSpc>
                <a:spcPct val="100000"/>
              </a:lnSpc>
              <a:spcBef>
                <a:spcPts val="111"/>
              </a:spcBef>
            </a:pPr>
            <a:r>
              <a:rPr sz="2100" spc="-11">
                <a:solidFill>
                  <a:schemeClr val="bg1"/>
                </a:solidFill>
                <a:latin typeface="+mj-lt"/>
                <a:cs typeface="Leelawadee UI"/>
              </a:rPr>
              <a:t>www.bulme.at</a:t>
            </a:r>
            <a:endParaRPr sz="2100">
              <a:solidFill>
                <a:schemeClr val="bg1"/>
              </a:solidFill>
              <a:latin typeface="+mj-lt"/>
              <a:cs typeface="Leelawadee UI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8025832-1D3C-130E-7A27-4E6ADCEC9B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940482" y="108147"/>
            <a:ext cx="1717842" cy="469770"/>
            <a:chOff x="375183" y="375193"/>
            <a:chExt cx="3730981" cy="1020294"/>
          </a:xfrm>
        </p:grpSpPr>
        <p:sp>
          <p:nvSpPr>
            <p:cNvPr id="41" name="bg object 17">
              <a:extLst>
                <a:ext uri="{FF2B5EF4-FFF2-40B4-BE49-F238E27FC236}">
                  <a16:creationId xmlns:a16="http://schemas.microsoft.com/office/drawing/2014/main" id="{30A358C3-68EB-2DD7-EA23-AA1D42BF0265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bg object 18">
              <a:extLst>
                <a:ext uri="{FF2B5EF4-FFF2-40B4-BE49-F238E27FC236}">
                  <a16:creationId xmlns:a16="http://schemas.microsoft.com/office/drawing/2014/main" id="{3FADF484-D5C3-1AE1-920B-8B05F325DC9B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bg object 19">
              <a:extLst>
                <a:ext uri="{FF2B5EF4-FFF2-40B4-BE49-F238E27FC236}">
                  <a16:creationId xmlns:a16="http://schemas.microsoft.com/office/drawing/2014/main" id="{C8B777A6-F5C8-6AED-1191-32ED4328D06A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bg object 20">
              <a:extLst>
                <a:ext uri="{FF2B5EF4-FFF2-40B4-BE49-F238E27FC236}">
                  <a16:creationId xmlns:a16="http://schemas.microsoft.com/office/drawing/2014/main" id="{E4CE7C21-B0F0-A5AB-8C55-F34B2908157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45" name="bg object 21">
              <a:extLst>
                <a:ext uri="{FF2B5EF4-FFF2-40B4-BE49-F238E27FC236}">
                  <a16:creationId xmlns:a16="http://schemas.microsoft.com/office/drawing/2014/main" id="{D3C77984-E08F-38EB-6909-26AF349DBF4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46" name="bg object 22">
              <a:extLst>
                <a:ext uri="{FF2B5EF4-FFF2-40B4-BE49-F238E27FC236}">
                  <a16:creationId xmlns:a16="http://schemas.microsoft.com/office/drawing/2014/main" id="{E6429977-519D-51EA-142F-D73EF30B85A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47" name="bg object 23">
              <a:extLst>
                <a:ext uri="{FF2B5EF4-FFF2-40B4-BE49-F238E27FC236}">
                  <a16:creationId xmlns:a16="http://schemas.microsoft.com/office/drawing/2014/main" id="{B2940E80-47E8-9690-477A-EA951014314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bg object 24">
              <a:extLst>
                <a:ext uri="{FF2B5EF4-FFF2-40B4-BE49-F238E27FC236}">
                  <a16:creationId xmlns:a16="http://schemas.microsoft.com/office/drawing/2014/main" id="{A9003A24-7E7F-C8B4-E503-A18F1DAEBEF6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49" name="bg object 25">
              <a:extLst>
                <a:ext uri="{FF2B5EF4-FFF2-40B4-BE49-F238E27FC236}">
                  <a16:creationId xmlns:a16="http://schemas.microsoft.com/office/drawing/2014/main" id="{6EB07E71-CAD2-F07E-6D22-9B41591D1D3B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50" name="bg object 26">
              <a:extLst>
                <a:ext uri="{FF2B5EF4-FFF2-40B4-BE49-F238E27FC236}">
                  <a16:creationId xmlns:a16="http://schemas.microsoft.com/office/drawing/2014/main" id="{B5CDF13B-9710-E692-1560-5C79A3158E8C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bg object 27">
              <a:extLst>
                <a:ext uri="{FF2B5EF4-FFF2-40B4-BE49-F238E27FC236}">
                  <a16:creationId xmlns:a16="http://schemas.microsoft.com/office/drawing/2014/main" id="{F3EB3B7D-B609-1C49-586F-C9279AB1E759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g object 28">
              <a:extLst>
                <a:ext uri="{FF2B5EF4-FFF2-40B4-BE49-F238E27FC236}">
                  <a16:creationId xmlns:a16="http://schemas.microsoft.com/office/drawing/2014/main" id="{1525DD8A-074A-BB48-4B3B-E927D85F7870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bg object 29">
              <a:extLst>
                <a:ext uri="{FF2B5EF4-FFF2-40B4-BE49-F238E27FC236}">
                  <a16:creationId xmlns:a16="http://schemas.microsoft.com/office/drawing/2014/main" id="{E13C8EF9-CFD9-0A76-8416-2DF558944C7B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bg object 30">
              <a:extLst>
                <a:ext uri="{FF2B5EF4-FFF2-40B4-BE49-F238E27FC236}">
                  <a16:creationId xmlns:a16="http://schemas.microsoft.com/office/drawing/2014/main" id="{B502069D-FC2E-ADD8-BA23-6F27B7147F5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g object 31">
              <a:extLst>
                <a:ext uri="{FF2B5EF4-FFF2-40B4-BE49-F238E27FC236}">
                  <a16:creationId xmlns:a16="http://schemas.microsoft.com/office/drawing/2014/main" id="{12753668-0BBF-48EC-717A-2E2475925325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Grafik 57" descr="Ein Bild, das Screenshot, Grafiken, Design enthält.&#10;&#10;Automatisch generierte Beschreibung">
            <a:extLst>
              <a:ext uri="{FF2B5EF4-FFF2-40B4-BE49-F238E27FC236}">
                <a16:creationId xmlns:a16="http://schemas.microsoft.com/office/drawing/2014/main" id="{F8155F6A-2BCA-6E7C-1DB3-4A3CAD2E8321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400" y="774000"/>
            <a:ext cx="481091" cy="4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5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3" r:id="rId2"/>
    <p:sldLayoutId id="2147483712" r:id="rId3"/>
    <p:sldLayoutId id="2147483694" r:id="rId4"/>
    <p:sldLayoutId id="2147483709" r:id="rId5"/>
    <p:sldLayoutId id="2147483710" r:id="rId6"/>
    <p:sldLayoutId id="2147483695" r:id="rId7"/>
    <p:sldLayoutId id="2147483696" r:id="rId8"/>
    <p:sldLayoutId id="2147483697" r:id="rId9"/>
    <p:sldLayoutId id="2147483714" r:id="rId10"/>
    <p:sldLayoutId id="2147483715" r:id="rId11"/>
    <p:sldLayoutId id="2147483716" r:id="rId12"/>
    <p:sldLayoutId id="2147483718" r:id="rId13"/>
    <p:sldLayoutId id="2147483719" r:id="rId14"/>
    <p:sldLayoutId id="2147483720" r:id="rId15"/>
    <p:sldLayoutId id="2147483721" r:id="rId16"/>
  </p:sldLayoutIdLst>
  <p:txStyles>
    <p:titleStyle>
      <a:lvl1pPr eaLnBrk="1" hangingPunct="1">
        <a:defRPr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01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el 38">
            <a:extLst>
              <a:ext uri="{FF2B5EF4-FFF2-40B4-BE49-F238E27FC236}">
                <a16:creationId xmlns:a16="http://schemas.microsoft.com/office/drawing/2014/main" id="{8D76A72C-5933-C0AD-9AFA-F9A62AE4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B</a:t>
            </a:r>
            <a:r>
              <a:rPr lang="de-AT" dirty="0"/>
              <a:t>lack Mirror</a:t>
            </a:r>
            <a:br>
              <a:rPr lang="de-AT" dirty="0"/>
            </a:br>
            <a:endParaRPr lang="de-AT" dirty="0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AAAC2DDB-D959-096B-81CD-BBBEFCE214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Diplomarbeit</a:t>
            </a:r>
            <a:br>
              <a:rPr lang="de-AT" dirty="0"/>
            </a:br>
            <a:r>
              <a:rPr lang="de-AT" dirty="0"/>
              <a:t>22.05.2026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8EC8516-5A14-0708-BF10-92EF1CD4C82E}"/>
              </a:ext>
            </a:extLst>
          </p:cNvPr>
          <p:cNvSpPr txBox="1"/>
          <p:nvPr/>
        </p:nvSpPr>
        <p:spPr>
          <a:xfrm>
            <a:off x="11060162" y="8293571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bg1"/>
                </a:solidFill>
              </a:rPr>
              <a:t>Robert Milanovici &amp; Manuel </a:t>
            </a:r>
            <a:r>
              <a:rPr lang="de-DE" sz="2400" dirty="0" err="1">
                <a:solidFill>
                  <a:schemeClr val="bg1"/>
                </a:solidFill>
              </a:rPr>
              <a:t>Greinix</a:t>
            </a:r>
            <a:br>
              <a:rPr lang="de-DE" sz="2400" dirty="0">
                <a:solidFill>
                  <a:schemeClr val="bg1"/>
                </a:solidFill>
              </a:rPr>
            </a:br>
            <a:r>
              <a:rPr lang="de-DE" sz="2400" dirty="0">
                <a:solidFill>
                  <a:schemeClr val="bg1"/>
                </a:solidFill>
              </a:rPr>
              <a:t>Abteilung für Elektronik und Technische Informatik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CE0E3C-4D7C-A56B-76DE-F4DBD357EB41}"/>
              </a:ext>
            </a:extLst>
          </p:cNvPr>
          <p:cNvSpPr txBox="1"/>
          <p:nvPr/>
        </p:nvSpPr>
        <p:spPr>
          <a:xfrm>
            <a:off x="18511935" y="5971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5624B21-5770-5244-AD1C-6457D61AB5FD}"/>
              </a:ext>
            </a:extLst>
          </p:cNvPr>
          <p:cNvSpPr txBox="1"/>
          <p:nvPr/>
        </p:nvSpPr>
        <p:spPr>
          <a:xfrm>
            <a:off x="18188955" y="516707"/>
            <a:ext cx="1459434" cy="35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2326E1-3667-0341-3C58-553178F6B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01C0C1-C372-6CC5-66DB-46CDE14A4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Raspberry Pi Camera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Silhouette erstellen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Auf die LEDs Skalieren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Anzeige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F44C3E-7BD9-55AC-A74E-B91BCBBCC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02" y="5650345"/>
            <a:ext cx="18866096" cy="273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2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9288866-0B66-E12A-1A26-4F4297EAD38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2386141" y="2460625"/>
            <a:ext cx="4724677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FAEB38-8807-CC03-2222-A9D3901F9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Initialization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Kamera </a:t>
            </a:r>
            <a:r>
              <a:rPr lang="en-US" dirty="0" err="1"/>
              <a:t>starten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KI-Modelle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KNN </a:t>
            </a:r>
            <a:r>
              <a:rPr lang="en-US" dirty="0" err="1"/>
              <a:t>starten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600"/>
              </a:spcAft>
            </a:pP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6332A4B-BFA5-4137-77FE-76CE323A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Programm</a:t>
            </a:r>
            <a:r>
              <a:rPr lang="en-GB" dirty="0"/>
              <a:t> Start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0032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4D1A9F7E-1611-7FCB-52F1-16143091131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2272748" y="2460625"/>
            <a:ext cx="4951462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7058CD-77B2-7B64-9707-62CD91BA2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100 Frames ( Keine Person )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BGR -&gt; </a:t>
            </a:r>
            <a:r>
              <a:rPr lang="en-GB" dirty="0" err="1"/>
              <a:t>Graustufenbild</a:t>
            </a: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KNN </a:t>
            </a:r>
            <a:r>
              <a:rPr lang="en-GB" dirty="0" err="1"/>
              <a:t>lernt</a:t>
            </a:r>
            <a:r>
              <a:rPr lang="en-GB" dirty="0"/>
              <a:t> </a:t>
            </a:r>
            <a:r>
              <a:rPr lang="en-GB" dirty="0" err="1"/>
              <a:t>Hintergrund</a:t>
            </a: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C92C6FE-F8C0-4B41-0D56-699714DE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Kalibrierung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2108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9E8EE6B-C21C-17C4-967A-414CC2967725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1015984" y="2460625"/>
            <a:ext cx="7464991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C0D51E-25B8-687F-F977-6525DB63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BGR -&gt; RGB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AT" dirty="0"/>
              <a:t>Körper von Hintergrund trennen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AT" dirty="0"/>
              <a:t>Hände Polygon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AT" dirty="0"/>
              <a:t>Maske erstellen</a:t>
            </a:r>
          </a:p>
          <a:p>
            <a:pPr>
              <a:spcAft>
                <a:spcPts val="600"/>
              </a:spcAft>
            </a:pPr>
            <a:endParaRPr lang="de-AT" dirty="0"/>
          </a:p>
          <a:p>
            <a:pPr>
              <a:spcAft>
                <a:spcPts val="600"/>
              </a:spcAft>
            </a:pPr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84ED622-F06E-5EBA-C42C-A9755BB4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Main Loop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9821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ADB392F-BD21-5188-B536-07A857FEF51B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1167174" y="2460625"/>
            <a:ext cx="7162610" cy="7559484"/>
          </a:xfrm>
          <a:prstGeom prst="rect">
            <a:avLst/>
          </a:prstGeom>
          <a:noFill/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10B030-E566-F9AD-7CA4-03B395A4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Filter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Shilouette</a:t>
            </a:r>
            <a:r>
              <a:rPr lang="en-GB" dirty="0"/>
              <a:t> </a:t>
            </a:r>
            <a:r>
              <a:rPr lang="en-GB" dirty="0" err="1"/>
              <a:t>füllen</a:t>
            </a: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Zeitliche</a:t>
            </a:r>
            <a:r>
              <a:rPr lang="en-GB" dirty="0"/>
              <a:t> </a:t>
            </a:r>
            <a:r>
              <a:rPr lang="en-GB" dirty="0" err="1"/>
              <a:t>Glättung</a:t>
            </a: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Skalierung</a:t>
            </a:r>
            <a:r>
              <a:rPr lang="en-GB" dirty="0"/>
              <a:t> </a:t>
            </a: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A925EDE-30F7-A95B-3150-54C25647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Main Loop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7296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5C92F-439B-56AE-CA6D-26201BB1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Led-Matrix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1FFBDF-6056-A0D7-11FC-1F11CD5D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8600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7DB2-F7B1-7BF1-0D7B-2941137A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AFE4DCE-F842-74A0-C865-1527DF20C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Manuel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Bildübertragung auf LED-Matrix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Case und Platinen Designe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Case Fertigung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3200" dirty="0"/>
              <a:t>Dokumentation und </a:t>
            </a:r>
            <a:r>
              <a:rPr lang="de-DE" sz="3200" dirty="0" err="1"/>
              <a:t>Github</a:t>
            </a:r>
            <a:r>
              <a:rPr lang="de-DE" sz="3200" dirty="0"/>
              <a:t> Verwaltung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B011655-2943-A858-7F43-18DC27D5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Manuel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58E66CC-3F3B-A67C-89AB-B1B885F849F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3041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28F7-77D5-E9C2-61C2-99E01B1F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F53F7E-DC6C-0F13-47ED-C85CE327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Main-Rework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Neuer </a:t>
            </a:r>
            <a:r>
              <a:rPr lang="en-US" dirty="0" err="1"/>
              <a:t>Übersichtlicher</a:t>
            </a:r>
            <a:r>
              <a:rPr lang="en-US" dirty="0"/>
              <a:t> Aufbau 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Software 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Simulation/</a:t>
            </a:r>
            <a:r>
              <a:rPr lang="en-US" dirty="0" err="1"/>
              <a:t>Dokumentation</a:t>
            </a:r>
            <a:endParaRPr lang="en-US" dirty="0"/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Setup </a:t>
            </a:r>
            <a:r>
              <a:rPr lang="en-US" dirty="0" err="1"/>
              <a:t>Guid</a:t>
            </a:r>
            <a:endParaRPr lang="en-US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READMEs mir </a:t>
            </a:r>
            <a:r>
              <a:rPr lang="en-US" dirty="0" err="1"/>
              <a:t>erklärungen</a:t>
            </a:r>
            <a:r>
              <a:rPr lang="en-US" dirty="0"/>
              <a:t>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Code-Archive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600"/>
              </a:spcAft>
            </a:pP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4E0AC2E-E40F-B5EB-9EA1-6618B605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Neustrukturiereung</a:t>
            </a:r>
            <a:r>
              <a:rPr lang="en-GB" dirty="0"/>
              <a:t> </a:t>
            </a:r>
            <a:r>
              <a:rPr lang="en-GB" dirty="0" err="1"/>
              <a:t>Github</a:t>
            </a:r>
            <a:endParaRPr lang="de-AT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9D5B5DC-F66F-F669-39D5-8B91A478A543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3292410" y="2148679"/>
            <a:ext cx="4198596" cy="696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70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3283-DC7B-6C4E-3B20-CAAE397D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2A9C30-7280-98F4-B688-7F7EAAE03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Initialization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Prüfen</a:t>
            </a:r>
            <a:r>
              <a:rPr lang="en-US" dirty="0"/>
              <a:t> </a:t>
            </a:r>
            <a:r>
              <a:rPr lang="en-US" dirty="0" err="1"/>
              <a:t>ob</a:t>
            </a:r>
            <a:r>
              <a:rPr lang="en-US" dirty="0"/>
              <a:t> Raspberry </a:t>
            </a:r>
            <a:r>
              <a:rPr lang="en-US" dirty="0" err="1"/>
              <a:t>läuft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Bild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zerlegt</a:t>
            </a:r>
            <a:r>
              <a:rPr lang="en-US" dirty="0"/>
              <a:t> 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2. 4. und 6. Matrix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geflippt</a:t>
            </a:r>
            <a:r>
              <a:rPr lang="en-US" dirty="0"/>
              <a:t> 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PIL-Image </a:t>
            </a:r>
            <a:r>
              <a:rPr lang="en-US" dirty="0" err="1"/>
              <a:t>converten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Anzeigen</a:t>
            </a:r>
            <a:endParaRPr lang="en-US" dirty="0"/>
          </a:p>
          <a:p>
            <a:pPr>
              <a:spcAft>
                <a:spcPts val="600"/>
              </a:spcAft>
            </a:pPr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FCAEF52-D90D-D668-F92E-0CF07831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 err="1"/>
              <a:t>Programm</a:t>
            </a:r>
            <a:r>
              <a:rPr lang="en-GB" dirty="0"/>
              <a:t> Start</a:t>
            </a:r>
            <a:endParaRPr lang="de-AT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D717FCA4-983C-CFB4-2036-1A693D41FA7C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8777" y="2460625"/>
            <a:ext cx="5039783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88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4EF3-ACD0-4114-728A-B46CA13B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5BAFAE-DDBE-748C-F5EA-E1655493A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Stichpunkte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Material der Wahl : Holz</a:t>
            </a: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Design </a:t>
            </a:r>
            <a:r>
              <a:rPr lang="en-US" dirty="0" err="1"/>
              <a:t>Finalisiert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Für </a:t>
            </a:r>
            <a:r>
              <a:rPr lang="en-US" dirty="0" err="1"/>
              <a:t>Optimales</a:t>
            </a:r>
            <a:r>
              <a:rPr lang="en-US" dirty="0"/>
              <a:t> </a:t>
            </a:r>
            <a:r>
              <a:rPr lang="en-US" dirty="0" err="1"/>
              <a:t>gerades</a:t>
            </a:r>
            <a:r>
              <a:rPr lang="en-US" dirty="0"/>
              <a:t> Bild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Opt1: LED-Matrix </a:t>
            </a:r>
            <a:r>
              <a:rPr lang="en-US" dirty="0" err="1"/>
              <a:t>Einzelteile</a:t>
            </a:r>
            <a:r>
              <a:rPr lang="en-US" dirty="0"/>
              <a:t> </a:t>
            </a:r>
            <a:r>
              <a:rPr lang="en-US" dirty="0" err="1"/>
              <a:t>Abschleifen</a:t>
            </a:r>
            <a:endParaRPr lang="en-US" dirty="0"/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Opt2: </a:t>
            </a:r>
            <a:r>
              <a:rPr lang="en-US" dirty="0" err="1"/>
              <a:t>Neuabmessung</a:t>
            </a:r>
            <a:r>
              <a:rPr lang="en-US" dirty="0"/>
              <a:t> der </a:t>
            </a:r>
            <a:r>
              <a:rPr lang="en-US" dirty="0" err="1"/>
              <a:t>Platinen</a:t>
            </a:r>
            <a:endParaRPr lang="en-US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Wenn </a:t>
            </a:r>
            <a:r>
              <a:rPr lang="en-US" dirty="0" err="1"/>
              <a:t>Genug</a:t>
            </a:r>
            <a:r>
              <a:rPr lang="en-US" dirty="0"/>
              <a:t> Zeit Case2.0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226DA8B-247A-9B05-05E8-5F0573F8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Case Design</a:t>
            </a:r>
            <a:endParaRPr lang="de-AT" dirty="0"/>
          </a:p>
        </p:txBody>
      </p:sp>
      <p:pic>
        <p:nvPicPr>
          <p:cNvPr id="6" name="Inhaltsplatzhalter 6" descr="Ein Bild, das Rechteck, Muster enthält.&#10;&#10;KI-generierte Inhalte können fehlerhaft sein.">
            <a:extLst>
              <a:ext uri="{FF2B5EF4-FFF2-40B4-BE49-F238E27FC236}">
                <a16:creationId xmlns:a16="http://schemas.microsoft.com/office/drawing/2014/main" id="{15C0448F-A25E-E14E-F89D-5C72D686E4DA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2323111" y="1314961"/>
            <a:ext cx="5611008" cy="37629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7ED326C-55F6-2B6B-458B-59A1C13F3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147" y="5023470"/>
            <a:ext cx="3816424" cy="497291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46DF89F-22D3-F1C2-965B-2B1FB9F25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4658" y="5023470"/>
            <a:ext cx="4134041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9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3ABA-42A8-C6F4-B2B0-C6599B15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E5939C-8D9C-51D3-B3DD-95DCA2FF4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71002" cy="7560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Stichpunkte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Erster</a:t>
            </a:r>
            <a:r>
              <a:rPr lang="en-US" dirty="0"/>
              <a:t> simpler Aufbau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Redesign der </a:t>
            </a:r>
            <a:r>
              <a:rPr lang="en-US" dirty="0" err="1"/>
              <a:t>neuen</a:t>
            </a:r>
            <a:r>
              <a:rPr lang="en-US" dirty="0"/>
              <a:t> </a:t>
            </a:r>
            <a:r>
              <a:rPr lang="en-US" dirty="0" err="1"/>
              <a:t>Platinen</a:t>
            </a:r>
            <a:r>
              <a:rPr lang="en-US" dirty="0"/>
              <a:t> für </a:t>
            </a:r>
            <a:r>
              <a:rPr lang="en-US" dirty="0" err="1"/>
              <a:t>neue</a:t>
            </a:r>
            <a:r>
              <a:rPr lang="en-US" dirty="0"/>
              <a:t> </a:t>
            </a:r>
            <a:r>
              <a:rPr lang="en-US" dirty="0" err="1"/>
              <a:t>Bauteile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Bestellen</a:t>
            </a:r>
            <a:endParaRPr lang="en-US" dirty="0"/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CFD916A-375B-86B3-0DE6-0FA89F3B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488" y="588715"/>
            <a:ext cx="12312922" cy="780637"/>
          </a:xfrm>
        </p:spPr>
        <p:txBody>
          <a:bodyPr>
            <a:normAutofit/>
          </a:bodyPr>
          <a:lstStyle/>
          <a:p>
            <a:r>
              <a:rPr lang="en-GB" dirty="0"/>
              <a:t>Design der </a:t>
            </a:r>
            <a:r>
              <a:rPr lang="en-GB" dirty="0" err="1"/>
              <a:t>Platinen</a:t>
            </a:r>
            <a:endParaRPr lang="de-AT" dirty="0"/>
          </a:p>
        </p:txBody>
      </p:sp>
      <p:pic>
        <p:nvPicPr>
          <p:cNvPr id="2" name="Inhaltsplatzhalter 1">
            <a:extLst>
              <a:ext uri="{FF2B5EF4-FFF2-40B4-BE49-F238E27FC236}">
                <a16:creationId xmlns:a16="http://schemas.microsoft.com/office/drawing/2014/main" id="{C0F58BD6-4224-522D-2E6D-7A1DA7015111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0502437" y="2646559"/>
            <a:ext cx="8492464" cy="71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14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F891062-4DE5-980F-9822-DE3F01123C2F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0485A9-E8D5-47BE-EB56-EFFA6744E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Finalen Code für die Bildübertragung</a:t>
            </a:r>
          </a:p>
          <a:p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Verbindungsplatinen bestellen, Testen, und Einbauen </a:t>
            </a:r>
          </a:p>
          <a:p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Case Zusammenbauen und Optimieren</a:t>
            </a:r>
          </a:p>
          <a:p>
            <a:r>
              <a:rPr lang="de-AT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LED-Matrix Stabilisieren und Festigen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699FA7A-28CB-B166-B8BF-EF0E3150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Anstehende Punkte</a:t>
            </a:r>
          </a:p>
        </p:txBody>
      </p:sp>
    </p:spTree>
    <p:extLst>
      <p:ext uri="{BB962C8B-B14F-4D97-AF65-F5344CB8AC3E}">
        <p14:creationId xmlns:p14="http://schemas.microsoft.com/office/powerpoint/2010/main" val="465441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EEB3BDCC-597A-FEB4-8BCF-6D224B7D3737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/>
          <a:stretch>
            <a:fillRect/>
          </a:stretch>
        </p:blipFill>
        <p:spPr>
          <a:xfrm>
            <a:off x="10988154" y="1884859"/>
            <a:ext cx="8496944" cy="7186786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8C6FE-9A11-F04F-DE6E-6C058D44D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OPV Schmit trigger </a:t>
            </a:r>
            <a:r>
              <a:rPr lang="en-GB" dirty="0" err="1"/>
              <a:t>Schaltung</a:t>
            </a: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OPA354 -&gt; </a:t>
            </a:r>
            <a:r>
              <a:rPr lang="en-GB" dirty="0" err="1"/>
              <a:t>hohe</a:t>
            </a:r>
            <a:r>
              <a:rPr lang="en-GB" dirty="0"/>
              <a:t> </a:t>
            </a:r>
            <a:r>
              <a:rPr lang="en-GB" dirty="0" err="1"/>
              <a:t>Frequenz</a:t>
            </a:r>
            <a:r>
              <a:rPr lang="en-GB" dirty="0"/>
              <a:t> &amp; Slew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Signal (</a:t>
            </a:r>
            <a:r>
              <a:rPr lang="en-GB" dirty="0" err="1"/>
              <a:t>blau</a:t>
            </a:r>
            <a:r>
              <a:rPr lang="en-GB" dirty="0"/>
              <a:t>)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repariert</a:t>
            </a:r>
            <a:endParaRPr lang="en-GB" dirty="0"/>
          </a:p>
          <a:p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817CC6F-DB7F-3797-D3F2-DB9B3193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Led Matrix</a:t>
            </a:r>
            <a:endParaRPr lang="de-AT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2D132EC-A0F5-D82A-0906-DDE41F5E3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31" y="4909195"/>
            <a:ext cx="9576918" cy="594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84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FEFF8-C8D5-CE39-83AB-9C08C030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Proof of Concept</a:t>
            </a:r>
            <a:endParaRPr lang="de-AT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F2DEAF0-5030-0AB9-7D02-7F042F24CF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4" name="WhatsApp Video 2026-03-04 at 15.52.23">
            <a:hlinkClick r:id="" action="ppaction://media"/>
            <a:extLst>
              <a:ext uri="{FF2B5EF4-FFF2-40B4-BE49-F238E27FC236}">
                <a16:creationId xmlns:a16="http://schemas.microsoft.com/office/drawing/2014/main" id="{1B1497BF-B7AB-EAC3-8C48-39EA1D1BFE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71730" y="1955160"/>
            <a:ext cx="5112568" cy="903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5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C0994-73BF-6DDB-5C09-131340C3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Probleme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3D1CAF-6AF6-8017-2556-3FCC1EEA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Anfänglich</a:t>
            </a:r>
            <a:r>
              <a:rPr lang="en-GB" b="1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Eine stabile Silhouette erstellen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Eine Case Idee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b="1" dirty="0"/>
          </a:p>
          <a:p>
            <a:r>
              <a:rPr lang="de-AT" b="1" dirty="0"/>
              <a:t>Zurzeit: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Alle 9 Reihen der Led anzusteuern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AT" dirty="0"/>
              <a:t>Die Finger / Hand präzise anzeigen</a:t>
            </a:r>
            <a:endParaRPr lang="de-AT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90933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308D1-7295-43AD-FE51-AF9697D1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Besonders</a:t>
            </a:r>
            <a:r>
              <a:rPr lang="en-GB" dirty="0"/>
              <a:t> </a:t>
            </a:r>
            <a:r>
              <a:rPr lang="en-GB" dirty="0" err="1"/>
              <a:t>Aufwendig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0FFE43-28B7-84D9-750A-9CAB7F01A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Stabile Silhouette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Parameter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Led Module </a:t>
            </a:r>
            <a:r>
              <a:rPr lang="en-GB" dirty="0" err="1"/>
              <a:t>vorbereiten</a:t>
            </a: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 err="1"/>
              <a:t>Bauteile</a:t>
            </a:r>
            <a:r>
              <a:rPr lang="en-GB" dirty="0"/>
              <a:t> </a:t>
            </a:r>
            <a:r>
              <a:rPr lang="en-GB" dirty="0" err="1"/>
              <a:t>besorgen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0861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2FD61-4DDB-5C5C-0E59-93B24C575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Aus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Unterricht</a:t>
            </a:r>
            <a:r>
              <a:rPr lang="en-GB" dirty="0"/>
              <a:t> </a:t>
            </a:r>
            <a:r>
              <a:rPr lang="en-GB" dirty="0" err="1"/>
              <a:t>gelernt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3E415F-9097-F982-70D6-F2B46AF6C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HWE / DIC: Hardware Debugging (</a:t>
            </a:r>
            <a:r>
              <a:rPr lang="en-GB" dirty="0" err="1"/>
              <a:t>Zwischenplatinen</a:t>
            </a:r>
            <a:r>
              <a:rPr lang="en-GB" dirty="0"/>
              <a:t>, OPV)</a:t>
            </a:r>
          </a:p>
          <a:p>
            <a:endParaRPr lang="en-GB" dirty="0"/>
          </a:p>
          <a:p>
            <a:r>
              <a:rPr lang="en-GB" dirty="0"/>
              <a:t>DIC: Filter </a:t>
            </a:r>
            <a:r>
              <a:rPr lang="en-GB" dirty="0" err="1"/>
              <a:t>wie</a:t>
            </a:r>
            <a:r>
              <a:rPr lang="en-GB" dirty="0"/>
              <a:t> Erode und Dilate </a:t>
            </a:r>
            <a:r>
              <a:rPr lang="en-GB" dirty="0" err="1"/>
              <a:t>anwenden</a:t>
            </a:r>
            <a:r>
              <a:rPr lang="en-GB" dirty="0"/>
              <a:t> (</a:t>
            </a:r>
            <a:r>
              <a:rPr lang="en-GB" dirty="0" err="1"/>
              <a:t>Personenerfassung</a:t>
            </a:r>
            <a:r>
              <a:rPr lang="en-GB" dirty="0"/>
              <a:t>) </a:t>
            </a:r>
          </a:p>
          <a:p>
            <a:endParaRPr lang="en-GB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62080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6D623AB-AB96-1710-0A7B-AEBB022F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de-AT" dirty="0"/>
              <a:t>Zusammenfassung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794161-D942-764E-0805-D9F4894C1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….wichtigste 3-4 Punkte</a:t>
            </a:r>
          </a:p>
        </p:txBody>
      </p:sp>
    </p:spTree>
    <p:extLst>
      <p:ext uri="{BB962C8B-B14F-4D97-AF65-F5344CB8AC3E}">
        <p14:creationId xmlns:p14="http://schemas.microsoft.com/office/powerpoint/2010/main" val="3176726208"/>
      </p:ext>
    </p:extLst>
  </p:cSld>
  <p:clrMapOvr>
    <a:masterClrMapping/>
  </p:clrMapOvr>
</p:sld>
</file>

<file path=ppt/theme/theme1.xml><?xml version="1.0" encoding="utf-8"?>
<a:theme xmlns:a="http://schemas.openxmlformats.org/drawingml/2006/main" name="ELEKTRONIK &amp; TECHN. INFORMATI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LME-Vorlage-EL-2025-1" id="{685589CC-0A40-7D48-A385-2C962065E78F}" vid="{EA640997-F2BE-2D47-A4D3-504C0DC209D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ELEKTRONIK &amp; TECHN</Template>
  <TotalTime>0</TotalTime>
  <Words>281</Words>
  <Application>Microsoft Office PowerPoint</Application>
  <PresentationFormat>Benutzerdefiniert</PresentationFormat>
  <Paragraphs>120</Paragraphs>
  <Slides>19</Slides>
  <Notes>0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Arial</vt:lpstr>
      <vt:lpstr>Calibri</vt:lpstr>
      <vt:lpstr>Helvetica</vt:lpstr>
      <vt:lpstr>Times New Roman</vt:lpstr>
      <vt:lpstr>ELEKTRONIK &amp; TECHN. INFORMATIK</vt:lpstr>
      <vt:lpstr>Black Mirror </vt:lpstr>
      <vt:lpstr>Ziel</vt:lpstr>
      <vt:lpstr>Programm Start</vt:lpstr>
      <vt:lpstr>Kalibrierung</vt:lpstr>
      <vt:lpstr>Main Loop</vt:lpstr>
      <vt:lpstr>Main Loop</vt:lpstr>
      <vt:lpstr>Led-Matrix</vt:lpstr>
      <vt:lpstr>Manuel</vt:lpstr>
      <vt:lpstr>Neustrukturiereung Github</vt:lpstr>
      <vt:lpstr>Programm Start</vt:lpstr>
      <vt:lpstr>Case Design</vt:lpstr>
      <vt:lpstr>Design der Platinen</vt:lpstr>
      <vt:lpstr>Anstehende Punkte</vt:lpstr>
      <vt:lpstr>Led Matrix</vt:lpstr>
      <vt:lpstr>Proof of Concept</vt:lpstr>
      <vt:lpstr>Probleme</vt:lpstr>
      <vt:lpstr>Besonders Aufwendig</vt:lpstr>
      <vt:lpstr>Aus dem Unterricht gelernt</vt:lpstr>
      <vt:lpstr>Zusammenfassung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Rudolf Schamberger</dc:creator>
  <cp:lastModifiedBy>Milanovici Robert</cp:lastModifiedBy>
  <cp:revision>10</cp:revision>
  <dcterms:created xsi:type="dcterms:W3CDTF">2026-02-26T14:01:20Z</dcterms:created>
  <dcterms:modified xsi:type="dcterms:W3CDTF">2026-05-16T15:45:06Z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2023-11-09T00:00:00Z</vt:filetime>
  </property>
  <property fmtid="{D5CDD505-2E9C-101B-9397-08002B2CF9AE}" pid="5" name="Producer">
    <vt:lpwstr>Adobe PDF Library 17.0</vt:lpwstr>
  </property>
</Properties>
</file>